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319" r:id="rId3"/>
    <p:sldId id="320" r:id="rId4"/>
    <p:sldId id="321" r:id="rId5"/>
    <p:sldId id="322" r:id="rId6"/>
    <p:sldId id="323" r:id="rId7"/>
    <p:sldId id="324" r:id="rId8"/>
    <p:sldId id="325" r:id="rId9"/>
    <p:sldId id="326" r:id="rId10"/>
    <p:sldId id="327" r:id="rId11"/>
    <p:sldId id="328" r:id="rId12"/>
    <p:sldId id="329" r:id="rId13"/>
    <p:sldId id="330" r:id="rId14"/>
    <p:sldId id="332" r:id="rId15"/>
    <p:sldId id="333" r:id="rId16"/>
    <p:sldId id="334" r:id="rId17"/>
    <p:sldId id="335" r:id="rId18"/>
    <p:sldId id="336" r:id="rId19"/>
    <p:sldId id="337" r:id="rId20"/>
    <p:sldId id="338" r:id="rId21"/>
    <p:sldId id="339" r:id="rId22"/>
    <p:sldId id="340" r:id="rId23"/>
    <p:sldId id="341" r:id="rId24"/>
    <p:sldId id="342" r:id="rId25"/>
    <p:sldId id="343" r:id="rId26"/>
    <p:sldId id="344" r:id="rId27"/>
    <p:sldId id="345" r:id="rId28"/>
    <p:sldId id="346" r:id="rId29"/>
    <p:sldId id="347" r:id="rId30"/>
    <p:sldId id="348" r:id="rId31"/>
    <p:sldId id="349" r:id="rId32"/>
    <p:sldId id="350" r:id="rId33"/>
    <p:sldId id="351" r:id="rId34"/>
    <p:sldId id="352" r:id="rId35"/>
    <p:sldId id="353" r:id="rId36"/>
    <p:sldId id="354" r:id="rId37"/>
    <p:sldId id="355" r:id="rId38"/>
    <p:sldId id="356" r:id="rId39"/>
    <p:sldId id="357" r:id="rId40"/>
    <p:sldId id="358" r:id="rId41"/>
    <p:sldId id="360" r:id="rId42"/>
    <p:sldId id="361" r:id="rId43"/>
    <p:sldId id="362" r:id="rId44"/>
    <p:sldId id="363" r:id="rId45"/>
    <p:sldId id="364" r:id="rId46"/>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7" autoAdjust="0"/>
    <p:restoredTop sz="94660"/>
  </p:normalViewPr>
  <p:slideViewPr>
    <p:cSldViewPr snapToGrid="0">
      <p:cViewPr>
        <p:scale>
          <a:sx n="57" d="100"/>
          <a:sy n="57" d="100"/>
        </p:scale>
        <p:origin x="7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404FEC-CCF7-4954-9019-B3E9E35DA117}" type="datetimeFigureOut">
              <a:rPr lang="en-CH" smtClean="0"/>
              <a:t>20.08.2025</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35F03F-BA1E-4A2C-BE8C-B04017E27361}" type="slidenum">
              <a:rPr lang="en-CH" smtClean="0"/>
              <a:t>‹#›</a:t>
            </a:fld>
            <a:endParaRPr lang="en-CH"/>
          </a:p>
        </p:txBody>
      </p:sp>
    </p:spTree>
    <p:extLst>
      <p:ext uri="{BB962C8B-B14F-4D97-AF65-F5344CB8AC3E}">
        <p14:creationId xmlns:p14="http://schemas.microsoft.com/office/powerpoint/2010/main" val="2217277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74d146d61c_1_0:notes"/>
          <p:cNvSpPr txBox="1">
            <a:spLocks noGrp="1"/>
          </p:cNvSpPr>
          <p:nvPr>
            <p:ph type="body" idx="1"/>
          </p:nvPr>
        </p:nvSpPr>
        <p:spPr>
          <a:xfrm>
            <a:off x="914401" y="4343406"/>
            <a:ext cx="5029201" cy="4114805"/>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318" name="Google Shape;318;g374d146d61c_1_0:notes"/>
          <p:cNvSpPr>
            <a:spLocks noGrp="1" noRot="1" noChangeAspect="1"/>
          </p:cNvSpPr>
          <p:nvPr>
            <p:ph type="sldImg" idx="2"/>
          </p:nvPr>
        </p:nvSpPr>
        <p:spPr>
          <a:xfrm>
            <a:off x="134952" y="686475"/>
            <a:ext cx="6588097" cy="342811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374d146d61c_1_580:notes"/>
          <p:cNvSpPr txBox="1">
            <a:spLocks noGrp="1"/>
          </p:cNvSpPr>
          <p:nvPr>
            <p:ph type="body" idx="1"/>
          </p:nvPr>
        </p:nvSpPr>
        <p:spPr>
          <a:xfrm>
            <a:off x="914401" y="4343406"/>
            <a:ext cx="5029245" cy="4114827"/>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214" name="Google Shape;1214;g374d146d61c_1_580:notes"/>
          <p:cNvSpPr>
            <a:spLocks noGrp="1" noRot="1" noChangeAspect="1"/>
          </p:cNvSpPr>
          <p:nvPr>
            <p:ph type="sldImg" idx="2"/>
          </p:nvPr>
        </p:nvSpPr>
        <p:spPr>
          <a:xfrm>
            <a:off x="134952" y="686475"/>
            <a:ext cx="6588097" cy="3428129"/>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374d146d61c_1_585:notes"/>
          <p:cNvSpPr txBox="1">
            <a:spLocks noGrp="1"/>
          </p:cNvSpPr>
          <p:nvPr>
            <p:ph type="body" idx="1"/>
          </p:nvPr>
        </p:nvSpPr>
        <p:spPr>
          <a:xfrm>
            <a:off x="914401" y="4343406"/>
            <a:ext cx="5029245" cy="4114827"/>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221" name="Google Shape;1221;g374d146d61c_1_5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g3758c4d2256_2_90:notes"/>
          <p:cNvSpPr txBox="1">
            <a:spLocks noGrp="1"/>
          </p:cNvSpPr>
          <p:nvPr>
            <p:ph type="body" idx="1"/>
          </p:nvPr>
        </p:nvSpPr>
        <p:spPr>
          <a:xfrm>
            <a:off x="914401" y="4343406"/>
            <a:ext cx="5029200" cy="41148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229" name="Google Shape;1229;g3758c4d2256_2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3455e453fcd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3455e453fcd_0_23:notes"/>
          <p:cNvSpPr txBox="1">
            <a:spLocks noGrp="1"/>
          </p:cNvSpPr>
          <p:nvPr>
            <p:ph type="body" idx="1"/>
          </p:nvPr>
        </p:nvSpPr>
        <p:spPr>
          <a:xfrm>
            <a:off x="685800" y="4400550"/>
            <a:ext cx="5486400" cy="36006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r>
              <a:rPr lang="en" sz="1300"/>
              <a:t>Explain multidisciplinary nature of modeling as a process</a:t>
            </a:r>
            <a:endParaRPr sz="1300"/>
          </a:p>
        </p:txBody>
      </p:sp>
      <p:sp>
        <p:nvSpPr>
          <p:cNvPr id="1238" name="Google Shape;1238;g3455e453fcd_0_23:notes"/>
          <p:cNvSpPr txBox="1">
            <a:spLocks noGrp="1"/>
          </p:cNvSpPr>
          <p:nvPr>
            <p:ph type="sldNum" idx="12"/>
          </p:nvPr>
        </p:nvSpPr>
        <p:spPr>
          <a:xfrm>
            <a:off x="3884613" y="8685213"/>
            <a:ext cx="2971800" cy="458700"/>
          </a:xfrm>
          <a:prstGeom prst="rect">
            <a:avLst/>
          </a:prstGeom>
          <a:noFill/>
          <a:ln>
            <a:noFill/>
          </a:ln>
        </p:spPr>
        <p:txBody>
          <a:bodyPr spcFirstLastPara="1" wrap="square" lIns="91550" tIns="91550" rIns="91550" bIns="915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t>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g3455e453fcd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5" name="Google Shape;1255;g3455e453fcd_0_41:notes"/>
          <p:cNvSpPr txBox="1">
            <a:spLocks noGrp="1"/>
          </p:cNvSpPr>
          <p:nvPr>
            <p:ph type="body" idx="1"/>
          </p:nvPr>
        </p:nvSpPr>
        <p:spPr>
          <a:xfrm>
            <a:off x="685800" y="4400550"/>
            <a:ext cx="5486400" cy="36006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r>
              <a:rPr lang="en" sz="1300"/>
              <a:t>Explain multidisciplinary nature of modeling as a process</a:t>
            </a:r>
            <a:endParaRPr sz="1300"/>
          </a:p>
        </p:txBody>
      </p:sp>
      <p:sp>
        <p:nvSpPr>
          <p:cNvPr id="1256" name="Google Shape;1256;g3455e453fcd_0_41:notes"/>
          <p:cNvSpPr txBox="1">
            <a:spLocks noGrp="1"/>
          </p:cNvSpPr>
          <p:nvPr>
            <p:ph type="sldNum" idx="12"/>
          </p:nvPr>
        </p:nvSpPr>
        <p:spPr>
          <a:xfrm>
            <a:off x="3884613" y="8685213"/>
            <a:ext cx="2971800" cy="458700"/>
          </a:xfrm>
          <a:prstGeom prst="rect">
            <a:avLst/>
          </a:prstGeom>
          <a:noFill/>
          <a:ln>
            <a:noFill/>
          </a:ln>
        </p:spPr>
        <p:txBody>
          <a:bodyPr spcFirstLastPara="1" wrap="square" lIns="91550" tIns="91550" rIns="91550" bIns="915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t>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3455e453fcd_0_6:notes"/>
          <p:cNvSpPr txBox="1">
            <a:spLocks noGrp="1"/>
          </p:cNvSpPr>
          <p:nvPr>
            <p:ph type="body" idx="1"/>
          </p:nvPr>
        </p:nvSpPr>
        <p:spPr>
          <a:xfrm>
            <a:off x="914401" y="4343406"/>
            <a:ext cx="5029200" cy="41148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274" name="Google Shape;1274;g3455e453fcd_0_6: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374d146d61c_1_595: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280" name="Google Shape;1280;g374d146d61c_1_595: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281" name="Google Shape;1281;g374d146d61c_1_595: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g374d146d61c_1_621: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304" name="Google Shape;1304;g374d146d61c_1_621: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305" name="Google Shape;1305;g374d146d61c_1_621: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374d146d61c_1_642: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329" name="Google Shape;1329;g374d146d61c_1_642: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330" name="Google Shape;1330;g374d146d61c_1_642: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374d146d61c_1_663: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355" name="Google Shape;1355;g374d146d61c_1_663: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356" name="Google Shape;1356;g374d146d61c_1_663: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374d146d61c_1_684: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381" name="Google Shape;1381;g374d146d61c_1_684: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382" name="Google Shape;1382;g374d146d61c_1_684: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g3758c4d2256_2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409" name="Google Shape;1409;g3758c4d2256_2_9: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410" name="Google Shape;1410;g3758c4d2256_2_9: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p:cNvGrpSpPr/>
        <p:nvPr/>
      </p:nvGrpSpPr>
      <p:grpSpPr>
        <a:xfrm>
          <a:off x="0" y="0"/>
          <a:ext cx="0" cy="0"/>
          <a:chOff x="0" y="0"/>
          <a:chExt cx="0" cy="0"/>
        </a:xfrm>
      </p:grpSpPr>
      <p:sp>
        <p:nvSpPr>
          <p:cNvPr id="1458" name="Google Shape;1458;g374d146d61c_1_722: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459" name="Google Shape;1459;g374d146d61c_1_722: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460" name="Google Shape;1460;g374d146d61c_1_722: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2"/>
        <p:cNvGrpSpPr/>
        <p:nvPr/>
      </p:nvGrpSpPr>
      <p:grpSpPr>
        <a:xfrm>
          <a:off x="0" y="0"/>
          <a:ext cx="0" cy="0"/>
          <a:chOff x="0" y="0"/>
          <a:chExt cx="0" cy="0"/>
        </a:xfrm>
      </p:grpSpPr>
      <p:sp>
        <p:nvSpPr>
          <p:cNvPr id="1483" name="Google Shape;1483;g374d146d61c_1_743: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484" name="Google Shape;1484;g374d146d61c_1_743: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485" name="Google Shape;1485;g374d146d61c_1_743: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g374d146d61c_1_764: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510" name="Google Shape;1510;g374d146d61c_1_764: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511" name="Google Shape;1511;g374d146d61c_1_764: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5"/>
        <p:cNvGrpSpPr/>
        <p:nvPr/>
      </p:nvGrpSpPr>
      <p:grpSpPr>
        <a:xfrm>
          <a:off x="0" y="0"/>
          <a:ext cx="0" cy="0"/>
          <a:chOff x="0" y="0"/>
          <a:chExt cx="0" cy="0"/>
        </a:xfrm>
      </p:grpSpPr>
      <p:sp>
        <p:nvSpPr>
          <p:cNvPr id="1536" name="Google Shape;1536;g374d146d61c_1_785: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537" name="Google Shape;1537;g374d146d61c_1_785: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538" name="Google Shape;1538;g374d146d61c_1_785: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g374d146d61c_1_806: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564" name="Google Shape;1564;g374d146d61c_1_806: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565" name="Google Shape;1565;g374d146d61c_1_806: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1"/>
        <p:cNvGrpSpPr/>
        <p:nvPr/>
      </p:nvGrpSpPr>
      <p:grpSpPr>
        <a:xfrm>
          <a:off x="0" y="0"/>
          <a:ext cx="0" cy="0"/>
          <a:chOff x="0" y="0"/>
          <a:chExt cx="0" cy="0"/>
        </a:xfrm>
      </p:grpSpPr>
      <p:sp>
        <p:nvSpPr>
          <p:cNvPr id="1592" name="Google Shape;1592;g3455e453fcd_0_12:notes"/>
          <p:cNvSpPr txBox="1">
            <a:spLocks noGrp="1"/>
          </p:cNvSpPr>
          <p:nvPr>
            <p:ph type="body" idx="1"/>
          </p:nvPr>
        </p:nvSpPr>
        <p:spPr>
          <a:xfrm>
            <a:off x="914401" y="4343406"/>
            <a:ext cx="5029200" cy="41148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593" name="Google Shape;1593;g3455e453fcd_0_12: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374d146d61c_1_896: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599" name="Google Shape;1599;g374d146d61c_1_896: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600" name="Google Shape;1600;g374d146d61c_1_896: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1"/>
        <p:cNvGrpSpPr/>
        <p:nvPr/>
      </p:nvGrpSpPr>
      <p:grpSpPr>
        <a:xfrm>
          <a:off x="0" y="0"/>
          <a:ext cx="0" cy="0"/>
          <a:chOff x="0" y="0"/>
          <a:chExt cx="0" cy="0"/>
        </a:xfrm>
      </p:grpSpPr>
      <p:sp>
        <p:nvSpPr>
          <p:cNvPr id="1622" name="Google Shape;1622;g374d146d61c_1_916: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623" name="Google Shape;1623;g374d146d61c_1_916: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624" name="Google Shape;1624;g374d146d61c_1_916: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9"/>
        <p:cNvGrpSpPr/>
        <p:nvPr/>
      </p:nvGrpSpPr>
      <p:grpSpPr>
        <a:xfrm>
          <a:off x="0" y="0"/>
          <a:ext cx="0" cy="0"/>
          <a:chOff x="0" y="0"/>
          <a:chExt cx="0" cy="0"/>
        </a:xfrm>
      </p:grpSpPr>
      <p:sp>
        <p:nvSpPr>
          <p:cNvPr id="1650" name="Google Shape;1650;g374d146d61c_1_939: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651" name="Google Shape;1651;g374d146d61c_1_939: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652" name="Google Shape;1652;g374d146d61c_1_939: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3758c4d2256_2_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686" name="Google Shape;1686;g3758c4d2256_2_122: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687" name="Google Shape;1687;g3758c4d2256_2_122: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g3758c4d2256_2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709" name="Google Shape;1709;g3758c4d2256_2_144: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710" name="Google Shape;1710;g3758c4d2256_2_144: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g3758c4d2256_2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735" name="Google Shape;1735;g3758c4d2256_2_169: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736" name="Google Shape;1736;g3758c4d2256_2_169: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g374d146d61c_1_971: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766" name="Google Shape;1766;g374d146d61c_1_971: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767" name="Google Shape;1767;g374d146d61c_1_971: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9"/>
        <p:cNvGrpSpPr/>
        <p:nvPr/>
      </p:nvGrpSpPr>
      <p:grpSpPr>
        <a:xfrm>
          <a:off x="0" y="0"/>
          <a:ext cx="0" cy="0"/>
          <a:chOff x="0" y="0"/>
          <a:chExt cx="0" cy="0"/>
        </a:xfrm>
      </p:grpSpPr>
      <p:sp>
        <p:nvSpPr>
          <p:cNvPr id="1790" name="Google Shape;1790;g374d146d61c_1_993: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791" name="Google Shape;1791;g374d146d61c_1_993: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792" name="Google Shape;1792;g374d146d61c_1_993: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374d146d61c_1_1007: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808" name="Google Shape;1808;g374d146d61c_1_1007: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809" name="Google Shape;1809;g374d146d61c_1_1007: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6"/>
        <p:cNvGrpSpPr/>
        <p:nvPr/>
      </p:nvGrpSpPr>
      <p:grpSpPr>
        <a:xfrm>
          <a:off x="0" y="0"/>
          <a:ext cx="0" cy="0"/>
          <a:chOff x="0" y="0"/>
          <a:chExt cx="0" cy="0"/>
        </a:xfrm>
      </p:grpSpPr>
      <p:sp>
        <p:nvSpPr>
          <p:cNvPr id="1827" name="Google Shape;1827;g3758c4d2256_2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828" name="Google Shape;1828;g3758c4d2256_2_100: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829" name="Google Shape;1829;g3758c4d2256_2_100: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7"/>
        <p:cNvGrpSpPr/>
        <p:nvPr/>
      </p:nvGrpSpPr>
      <p:grpSpPr>
        <a:xfrm>
          <a:off x="0" y="0"/>
          <a:ext cx="0" cy="0"/>
          <a:chOff x="0" y="0"/>
          <a:chExt cx="0" cy="0"/>
        </a:xfrm>
      </p:grpSpPr>
      <p:sp>
        <p:nvSpPr>
          <p:cNvPr id="1848" name="Google Shape;1848;g3758c4d2256_2_61:notes"/>
          <p:cNvSpPr txBox="1">
            <a:spLocks noGrp="1"/>
          </p:cNvSpPr>
          <p:nvPr>
            <p:ph type="body" idx="1"/>
          </p:nvPr>
        </p:nvSpPr>
        <p:spPr>
          <a:xfrm>
            <a:off x="914401" y="4343406"/>
            <a:ext cx="5029200" cy="41148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849" name="Google Shape;1849;g3758c4d2256_2_61: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g374d146d61c_1_1041:notes"/>
          <p:cNvSpPr txBox="1">
            <a:spLocks noGrp="1"/>
          </p:cNvSpPr>
          <p:nvPr>
            <p:ph type="body" idx="1"/>
          </p:nvPr>
        </p:nvSpPr>
        <p:spPr>
          <a:xfrm>
            <a:off x="914401" y="4343406"/>
            <a:ext cx="5029245" cy="4114827"/>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864" name="Google Shape;1864;g374d146d61c_1_1041:notes"/>
          <p:cNvSpPr>
            <a:spLocks noGrp="1" noRot="1" noChangeAspect="1"/>
          </p:cNvSpPr>
          <p:nvPr>
            <p:ph type="sldImg" idx="2"/>
          </p:nvPr>
        </p:nvSpPr>
        <p:spPr>
          <a:xfrm>
            <a:off x="134952" y="686475"/>
            <a:ext cx="6588097" cy="3428129"/>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g374d146d61c_1_1055:notes"/>
          <p:cNvSpPr txBox="1">
            <a:spLocks noGrp="1"/>
          </p:cNvSpPr>
          <p:nvPr>
            <p:ph type="body" idx="1"/>
          </p:nvPr>
        </p:nvSpPr>
        <p:spPr>
          <a:xfrm>
            <a:off x="914401" y="4343406"/>
            <a:ext cx="5029245" cy="4114827"/>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881" name="Google Shape;1881;g374d146d61c_1_1055:notes"/>
          <p:cNvSpPr>
            <a:spLocks noGrp="1" noRot="1" noChangeAspect="1"/>
          </p:cNvSpPr>
          <p:nvPr>
            <p:ph type="sldImg" idx="2"/>
          </p:nvPr>
        </p:nvSpPr>
        <p:spPr>
          <a:xfrm>
            <a:off x="134952" y="686475"/>
            <a:ext cx="6588097" cy="3428129"/>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4"/>
        <p:cNvGrpSpPr/>
        <p:nvPr/>
      </p:nvGrpSpPr>
      <p:grpSpPr>
        <a:xfrm>
          <a:off x="0" y="0"/>
          <a:ext cx="0" cy="0"/>
          <a:chOff x="0" y="0"/>
          <a:chExt cx="0" cy="0"/>
        </a:xfrm>
      </p:grpSpPr>
      <p:sp>
        <p:nvSpPr>
          <p:cNvPr id="1895" name="Google Shape;1895;g374d146d61c_1_1067:notes"/>
          <p:cNvSpPr txBox="1">
            <a:spLocks noGrp="1"/>
          </p:cNvSpPr>
          <p:nvPr>
            <p:ph type="body" idx="1"/>
          </p:nvPr>
        </p:nvSpPr>
        <p:spPr>
          <a:xfrm>
            <a:off x="914401" y="4343406"/>
            <a:ext cx="5029245" cy="4114827"/>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896" name="Google Shape;1896;g374d146d61c_1_1067:notes"/>
          <p:cNvSpPr>
            <a:spLocks noGrp="1" noRot="1" noChangeAspect="1"/>
          </p:cNvSpPr>
          <p:nvPr>
            <p:ph type="sldImg" idx="2"/>
          </p:nvPr>
        </p:nvSpPr>
        <p:spPr>
          <a:xfrm>
            <a:off x="134952" y="686475"/>
            <a:ext cx="6588097" cy="3428129"/>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8"/>
        <p:cNvGrpSpPr/>
        <p:nvPr/>
      </p:nvGrpSpPr>
      <p:grpSpPr>
        <a:xfrm>
          <a:off x="0" y="0"/>
          <a:ext cx="0" cy="0"/>
          <a:chOff x="0" y="0"/>
          <a:chExt cx="0" cy="0"/>
        </a:xfrm>
      </p:grpSpPr>
      <p:sp>
        <p:nvSpPr>
          <p:cNvPr id="1909" name="Google Shape;1909;g364807759a2_1_0:notes"/>
          <p:cNvSpPr txBox="1">
            <a:spLocks noGrp="1"/>
          </p:cNvSpPr>
          <p:nvPr>
            <p:ph type="body" idx="1"/>
          </p:nvPr>
        </p:nvSpPr>
        <p:spPr>
          <a:xfrm>
            <a:off x="914401" y="4343406"/>
            <a:ext cx="5029200" cy="41148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910" name="Google Shape;1910;g364807759a2_1_0: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g364807759a2_1_7:notes"/>
          <p:cNvSpPr txBox="1">
            <a:spLocks noGrp="1"/>
          </p:cNvSpPr>
          <p:nvPr>
            <p:ph type="body" idx="1"/>
          </p:nvPr>
        </p:nvSpPr>
        <p:spPr>
          <a:xfrm>
            <a:off x="914401" y="4343406"/>
            <a:ext cx="5029200" cy="41148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918" name="Google Shape;1918;g364807759a2_1_7: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4"/>
        <p:cNvGrpSpPr/>
        <p:nvPr/>
      </p:nvGrpSpPr>
      <p:grpSpPr>
        <a:xfrm>
          <a:off x="0" y="0"/>
          <a:ext cx="0" cy="0"/>
          <a:chOff x="0" y="0"/>
          <a:chExt cx="0" cy="0"/>
        </a:xfrm>
      </p:grpSpPr>
      <p:sp>
        <p:nvSpPr>
          <p:cNvPr id="1925" name="Google Shape;1925;g3455e453fcd_0_18:notes"/>
          <p:cNvSpPr txBox="1">
            <a:spLocks noGrp="1"/>
          </p:cNvSpPr>
          <p:nvPr>
            <p:ph type="body" idx="1"/>
          </p:nvPr>
        </p:nvSpPr>
        <p:spPr>
          <a:xfrm>
            <a:off x="914401" y="4343406"/>
            <a:ext cx="5029200" cy="4114800"/>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1926" name="Google Shape;1926;g3455e453fcd_0_18: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g374d146d61c_1_10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931" name="Google Shape;1931;g374d146d61c_1_1078: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932" name="Google Shape;1932;g374d146d61c_1_1078: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37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9"/>
        <p:cNvGrpSpPr/>
        <p:nvPr/>
      </p:nvGrpSpPr>
      <p:grpSpPr>
        <a:xfrm>
          <a:off x="0" y="0"/>
          <a:ext cx="0" cy="0"/>
          <a:chOff x="0" y="0"/>
          <a:chExt cx="0" cy="0"/>
        </a:xfrm>
      </p:grpSpPr>
      <p:sp>
        <p:nvSpPr>
          <p:cNvPr id="1940" name="Google Shape;1940;g36474c6d470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941" name="Google Shape;1941;g36474c6d470_4_0: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942" name="Google Shape;1942;g36474c6d470_4_0: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38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3"/>
        <p:cNvGrpSpPr/>
        <p:nvPr/>
      </p:nvGrpSpPr>
      <p:grpSpPr>
        <a:xfrm>
          <a:off x="0" y="0"/>
          <a:ext cx="0" cy="0"/>
          <a:chOff x="0" y="0"/>
          <a:chExt cx="0" cy="0"/>
        </a:xfrm>
      </p:grpSpPr>
      <p:sp>
        <p:nvSpPr>
          <p:cNvPr id="1964" name="Google Shape;1964;g374d146d61c_1_10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1965" name="Google Shape;1965;g374d146d61c_1_1085: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1966" name="Google Shape;1966;g374d146d61c_1_1085: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39</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3"/>
        <p:cNvGrpSpPr/>
        <p:nvPr/>
      </p:nvGrpSpPr>
      <p:grpSpPr>
        <a:xfrm>
          <a:off x="0" y="0"/>
          <a:ext cx="0" cy="0"/>
          <a:chOff x="0" y="0"/>
          <a:chExt cx="0" cy="0"/>
        </a:xfrm>
      </p:grpSpPr>
      <p:sp>
        <p:nvSpPr>
          <p:cNvPr id="1974" name="Google Shape;1974;g36474c6d470_5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5" name="Google Shape;1975;g36474c6d470_5_26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Possible solution. Treated compartment is separate, hosts will spend some time in treatment before remission will send them back to susceptibles.</a:t>
            </a:r>
            <a:endParaRPr/>
          </a:p>
        </p:txBody>
      </p:sp>
      <p:sp>
        <p:nvSpPr>
          <p:cNvPr id="1976" name="Google Shape;1976;g36474c6d470_5_2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t>40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8"/>
        <p:cNvGrpSpPr/>
        <p:nvPr/>
      </p:nvGrpSpPr>
      <p:grpSpPr>
        <a:xfrm>
          <a:off x="0" y="0"/>
          <a:ext cx="0" cy="0"/>
          <a:chOff x="0" y="0"/>
          <a:chExt cx="0" cy="0"/>
        </a:xfrm>
      </p:grpSpPr>
      <p:sp>
        <p:nvSpPr>
          <p:cNvPr id="2019" name="Google Shape;2019;g374d146d61c_1_1092: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020" name="Google Shape;2020;g374d146d61c_1_1092: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2021" name="Google Shape;2021;g374d146d61c_1_1092: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8"/>
        <p:cNvGrpSpPr/>
        <p:nvPr/>
      </p:nvGrpSpPr>
      <p:grpSpPr>
        <a:xfrm>
          <a:off x="0" y="0"/>
          <a:ext cx="0" cy="0"/>
          <a:chOff x="0" y="0"/>
          <a:chExt cx="0" cy="0"/>
        </a:xfrm>
      </p:grpSpPr>
      <p:sp>
        <p:nvSpPr>
          <p:cNvPr id="2029" name="Google Shape;2029;g374d146d61c_1_1099:notes"/>
          <p:cNvSpPr>
            <a:spLocks noGrp="1" noRot="1" noChangeAspect="1"/>
          </p:cNvSpPr>
          <p:nvPr>
            <p:ph type="sldImg" idx="2"/>
          </p:nvPr>
        </p:nvSpPr>
        <p:spPr>
          <a:xfrm>
            <a:off x="685800" y="1143000"/>
            <a:ext cx="5486265" cy="308612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030" name="Google Shape;2030;g374d146d61c_1_1099:notes"/>
          <p:cNvSpPr txBox="1">
            <a:spLocks noGrp="1"/>
          </p:cNvSpPr>
          <p:nvPr>
            <p:ph type="body" idx="1"/>
          </p:nvPr>
        </p:nvSpPr>
        <p:spPr>
          <a:xfrm>
            <a:off x="685800" y="4400550"/>
            <a:ext cx="5486265" cy="3600473"/>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2031" name="Google Shape;2031;g374d146d61c_1_1099:notes"/>
          <p:cNvSpPr txBox="1">
            <a:spLocks noGrp="1"/>
          </p:cNvSpPr>
          <p:nvPr>
            <p:ph type="sldNum" idx="12"/>
          </p:nvPr>
        </p:nvSpPr>
        <p:spPr>
          <a:xfrm>
            <a:off x="3884613" y="8685213"/>
            <a:ext cx="2971932" cy="458603"/>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8"/>
        <p:cNvGrpSpPr/>
        <p:nvPr/>
      </p:nvGrpSpPr>
      <p:grpSpPr>
        <a:xfrm>
          <a:off x="0" y="0"/>
          <a:ext cx="0" cy="0"/>
          <a:chOff x="0" y="0"/>
          <a:chExt cx="0" cy="0"/>
        </a:xfrm>
      </p:grpSpPr>
      <p:sp>
        <p:nvSpPr>
          <p:cNvPr id="2039" name="Google Shape;2039;g3455e453fcd_0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040" name="Google Shape;2040;g3455e453fcd_0_265: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2041" name="Google Shape;2041;g3455e453fcd_0_265: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8"/>
        <p:cNvGrpSpPr/>
        <p:nvPr/>
      </p:nvGrpSpPr>
      <p:grpSpPr>
        <a:xfrm>
          <a:off x="0" y="0"/>
          <a:ext cx="0" cy="0"/>
          <a:chOff x="0" y="0"/>
          <a:chExt cx="0" cy="0"/>
        </a:xfrm>
      </p:grpSpPr>
      <p:sp>
        <p:nvSpPr>
          <p:cNvPr id="2049" name="Google Shape;2049;g36474c6d470_5_5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3500" cap="flat" cmpd="sng">
            <a:solidFill>
              <a:srgbClr val="000000"/>
            </a:solidFill>
            <a:prstDash val="solid"/>
            <a:round/>
            <a:headEnd type="none" w="sm" len="sm"/>
            <a:tailEnd type="none" w="sm" len="sm"/>
          </a:ln>
        </p:spPr>
      </p:sp>
      <p:sp>
        <p:nvSpPr>
          <p:cNvPr id="2050" name="Google Shape;2050;g36474c6d470_5_573:notes"/>
          <p:cNvSpPr txBox="1">
            <a:spLocks noGrp="1"/>
          </p:cNvSpPr>
          <p:nvPr>
            <p:ph type="body" idx="1"/>
          </p:nvPr>
        </p:nvSpPr>
        <p:spPr>
          <a:xfrm>
            <a:off x="685800" y="4400550"/>
            <a:ext cx="5486400" cy="3600600"/>
          </a:xfrm>
          <a:prstGeom prst="rect">
            <a:avLst/>
          </a:prstGeom>
          <a:noFill/>
          <a:ln>
            <a:noFill/>
          </a:ln>
        </p:spPr>
        <p:txBody>
          <a:bodyPr spcFirstLastPara="1" wrap="square" lIns="91550" tIns="45775" rIns="91550" bIns="45775" anchor="t" anchorCtr="0">
            <a:noAutofit/>
          </a:bodyPr>
          <a:lstStyle/>
          <a:p>
            <a:pPr marL="0" lvl="0" indent="0" algn="l" rtl="0">
              <a:lnSpc>
                <a:spcPct val="100000"/>
              </a:lnSpc>
              <a:spcBef>
                <a:spcPts val="0"/>
              </a:spcBef>
              <a:spcAft>
                <a:spcPts val="0"/>
              </a:spcAft>
              <a:buSzPts val="1400"/>
              <a:buNone/>
            </a:pPr>
            <a:endParaRPr sz="1300"/>
          </a:p>
        </p:txBody>
      </p:sp>
      <p:sp>
        <p:nvSpPr>
          <p:cNvPr id="2051" name="Google Shape;2051;g36474c6d470_5_573:notes"/>
          <p:cNvSpPr txBox="1">
            <a:spLocks noGrp="1"/>
          </p:cNvSpPr>
          <p:nvPr>
            <p:ph type="sldNum" idx="12"/>
          </p:nvPr>
        </p:nvSpPr>
        <p:spPr>
          <a:xfrm>
            <a:off x="3884613" y="8685213"/>
            <a:ext cx="2971800" cy="458700"/>
          </a:xfrm>
          <a:prstGeom prst="rect">
            <a:avLst/>
          </a:prstGeom>
          <a:noFill/>
          <a:ln>
            <a:noFill/>
          </a:ln>
        </p:spPr>
        <p:txBody>
          <a:bodyPr spcFirstLastPara="1" wrap="square" lIns="91550" tIns="45775" rIns="91550" bIns="45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3"/>
        <p:cNvGrpSpPr/>
        <p:nvPr/>
      </p:nvGrpSpPr>
      <p:grpSpPr>
        <a:xfrm>
          <a:off x="0" y="0"/>
          <a:ext cx="0" cy="0"/>
          <a:chOff x="0" y="0"/>
          <a:chExt cx="0" cy="0"/>
        </a:xfrm>
      </p:grpSpPr>
      <p:sp>
        <p:nvSpPr>
          <p:cNvPr id="2084" name="Google Shape;2084;g36474c6d470_4_387:notes"/>
          <p:cNvSpPr txBox="1">
            <a:spLocks noGrp="1"/>
          </p:cNvSpPr>
          <p:nvPr>
            <p:ph type="body" idx="1"/>
          </p:nvPr>
        </p:nvSpPr>
        <p:spPr>
          <a:xfrm>
            <a:off x="914401" y="4343406"/>
            <a:ext cx="5029200" cy="4114800"/>
          </a:xfrm>
          <a:prstGeom prst="rect">
            <a:avLst/>
          </a:prstGeom>
          <a:noFill/>
          <a:ln>
            <a:noFill/>
          </a:ln>
        </p:spPr>
        <p:txBody>
          <a:bodyPr spcFirstLastPara="1" wrap="square" lIns="89225" tIns="44625" rIns="89225" bIns="44625" anchor="t" anchorCtr="0">
            <a:noAutofit/>
          </a:bodyPr>
          <a:lstStyle/>
          <a:p>
            <a:pPr marL="0" lvl="0" indent="0" algn="l" rtl="0">
              <a:lnSpc>
                <a:spcPct val="117999"/>
              </a:lnSpc>
              <a:spcBef>
                <a:spcPts val="0"/>
              </a:spcBef>
              <a:spcAft>
                <a:spcPts val="0"/>
              </a:spcAft>
              <a:buSzPts val="1300"/>
              <a:buFont typeface="Arial"/>
              <a:buNone/>
            </a:pPr>
            <a:endParaRPr/>
          </a:p>
        </p:txBody>
      </p:sp>
      <p:sp>
        <p:nvSpPr>
          <p:cNvPr id="2085" name="Google Shape;2085;g36474c6d470_4_387:notes"/>
          <p:cNvSpPr>
            <a:spLocks noGrp="1" noRot="1" noChangeAspect="1"/>
          </p:cNvSpPr>
          <p:nvPr>
            <p:ph type="sldImg" idx="2"/>
          </p:nvPr>
        </p:nvSpPr>
        <p:spPr>
          <a:xfrm>
            <a:off x="134952" y="686475"/>
            <a:ext cx="6588000" cy="3428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
  <p:cSld name="Cover">
    <p:bg>
      <p:bgPr>
        <a:solidFill>
          <a:srgbClr val="CFE2F3"/>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body" idx="1"/>
          </p:nvPr>
        </p:nvSpPr>
        <p:spPr>
          <a:xfrm>
            <a:off x="5186289" y="3621023"/>
            <a:ext cx="5935600" cy="1166400"/>
          </a:xfrm>
          <a:prstGeom prst="rect">
            <a:avLst/>
          </a:prstGeom>
          <a:noFill/>
          <a:ln>
            <a:noFill/>
          </a:ln>
        </p:spPr>
        <p:txBody>
          <a:bodyPr spcFirstLastPara="1" wrap="square" lIns="0" tIns="34275" rIns="68575" bIns="34275" anchor="b" anchorCtr="0">
            <a:noAutofit/>
          </a:bodyPr>
          <a:lstStyle>
            <a:lvl1pPr marL="609585" lvl="0" indent="-304792" algn="l">
              <a:lnSpc>
                <a:spcPct val="100000"/>
              </a:lnSpc>
              <a:spcBef>
                <a:spcPts val="400"/>
              </a:spcBef>
              <a:spcAft>
                <a:spcPts val="0"/>
              </a:spcAft>
              <a:buSzPts val="3500"/>
              <a:buNone/>
              <a:defRPr sz="3733">
                <a:solidFill>
                  <a:schemeClr val="accent3"/>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 name="Google Shape;16;p2"/>
          <p:cNvSpPr txBox="1">
            <a:spLocks noGrp="1"/>
          </p:cNvSpPr>
          <p:nvPr>
            <p:ph type="body" idx="2"/>
          </p:nvPr>
        </p:nvSpPr>
        <p:spPr>
          <a:xfrm>
            <a:off x="5186292" y="5443833"/>
            <a:ext cx="5935600" cy="383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000"/>
              <a:buNone/>
              <a:defRPr sz="2133"/>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pic>
        <p:nvPicPr>
          <p:cNvPr id="17" name="Google Shape;17;p2"/>
          <p:cNvPicPr preferRelativeResize="0"/>
          <p:nvPr/>
        </p:nvPicPr>
        <p:blipFill rotWithShape="1">
          <a:blip r:embed="rId2">
            <a:alphaModFix/>
          </a:blip>
          <a:srcRect b="52284"/>
          <a:stretch/>
        </p:blipFill>
        <p:spPr>
          <a:xfrm>
            <a:off x="5203088" y="2168490"/>
            <a:ext cx="4134489" cy="1142057"/>
          </a:xfrm>
          <a:prstGeom prst="rect">
            <a:avLst/>
          </a:prstGeom>
          <a:noFill/>
          <a:ln>
            <a:noFill/>
          </a:ln>
        </p:spPr>
      </p:pic>
      <p:pic>
        <p:nvPicPr>
          <p:cNvPr id="18" name="Google Shape;18;p2"/>
          <p:cNvPicPr preferRelativeResize="0"/>
          <p:nvPr/>
        </p:nvPicPr>
        <p:blipFill rotWithShape="1">
          <a:blip r:embed="rId3">
            <a:alphaModFix/>
          </a:blip>
          <a:srcRect l="38524" t="1212" b="236"/>
          <a:stretch/>
        </p:blipFill>
        <p:spPr>
          <a:xfrm>
            <a:off x="1" y="1"/>
            <a:ext cx="4215436" cy="6858001"/>
          </a:xfrm>
          <a:prstGeom prst="rect">
            <a:avLst/>
          </a:prstGeom>
          <a:noFill/>
          <a:ln>
            <a:noFill/>
          </a:ln>
        </p:spPr>
      </p:pic>
      <p:sp>
        <p:nvSpPr>
          <p:cNvPr id="19" name="Google Shape;19;p2"/>
          <p:cNvSpPr txBox="1">
            <a:spLocks noGrp="1"/>
          </p:cNvSpPr>
          <p:nvPr>
            <p:ph type="body" idx="3"/>
          </p:nvPr>
        </p:nvSpPr>
        <p:spPr>
          <a:xfrm>
            <a:off x="5186289" y="4921157"/>
            <a:ext cx="5935600" cy="466800"/>
          </a:xfrm>
          <a:prstGeom prst="rect">
            <a:avLst/>
          </a:prstGeom>
          <a:noFill/>
          <a:ln>
            <a:noFill/>
          </a:ln>
        </p:spPr>
        <p:txBody>
          <a:bodyPr spcFirstLastPara="1" wrap="square" lIns="0" tIns="34275" rIns="68575" bIns="34275" anchor="t" anchorCtr="0">
            <a:noAutofit/>
          </a:bodyPr>
          <a:lstStyle>
            <a:lvl1pPr marL="609585" lvl="0" indent="-304792" algn="l">
              <a:lnSpc>
                <a:spcPct val="93000"/>
              </a:lnSpc>
              <a:spcBef>
                <a:spcPts val="400"/>
              </a:spcBef>
              <a:spcAft>
                <a:spcPts val="0"/>
              </a:spcAft>
              <a:buSzPts val="2500"/>
              <a:buNone/>
              <a:defRPr sz="2667">
                <a:solidFill>
                  <a:schemeClr val="accent2"/>
                </a:solidFill>
                <a:latin typeface="Arial"/>
                <a:ea typeface="Arial"/>
                <a:cs typeface="Arial"/>
                <a:sym typeface="Aria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515217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20"/>
        <p:cNvGrpSpPr/>
        <p:nvPr/>
      </p:nvGrpSpPr>
      <p:grpSpPr>
        <a:xfrm>
          <a:off x="0" y="0"/>
          <a:ext cx="0" cy="0"/>
          <a:chOff x="0" y="0"/>
          <a:chExt cx="0" cy="0"/>
        </a:xfrm>
      </p:grpSpPr>
      <p:sp>
        <p:nvSpPr>
          <p:cNvPr id="21" name="Google Shape;21;p3"/>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22" name="Google Shape;22;p3"/>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3"/>
          <p:cNvSpPr txBox="1">
            <a:spLocks noGrp="1"/>
          </p:cNvSpPr>
          <p:nvPr>
            <p:ph type="body" idx="1"/>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4" name="Google Shape;24;p3"/>
          <p:cNvSpPr txBox="1">
            <a:spLocks noGrp="1"/>
          </p:cNvSpPr>
          <p:nvPr>
            <p:ph type="body" idx="2"/>
          </p:nvPr>
        </p:nvSpPr>
        <p:spPr>
          <a:xfrm>
            <a:off x="666751" y="1762064"/>
            <a:ext cx="10850000" cy="4399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5" name="Google Shape;25;p3"/>
          <p:cNvSpPr txBox="1">
            <a:spLocks noGrp="1"/>
          </p:cNvSpPr>
          <p:nvPr>
            <p:ph type="body" idx="3"/>
          </p:nvPr>
        </p:nvSpPr>
        <p:spPr>
          <a:xfrm>
            <a:off x="666751" y="1220755"/>
            <a:ext cx="10850000" cy="431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Font typeface="Arial"/>
              <a:buNone/>
              <a:defRPr sz="2400" b="1">
                <a:solidFill>
                  <a:schemeClr val="accen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544205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vider 1">
  <p:cSld name="Divider 1">
    <p:bg>
      <p:bgPr>
        <a:solidFill>
          <a:srgbClr val="CFE2F3"/>
        </a:solidFill>
        <a:effectLst/>
      </p:bgPr>
    </p:bg>
    <p:spTree>
      <p:nvGrpSpPr>
        <p:cNvPr id="1" name="Shape 26"/>
        <p:cNvGrpSpPr/>
        <p:nvPr/>
      </p:nvGrpSpPr>
      <p:grpSpPr>
        <a:xfrm>
          <a:off x="0" y="0"/>
          <a:ext cx="0" cy="0"/>
          <a:chOff x="0" y="0"/>
          <a:chExt cx="0" cy="0"/>
        </a:xfrm>
      </p:grpSpPr>
      <p:grpSp>
        <p:nvGrpSpPr>
          <p:cNvPr id="27" name="Google Shape;27;p4"/>
          <p:cNvGrpSpPr/>
          <p:nvPr/>
        </p:nvGrpSpPr>
        <p:grpSpPr>
          <a:xfrm>
            <a:off x="2" y="-2"/>
            <a:ext cx="12188116" cy="6874571"/>
            <a:chOff x="0" y="-1"/>
            <a:chExt cx="9141087" cy="5155928"/>
          </a:xfrm>
        </p:grpSpPr>
        <p:sp>
          <p:nvSpPr>
            <p:cNvPr id="28" name="Google Shape;28;p4"/>
            <p:cNvSpPr/>
            <p:nvPr/>
          </p:nvSpPr>
          <p:spPr>
            <a:xfrm>
              <a:off x="0" y="0"/>
              <a:ext cx="2348678" cy="3502791"/>
            </a:xfrm>
            <a:custGeom>
              <a:avLst/>
              <a:gdLst/>
              <a:ahLst/>
              <a:cxnLst/>
              <a:rect l="l" t="t" r="r" b="b"/>
              <a:pathLst>
                <a:path w="2348678" h="3502791" extrusionOk="0">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29" name="Google Shape;29;p4"/>
            <p:cNvSpPr/>
            <p:nvPr/>
          </p:nvSpPr>
          <p:spPr>
            <a:xfrm>
              <a:off x="0" y="-1"/>
              <a:ext cx="9141087" cy="5155928"/>
            </a:xfrm>
            <a:custGeom>
              <a:avLst/>
              <a:gdLst/>
              <a:ahLst/>
              <a:cxnLst/>
              <a:rect l="l" t="t" r="r" b="b"/>
              <a:pathLst>
                <a:path w="9141087" h="5155928" extrusionOk="0">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30" name="Google Shape;30;p4"/>
            <p:cNvSpPr/>
            <p:nvPr/>
          </p:nvSpPr>
          <p:spPr>
            <a:xfrm>
              <a:off x="0" y="3174823"/>
              <a:ext cx="1677049" cy="1665275"/>
            </a:xfrm>
            <a:custGeom>
              <a:avLst/>
              <a:gdLst/>
              <a:ahLst/>
              <a:cxnLst/>
              <a:rect l="l" t="t" r="r" b="b"/>
              <a:pathLst>
                <a:path w="1677049" h="1665275" extrusionOk="0">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31" name="Google Shape;31;p4"/>
            <p:cNvSpPr/>
            <p:nvPr/>
          </p:nvSpPr>
          <p:spPr>
            <a:xfrm>
              <a:off x="2376848" y="3253687"/>
              <a:ext cx="343930" cy="361770"/>
            </a:xfrm>
            <a:custGeom>
              <a:avLst/>
              <a:gdLst/>
              <a:ahLst/>
              <a:cxnLst/>
              <a:rect l="l" t="t" r="r" b="b"/>
              <a:pathLst>
                <a:path w="343930" h="361770" extrusionOk="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grpSp>
      <p:sp>
        <p:nvSpPr>
          <p:cNvPr id="32" name="Google Shape;32;p4"/>
          <p:cNvSpPr txBox="1">
            <a:spLocks noGrp="1"/>
          </p:cNvSpPr>
          <p:nvPr>
            <p:ph type="body" idx="1"/>
          </p:nvPr>
        </p:nvSpPr>
        <p:spPr>
          <a:xfrm>
            <a:off x="5186289" y="3547455"/>
            <a:ext cx="5935600" cy="824000"/>
          </a:xfrm>
          <a:prstGeom prst="rect">
            <a:avLst/>
          </a:prstGeom>
          <a:noFill/>
          <a:ln>
            <a:noFill/>
          </a:ln>
        </p:spPr>
        <p:txBody>
          <a:bodyPr spcFirstLastPara="1" wrap="square" lIns="0" tIns="34275" rIns="68575" bIns="34275" anchor="ctr" anchorCtr="0">
            <a:noAutofit/>
          </a:bodyPr>
          <a:lstStyle>
            <a:lvl1pPr marL="609585" lvl="0" indent="-304792" algn="l">
              <a:lnSpc>
                <a:spcPct val="100000"/>
              </a:lnSpc>
              <a:spcBef>
                <a:spcPts val="400"/>
              </a:spcBef>
              <a:spcAft>
                <a:spcPts val="0"/>
              </a:spcAft>
              <a:buSzPts val="3500"/>
              <a:buNone/>
              <a:defRPr sz="3733">
                <a:solidFill>
                  <a:schemeClr val="l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33" name="Google Shape;33;p4"/>
          <p:cNvSpPr txBox="1">
            <a:spLocks noGrp="1"/>
          </p:cNvSpPr>
          <p:nvPr>
            <p:ph type="body" idx="2"/>
          </p:nvPr>
        </p:nvSpPr>
        <p:spPr>
          <a:xfrm>
            <a:off x="5186292" y="4408275"/>
            <a:ext cx="5935600" cy="383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None/>
              <a:defRPr sz="2400">
                <a:solidFill>
                  <a:schemeClr val="l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pic>
        <p:nvPicPr>
          <p:cNvPr id="34" name="Google Shape;34;p4"/>
          <p:cNvPicPr preferRelativeResize="0"/>
          <p:nvPr/>
        </p:nvPicPr>
        <p:blipFill rotWithShape="1">
          <a:blip r:embed="rId2">
            <a:alphaModFix/>
          </a:blip>
          <a:srcRect b="52284"/>
          <a:stretch/>
        </p:blipFill>
        <p:spPr>
          <a:xfrm>
            <a:off x="5203088" y="2168490"/>
            <a:ext cx="4134489" cy="1142057"/>
          </a:xfrm>
          <a:prstGeom prst="rect">
            <a:avLst/>
          </a:prstGeom>
          <a:noFill/>
          <a:ln>
            <a:noFill/>
          </a:ln>
        </p:spPr>
      </p:pic>
    </p:spTree>
    <p:extLst>
      <p:ext uri="{BB962C8B-B14F-4D97-AF65-F5344CB8AC3E}">
        <p14:creationId xmlns:p14="http://schemas.microsoft.com/office/powerpoint/2010/main" val="475662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426720" y="1463040"/>
            <a:ext cx="11338400" cy="4663600"/>
          </a:xfrm>
          <a:prstGeom prst="rect">
            <a:avLst/>
          </a:prstGeom>
          <a:noFill/>
          <a:ln>
            <a:noFill/>
          </a:ln>
        </p:spPr>
        <p:txBody>
          <a:bodyPr spcFirstLastPara="1" wrap="square" lIns="0" tIns="34275" rIns="68575" bIns="34275" anchor="t" anchorCtr="0">
            <a:noAutofit/>
          </a:bodyPr>
          <a:lstStyle>
            <a:lvl1pPr marL="609585" lvl="0" indent="-448722" algn="l">
              <a:lnSpc>
                <a:spcPct val="100000"/>
              </a:lnSpc>
              <a:spcBef>
                <a:spcPts val="400"/>
              </a:spcBef>
              <a:spcAft>
                <a:spcPts val="0"/>
              </a:spcAft>
              <a:buSzPts val="1700"/>
              <a:buChar char="•"/>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37" name="Google Shape;37;p5"/>
          <p:cNvSpPr txBox="1">
            <a:spLocks noGrp="1"/>
          </p:cNvSpPr>
          <p:nvPr>
            <p:ph type="sldNum" idx="12"/>
          </p:nvPr>
        </p:nvSpPr>
        <p:spPr>
          <a:xfrm>
            <a:off x="10959943" y="6287239"/>
            <a:ext cx="548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38" name="Google Shape;38;p5"/>
          <p:cNvSpPr txBox="1">
            <a:spLocks noGrp="1"/>
          </p:cNvSpPr>
          <p:nvPr>
            <p:ph type="ftr" idx="11"/>
          </p:nvPr>
        </p:nvSpPr>
        <p:spPr>
          <a:xfrm>
            <a:off x="0" y="0"/>
            <a:ext cx="3000000" cy="300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title"/>
          </p:nvPr>
        </p:nvSpPr>
        <p:spPr>
          <a:xfrm>
            <a:off x="675217" y="366185"/>
            <a:ext cx="10850000" cy="7588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3998613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Divider 2">
  <p:cSld name="Divider 2">
    <p:bg>
      <p:bgPr>
        <a:solidFill>
          <a:srgbClr val="CFE2F3"/>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2" y="0"/>
            <a:ext cx="12188116" cy="6874571"/>
            <a:chOff x="0" y="-1"/>
            <a:chExt cx="9141087" cy="5155928"/>
          </a:xfrm>
        </p:grpSpPr>
        <p:sp>
          <p:nvSpPr>
            <p:cNvPr id="42" name="Google Shape;42;p6"/>
            <p:cNvSpPr/>
            <p:nvPr/>
          </p:nvSpPr>
          <p:spPr>
            <a:xfrm>
              <a:off x="0" y="0"/>
              <a:ext cx="2348678" cy="3502791"/>
            </a:xfrm>
            <a:custGeom>
              <a:avLst/>
              <a:gdLst/>
              <a:ahLst/>
              <a:cxnLst/>
              <a:rect l="l" t="t" r="r" b="b"/>
              <a:pathLst>
                <a:path w="2348678" h="3502791" extrusionOk="0">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solidFill>
              <a:srgbClr val="B3D0E1"/>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43" name="Google Shape;43;p6"/>
            <p:cNvSpPr/>
            <p:nvPr/>
          </p:nvSpPr>
          <p:spPr>
            <a:xfrm>
              <a:off x="0" y="-1"/>
              <a:ext cx="9141087" cy="5155928"/>
            </a:xfrm>
            <a:custGeom>
              <a:avLst/>
              <a:gdLst/>
              <a:ahLst/>
              <a:cxnLst/>
              <a:rect l="l" t="t" r="r" b="b"/>
              <a:pathLst>
                <a:path w="9141087" h="5155928" extrusionOk="0">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solidFill>
              <a:srgbClr val="B3D0E1"/>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44" name="Google Shape;44;p6"/>
            <p:cNvSpPr/>
            <p:nvPr/>
          </p:nvSpPr>
          <p:spPr>
            <a:xfrm>
              <a:off x="0" y="3174823"/>
              <a:ext cx="1677049" cy="1665275"/>
            </a:xfrm>
            <a:custGeom>
              <a:avLst/>
              <a:gdLst/>
              <a:ahLst/>
              <a:cxnLst/>
              <a:rect l="l" t="t" r="r" b="b"/>
              <a:pathLst>
                <a:path w="1677049" h="1665275" extrusionOk="0">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solidFill>
              <a:srgbClr val="B3D0E1"/>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45" name="Google Shape;45;p6"/>
            <p:cNvSpPr/>
            <p:nvPr/>
          </p:nvSpPr>
          <p:spPr>
            <a:xfrm>
              <a:off x="2376848" y="3253687"/>
              <a:ext cx="343930" cy="361770"/>
            </a:xfrm>
            <a:custGeom>
              <a:avLst/>
              <a:gdLst/>
              <a:ahLst/>
              <a:cxnLst/>
              <a:rect l="l" t="t" r="r" b="b"/>
              <a:pathLst>
                <a:path w="343930" h="361770" extrusionOk="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solidFill>
              <a:srgbClr val="B3D0E1"/>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grpSp>
      <p:sp>
        <p:nvSpPr>
          <p:cNvPr id="46" name="Google Shape;46;p6"/>
          <p:cNvSpPr txBox="1">
            <a:spLocks noGrp="1"/>
          </p:cNvSpPr>
          <p:nvPr>
            <p:ph type="body" idx="1"/>
          </p:nvPr>
        </p:nvSpPr>
        <p:spPr>
          <a:xfrm>
            <a:off x="5186289" y="3547455"/>
            <a:ext cx="5935600" cy="824000"/>
          </a:xfrm>
          <a:prstGeom prst="rect">
            <a:avLst/>
          </a:prstGeom>
          <a:noFill/>
          <a:ln>
            <a:noFill/>
          </a:ln>
        </p:spPr>
        <p:txBody>
          <a:bodyPr spcFirstLastPara="1" wrap="square" lIns="0" tIns="34275" rIns="68575" bIns="34275" anchor="ctr" anchorCtr="0">
            <a:noAutofit/>
          </a:bodyPr>
          <a:lstStyle>
            <a:lvl1pPr marL="609585" lvl="0" indent="-304792" algn="l">
              <a:lnSpc>
                <a:spcPct val="100000"/>
              </a:lnSpc>
              <a:spcBef>
                <a:spcPts val="400"/>
              </a:spcBef>
              <a:spcAft>
                <a:spcPts val="0"/>
              </a:spcAft>
              <a:buSzPts val="3500"/>
              <a:buNone/>
              <a:defRPr sz="3733">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47" name="Google Shape;47;p6"/>
          <p:cNvSpPr txBox="1">
            <a:spLocks noGrp="1"/>
          </p:cNvSpPr>
          <p:nvPr>
            <p:ph type="body" idx="2"/>
          </p:nvPr>
        </p:nvSpPr>
        <p:spPr>
          <a:xfrm>
            <a:off x="5186292" y="4408275"/>
            <a:ext cx="5935600" cy="383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None/>
              <a:defRPr sz="240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pic>
        <p:nvPicPr>
          <p:cNvPr id="48" name="Google Shape;48;p6"/>
          <p:cNvPicPr preferRelativeResize="0"/>
          <p:nvPr/>
        </p:nvPicPr>
        <p:blipFill rotWithShape="1">
          <a:blip r:embed="rId2">
            <a:alphaModFix/>
          </a:blip>
          <a:srcRect b="52284"/>
          <a:stretch/>
        </p:blipFill>
        <p:spPr>
          <a:xfrm>
            <a:off x="5203088" y="2168490"/>
            <a:ext cx="4134489" cy="1142057"/>
          </a:xfrm>
          <a:prstGeom prst="rect">
            <a:avLst/>
          </a:prstGeom>
          <a:noFill/>
          <a:ln>
            <a:noFill/>
          </a:ln>
        </p:spPr>
      </p:pic>
    </p:spTree>
    <p:extLst>
      <p:ext uri="{BB962C8B-B14F-4D97-AF65-F5344CB8AC3E}">
        <p14:creationId xmlns:p14="http://schemas.microsoft.com/office/powerpoint/2010/main" val="1694228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Divider 3">
  <p:cSld name="Divider 3">
    <p:bg>
      <p:bgPr>
        <a:solidFill>
          <a:srgbClr val="CFE2F3"/>
        </a:solidFill>
        <a:effectLst/>
      </p:bgPr>
    </p:bg>
    <p:spTree>
      <p:nvGrpSpPr>
        <p:cNvPr id="1" name="Shape 49"/>
        <p:cNvGrpSpPr/>
        <p:nvPr/>
      </p:nvGrpSpPr>
      <p:grpSpPr>
        <a:xfrm>
          <a:off x="0" y="0"/>
          <a:ext cx="0" cy="0"/>
          <a:chOff x="0" y="0"/>
          <a:chExt cx="0" cy="0"/>
        </a:xfrm>
      </p:grpSpPr>
      <p:grpSp>
        <p:nvGrpSpPr>
          <p:cNvPr id="50" name="Google Shape;50;p7"/>
          <p:cNvGrpSpPr/>
          <p:nvPr/>
        </p:nvGrpSpPr>
        <p:grpSpPr>
          <a:xfrm>
            <a:off x="2" y="0"/>
            <a:ext cx="12188116" cy="6874571"/>
            <a:chOff x="0" y="-1"/>
            <a:chExt cx="9141087" cy="5155928"/>
          </a:xfrm>
        </p:grpSpPr>
        <p:sp>
          <p:nvSpPr>
            <p:cNvPr id="51" name="Google Shape;51;p7"/>
            <p:cNvSpPr/>
            <p:nvPr/>
          </p:nvSpPr>
          <p:spPr>
            <a:xfrm>
              <a:off x="0" y="0"/>
              <a:ext cx="2348678" cy="3502791"/>
            </a:xfrm>
            <a:custGeom>
              <a:avLst/>
              <a:gdLst/>
              <a:ahLst/>
              <a:cxnLst/>
              <a:rect l="l" t="t" r="r" b="b"/>
              <a:pathLst>
                <a:path w="2348678" h="3502791" extrusionOk="0">
                  <a:moveTo>
                    <a:pt x="0" y="0"/>
                  </a:moveTo>
                  <a:lnTo>
                    <a:pt x="525537" y="0"/>
                  </a:lnTo>
                  <a:lnTo>
                    <a:pt x="477649" y="11761"/>
                  </a:lnTo>
                  <a:cubicBezTo>
                    <a:pt x="337298" y="54090"/>
                    <a:pt x="198160" y="111742"/>
                    <a:pt x="62225" y="183642"/>
                  </a:cubicBezTo>
                  <a:cubicBezTo>
                    <a:pt x="62225" y="183642"/>
                    <a:pt x="58176" y="186913"/>
                    <a:pt x="59890" y="190324"/>
                  </a:cubicBezTo>
                  <a:cubicBezTo>
                    <a:pt x="61604" y="193735"/>
                    <a:pt x="66959" y="192199"/>
                    <a:pt x="66959" y="192199"/>
                  </a:cubicBezTo>
                  <a:cubicBezTo>
                    <a:pt x="514156" y="-7207"/>
                    <a:pt x="986540" y="-35167"/>
                    <a:pt x="1402010" y="154763"/>
                  </a:cubicBezTo>
                  <a:cubicBezTo>
                    <a:pt x="2220361" y="528726"/>
                    <a:pt x="2546084" y="1622623"/>
                    <a:pt x="2229032" y="2734319"/>
                  </a:cubicBezTo>
                  <a:lnTo>
                    <a:pt x="2191499" y="2849202"/>
                  </a:lnTo>
                  <a:lnTo>
                    <a:pt x="2121922" y="2804073"/>
                  </a:lnTo>
                  <a:cubicBezTo>
                    <a:pt x="1801129" y="2602569"/>
                    <a:pt x="1421055" y="2395579"/>
                    <a:pt x="1003565" y="2198977"/>
                  </a:cubicBezTo>
                  <a:cubicBezTo>
                    <a:pt x="1003565" y="2198977"/>
                    <a:pt x="997199" y="2196820"/>
                    <a:pt x="995646" y="2201009"/>
                  </a:cubicBezTo>
                  <a:cubicBezTo>
                    <a:pt x="994090" y="2205199"/>
                    <a:pt x="998896" y="2208929"/>
                    <a:pt x="998896" y="2208929"/>
                  </a:cubicBezTo>
                  <a:cubicBezTo>
                    <a:pt x="1434380" y="2451555"/>
                    <a:pt x="1833684" y="2702502"/>
                    <a:pt x="2137892" y="2923903"/>
                  </a:cubicBezTo>
                  <a:lnTo>
                    <a:pt x="2161363" y="2941446"/>
                  </a:lnTo>
                  <a:lnTo>
                    <a:pt x="2151199" y="2972556"/>
                  </a:lnTo>
                  <a:cubicBezTo>
                    <a:pt x="2121939" y="3051889"/>
                    <a:pt x="2089344" y="3131057"/>
                    <a:pt x="2053361" y="3209803"/>
                  </a:cubicBezTo>
                  <a:cubicBezTo>
                    <a:pt x="2017373" y="3288530"/>
                    <a:pt x="1978850" y="3364970"/>
                    <a:pt x="1938019" y="3438996"/>
                  </a:cubicBezTo>
                  <a:lnTo>
                    <a:pt x="1899637" y="3502791"/>
                  </a:lnTo>
                  <a:lnTo>
                    <a:pt x="1749744" y="3459348"/>
                  </a:lnTo>
                  <a:lnTo>
                    <a:pt x="1608111" y="3415107"/>
                  </a:lnTo>
                  <a:cubicBezTo>
                    <a:pt x="1239845" y="3295233"/>
                    <a:pt x="807151" y="3126085"/>
                    <a:pt x="352814" y="2919107"/>
                  </a:cubicBezTo>
                  <a:cubicBezTo>
                    <a:pt x="277091" y="2884611"/>
                    <a:pt x="202558" y="2849879"/>
                    <a:pt x="129384" y="2815026"/>
                  </a:cubicBezTo>
                  <a:lnTo>
                    <a:pt x="0" y="2752034"/>
                  </a:lnTo>
                  <a:lnTo>
                    <a:pt x="0" y="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52" name="Google Shape;52;p7"/>
            <p:cNvSpPr/>
            <p:nvPr/>
          </p:nvSpPr>
          <p:spPr>
            <a:xfrm>
              <a:off x="0" y="-1"/>
              <a:ext cx="9141087" cy="5155928"/>
            </a:xfrm>
            <a:custGeom>
              <a:avLst/>
              <a:gdLst/>
              <a:ahLst/>
              <a:cxnLst/>
              <a:rect l="l" t="t" r="r" b="b"/>
              <a:pathLst>
                <a:path w="9141087" h="5155928" extrusionOk="0">
                  <a:moveTo>
                    <a:pt x="1526153" y="0"/>
                  </a:moveTo>
                  <a:lnTo>
                    <a:pt x="9141087" y="0"/>
                  </a:lnTo>
                  <a:lnTo>
                    <a:pt x="9141087" y="5154827"/>
                  </a:lnTo>
                  <a:lnTo>
                    <a:pt x="0" y="5154827"/>
                  </a:lnTo>
                  <a:lnTo>
                    <a:pt x="0" y="5146451"/>
                  </a:lnTo>
                  <a:lnTo>
                    <a:pt x="75637" y="5154368"/>
                  </a:lnTo>
                  <a:cubicBezTo>
                    <a:pt x="776345" y="5184094"/>
                    <a:pt x="1521473" y="4787639"/>
                    <a:pt x="2058507" y="4098986"/>
                  </a:cubicBezTo>
                  <a:lnTo>
                    <a:pt x="2157322" y="3961433"/>
                  </a:lnTo>
                  <a:lnTo>
                    <a:pt x="2164242" y="3962746"/>
                  </a:lnTo>
                  <a:lnTo>
                    <a:pt x="2202530" y="3971148"/>
                  </a:lnTo>
                  <a:lnTo>
                    <a:pt x="2280575" y="3984804"/>
                  </a:lnTo>
                  <a:lnTo>
                    <a:pt x="2326734" y="3993557"/>
                  </a:lnTo>
                  <a:lnTo>
                    <a:pt x="2326992" y="3992927"/>
                  </a:lnTo>
                  <a:lnTo>
                    <a:pt x="2387013" y="4003429"/>
                  </a:lnTo>
                  <a:cubicBezTo>
                    <a:pt x="2799150" y="4065178"/>
                    <a:pt x="3079131" y="4031158"/>
                    <a:pt x="3145582" y="3885282"/>
                  </a:cubicBezTo>
                  <a:cubicBezTo>
                    <a:pt x="3218973" y="3724445"/>
                    <a:pt x="3017460" y="3460150"/>
                    <a:pt x="2630604" y="3157424"/>
                  </a:cubicBezTo>
                  <a:lnTo>
                    <a:pt x="2590729" y="3127515"/>
                  </a:lnTo>
                  <a:lnTo>
                    <a:pt x="2667774" y="2889009"/>
                  </a:lnTo>
                  <a:cubicBezTo>
                    <a:pt x="3005732" y="1683964"/>
                    <a:pt x="2631698" y="490305"/>
                    <a:pt x="1719839" y="73550"/>
                  </a:cubicBezTo>
                  <a:lnTo>
                    <a:pt x="1526153" y="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53" name="Google Shape;53;p7"/>
            <p:cNvSpPr/>
            <p:nvPr/>
          </p:nvSpPr>
          <p:spPr>
            <a:xfrm>
              <a:off x="0" y="3174823"/>
              <a:ext cx="1677049" cy="1665275"/>
            </a:xfrm>
            <a:custGeom>
              <a:avLst/>
              <a:gdLst/>
              <a:ahLst/>
              <a:cxnLst/>
              <a:rect l="l" t="t" r="r" b="b"/>
              <a:pathLst>
                <a:path w="1677049" h="1665275" extrusionOk="0">
                  <a:moveTo>
                    <a:pt x="0" y="0"/>
                  </a:moveTo>
                  <a:lnTo>
                    <a:pt x="55062" y="27525"/>
                  </a:lnTo>
                  <a:cubicBezTo>
                    <a:pt x="140029" y="68726"/>
                    <a:pt x="226710" y="109496"/>
                    <a:pt x="314915" y="149684"/>
                  </a:cubicBezTo>
                  <a:cubicBezTo>
                    <a:pt x="667741" y="310496"/>
                    <a:pt x="1011578" y="446790"/>
                    <a:pt x="1331241" y="555564"/>
                  </a:cubicBezTo>
                  <a:lnTo>
                    <a:pt x="1521376" y="617362"/>
                  </a:lnTo>
                  <a:lnTo>
                    <a:pt x="1521140" y="617775"/>
                  </a:lnTo>
                  <a:lnTo>
                    <a:pt x="1540381" y="623539"/>
                  </a:lnTo>
                  <a:lnTo>
                    <a:pt x="1566219" y="631937"/>
                  </a:lnTo>
                  <a:lnTo>
                    <a:pt x="1666079" y="661195"/>
                  </a:lnTo>
                  <a:lnTo>
                    <a:pt x="1677049" y="664481"/>
                  </a:lnTo>
                  <a:lnTo>
                    <a:pt x="1667186" y="678371"/>
                  </a:lnTo>
                  <a:cubicBezTo>
                    <a:pt x="1224914" y="1253212"/>
                    <a:pt x="632916" y="1612206"/>
                    <a:pt x="58278" y="1663563"/>
                  </a:cubicBezTo>
                  <a:lnTo>
                    <a:pt x="0" y="1665275"/>
                  </a:lnTo>
                  <a:lnTo>
                    <a:pt x="0" y="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54" name="Google Shape;54;p7"/>
            <p:cNvSpPr/>
            <p:nvPr/>
          </p:nvSpPr>
          <p:spPr>
            <a:xfrm>
              <a:off x="2376848" y="3253687"/>
              <a:ext cx="343930" cy="361770"/>
            </a:xfrm>
            <a:custGeom>
              <a:avLst/>
              <a:gdLst/>
              <a:ahLst/>
              <a:cxnLst/>
              <a:rect l="l" t="t" r="r" b="b"/>
              <a:pathLst>
                <a:path w="343930" h="361770" extrusionOk="0">
                  <a:moveTo>
                    <a:pt x="163744" y="0"/>
                  </a:moveTo>
                  <a:lnTo>
                    <a:pt x="178396" y="13750"/>
                  </a:lnTo>
                  <a:cubicBezTo>
                    <a:pt x="304317" y="138942"/>
                    <a:pt x="364544" y="238018"/>
                    <a:pt x="337605" y="297178"/>
                  </a:cubicBezTo>
                  <a:cubicBezTo>
                    <a:pt x="320278" y="335262"/>
                    <a:pt x="269017" y="356259"/>
                    <a:pt x="189169" y="361598"/>
                  </a:cubicBezTo>
                  <a:lnTo>
                    <a:pt x="101228" y="361770"/>
                  </a:lnTo>
                  <a:lnTo>
                    <a:pt x="94227" y="361237"/>
                  </a:lnTo>
                  <a:lnTo>
                    <a:pt x="4676" y="352915"/>
                  </a:lnTo>
                  <a:lnTo>
                    <a:pt x="0" y="352321"/>
                  </a:lnTo>
                  <a:lnTo>
                    <a:pt x="101987" y="150236"/>
                  </a:lnTo>
                  <a:lnTo>
                    <a:pt x="163744" y="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lnSpc>
                  <a:spcPct val="93000"/>
                </a:lnSpc>
                <a:spcBef>
                  <a:spcPts val="0"/>
                </a:spcBef>
                <a:spcAft>
                  <a:spcPts val="0"/>
                </a:spcAft>
                <a:buClr>
                  <a:schemeClr val="dk1"/>
                </a:buClr>
                <a:buSzPts val="1800"/>
                <a:buFont typeface="Calibri"/>
                <a:buNone/>
              </a:pPr>
              <a:endParaRPr sz="2400" b="0" i="0" u="none" strike="noStrike" cap="none">
                <a:solidFill>
                  <a:srgbClr val="000000"/>
                </a:solidFill>
                <a:latin typeface="Arial"/>
                <a:ea typeface="Arial"/>
                <a:cs typeface="Arial"/>
                <a:sym typeface="Arial"/>
              </a:endParaRPr>
            </a:p>
          </p:txBody>
        </p:sp>
      </p:grpSp>
      <p:sp>
        <p:nvSpPr>
          <p:cNvPr id="55" name="Google Shape;55;p7"/>
          <p:cNvSpPr txBox="1">
            <a:spLocks noGrp="1"/>
          </p:cNvSpPr>
          <p:nvPr>
            <p:ph type="body" idx="1"/>
          </p:nvPr>
        </p:nvSpPr>
        <p:spPr>
          <a:xfrm>
            <a:off x="5186289" y="3547455"/>
            <a:ext cx="5935600" cy="824000"/>
          </a:xfrm>
          <a:prstGeom prst="rect">
            <a:avLst/>
          </a:prstGeom>
          <a:noFill/>
          <a:ln>
            <a:noFill/>
          </a:ln>
        </p:spPr>
        <p:txBody>
          <a:bodyPr spcFirstLastPara="1" wrap="square" lIns="0" tIns="34275" rIns="68575" bIns="34275" anchor="ctr" anchorCtr="0">
            <a:noAutofit/>
          </a:bodyPr>
          <a:lstStyle>
            <a:lvl1pPr marL="609585" lvl="0" indent="-304792" algn="l">
              <a:lnSpc>
                <a:spcPct val="100000"/>
              </a:lnSpc>
              <a:spcBef>
                <a:spcPts val="400"/>
              </a:spcBef>
              <a:spcAft>
                <a:spcPts val="0"/>
              </a:spcAft>
              <a:buSzPts val="3500"/>
              <a:buNone/>
              <a:defRPr sz="3733">
                <a:solidFill>
                  <a:schemeClr val="l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56" name="Google Shape;56;p7"/>
          <p:cNvSpPr txBox="1">
            <a:spLocks noGrp="1"/>
          </p:cNvSpPr>
          <p:nvPr>
            <p:ph type="body" idx="2"/>
          </p:nvPr>
        </p:nvSpPr>
        <p:spPr>
          <a:xfrm>
            <a:off x="5186292" y="4408275"/>
            <a:ext cx="5935600" cy="383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None/>
              <a:defRPr sz="2400">
                <a:solidFill>
                  <a:schemeClr val="l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pic>
        <p:nvPicPr>
          <p:cNvPr id="57" name="Google Shape;57;p7"/>
          <p:cNvPicPr preferRelativeResize="0"/>
          <p:nvPr/>
        </p:nvPicPr>
        <p:blipFill rotWithShape="1">
          <a:blip r:embed="rId2">
            <a:alphaModFix/>
          </a:blip>
          <a:srcRect b="52284"/>
          <a:stretch/>
        </p:blipFill>
        <p:spPr>
          <a:xfrm>
            <a:off x="5203088" y="2168490"/>
            <a:ext cx="4134489" cy="1142057"/>
          </a:xfrm>
          <a:prstGeom prst="rect">
            <a:avLst/>
          </a:prstGeom>
          <a:noFill/>
          <a:ln>
            <a:noFill/>
          </a:ln>
        </p:spPr>
      </p:pic>
    </p:spTree>
    <p:extLst>
      <p:ext uri="{BB962C8B-B14F-4D97-AF65-F5344CB8AC3E}">
        <p14:creationId xmlns:p14="http://schemas.microsoft.com/office/powerpoint/2010/main" val="184593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and Text">
  <p:cSld name="Image and Text">
    <p:spTree>
      <p:nvGrpSpPr>
        <p:cNvPr id="1" name="Shape 58"/>
        <p:cNvGrpSpPr/>
        <p:nvPr/>
      </p:nvGrpSpPr>
      <p:grpSpPr>
        <a:xfrm>
          <a:off x="0" y="0"/>
          <a:ext cx="0" cy="0"/>
          <a:chOff x="0" y="0"/>
          <a:chExt cx="0" cy="0"/>
        </a:xfrm>
      </p:grpSpPr>
      <p:sp>
        <p:nvSpPr>
          <p:cNvPr id="59" name="Google Shape;59;p8"/>
          <p:cNvSpPr>
            <a:spLocks noGrp="1"/>
          </p:cNvSpPr>
          <p:nvPr>
            <p:ph type="pic" idx="2"/>
          </p:nvPr>
        </p:nvSpPr>
        <p:spPr>
          <a:xfrm>
            <a:off x="656075" y="1221319"/>
            <a:ext cx="7744000" cy="4940400"/>
          </a:xfrm>
          <a:prstGeom prst="rect">
            <a:avLst/>
          </a:prstGeom>
          <a:noFill/>
          <a:ln>
            <a:noFill/>
          </a:ln>
        </p:spPr>
      </p:sp>
      <p:sp>
        <p:nvSpPr>
          <p:cNvPr id="60" name="Google Shape;60;p8"/>
          <p:cNvSpPr txBox="1">
            <a:spLocks noGrp="1"/>
          </p:cNvSpPr>
          <p:nvPr>
            <p:ph type="body" idx="1"/>
          </p:nvPr>
        </p:nvSpPr>
        <p:spPr>
          <a:xfrm>
            <a:off x="8592277" y="1221319"/>
            <a:ext cx="2924400" cy="4940400"/>
          </a:xfrm>
          <a:prstGeom prst="rect">
            <a:avLst/>
          </a:prstGeom>
          <a:noFill/>
          <a:ln>
            <a:noFill/>
          </a:ln>
        </p:spPr>
        <p:txBody>
          <a:bodyPr spcFirstLastPara="1" wrap="square" lIns="0" tIns="0" rIns="0" bIns="0" anchor="t" anchorCtr="0">
            <a:noAutofit/>
          </a:bodyPr>
          <a:lstStyle>
            <a:lvl1pPr marL="609585" lvl="0" indent="-304792" algn="l">
              <a:lnSpc>
                <a:spcPct val="100000"/>
              </a:lnSpc>
              <a:spcBef>
                <a:spcPts val="400"/>
              </a:spcBef>
              <a:spcAft>
                <a:spcPts val="0"/>
              </a:spcAft>
              <a:buSzPts val="2000"/>
              <a:buNone/>
              <a:defRPr sz="2133">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61" name="Google Shape;61;p8"/>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62" name="Google Shape;62;p8"/>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8"/>
          <p:cNvSpPr txBox="1">
            <a:spLocks noGrp="1"/>
          </p:cNvSpPr>
          <p:nvPr>
            <p:ph type="body" idx="3"/>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39480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 and Caption">
  <p:cSld name="Image and Caption">
    <p:spTree>
      <p:nvGrpSpPr>
        <p:cNvPr id="1" name="Shape 64"/>
        <p:cNvGrpSpPr/>
        <p:nvPr/>
      </p:nvGrpSpPr>
      <p:grpSpPr>
        <a:xfrm>
          <a:off x="0" y="0"/>
          <a:ext cx="0" cy="0"/>
          <a:chOff x="0" y="0"/>
          <a:chExt cx="0" cy="0"/>
        </a:xfrm>
      </p:grpSpPr>
      <p:sp>
        <p:nvSpPr>
          <p:cNvPr id="65" name="Google Shape;65;p9"/>
          <p:cNvSpPr>
            <a:spLocks noGrp="1"/>
          </p:cNvSpPr>
          <p:nvPr>
            <p:ph type="pic" idx="2"/>
          </p:nvPr>
        </p:nvSpPr>
        <p:spPr>
          <a:xfrm>
            <a:off x="656075" y="1221319"/>
            <a:ext cx="10860800" cy="4457600"/>
          </a:xfrm>
          <a:prstGeom prst="rect">
            <a:avLst/>
          </a:prstGeom>
          <a:noFill/>
          <a:ln>
            <a:noFill/>
          </a:ln>
        </p:spPr>
      </p:sp>
      <p:sp>
        <p:nvSpPr>
          <p:cNvPr id="66" name="Google Shape;66;p9"/>
          <p:cNvSpPr txBox="1">
            <a:spLocks noGrp="1"/>
          </p:cNvSpPr>
          <p:nvPr>
            <p:ph type="body" idx="1"/>
          </p:nvPr>
        </p:nvSpPr>
        <p:spPr>
          <a:xfrm>
            <a:off x="665645" y="5678867"/>
            <a:ext cx="10860800" cy="4564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2000"/>
              <a:buNone/>
              <a:defRPr sz="2133">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67" name="Google Shape;67;p9"/>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68" name="Google Shape;68;p9"/>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9"/>
          <p:cNvSpPr txBox="1">
            <a:spLocks noGrp="1"/>
          </p:cNvSpPr>
          <p:nvPr>
            <p:ph type="body" idx="3"/>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58402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 Images with Captions">
  <p:cSld name="2 Images with Captions">
    <p:spTree>
      <p:nvGrpSpPr>
        <p:cNvPr id="1" name="Shape 70"/>
        <p:cNvGrpSpPr/>
        <p:nvPr/>
      </p:nvGrpSpPr>
      <p:grpSpPr>
        <a:xfrm>
          <a:off x="0" y="0"/>
          <a:ext cx="0" cy="0"/>
          <a:chOff x="0" y="0"/>
          <a:chExt cx="0" cy="0"/>
        </a:xfrm>
      </p:grpSpPr>
      <p:sp>
        <p:nvSpPr>
          <p:cNvPr id="71" name="Google Shape;71;p10"/>
          <p:cNvSpPr>
            <a:spLocks noGrp="1"/>
          </p:cNvSpPr>
          <p:nvPr>
            <p:ph type="pic" idx="2"/>
          </p:nvPr>
        </p:nvSpPr>
        <p:spPr>
          <a:xfrm>
            <a:off x="666751" y="1221317"/>
            <a:ext cx="5247200" cy="4402800"/>
          </a:xfrm>
          <a:prstGeom prst="rect">
            <a:avLst/>
          </a:prstGeom>
          <a:noFill/>
          <a:ln>
            <a:noFill/>
          </a:ln>
        </p:spPr>
      </p:sp>
      <p:sp>
        <p:nvSpPr>
          <p:cNvPr id="72" name="Google Shape;72;p10"/>
          <p:cNvSpPr txBox="1">
            <a:spLocks noGrp="1"/>
          </p:cNvSpPr>
          <p:nvPr>
            <p:ph type="body" idx="1"/>
          </p:nvPr>
        </p:nvSpPr>
        <p:spPr>
          <a:xfrm>
            <a:off x="681525" y="5624064"/>
            <a:ext cx="5232400" cy="4564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73" name="Google Shape;73;p10"/>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74" name="Google Shape;74;p10"/>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10"/>
          <p:cNvSpPr>
            <a:spLocks noGrp="1"/>
          </p:cNvSpPr>
          <p:nvPr>
            <p:ph type="pic" idx="3"/>
          </p:nvPr>
        </p:nvSpPr>
        <p:spPr>
          <a:xfrm>
            <a:off x="6288619" y="1221317"/>
            <a:ext cx="5220800" cy="4388000"/>
          </a:xfrm>
          <a:prstGeom prst="rect">
            <a:avLst/>
          </a:prstGeom>
          <a:noFill/>
          <a:ln>
            <a:noFill/>
          </a:ln>
        </p:spPr>
      </p:sp>
      <p:sp>
        <p:nvSpPr>
          <p:cNvPr id="76" name="Google Shape;76;p10"/>
          <p:cNvSpPr txBox="1">
            <a:spLocks noGrp="1"/>
          </p:cNvSpPr>
          <p:nvPr>
            <p:ph type="body" idx="4"/>
          </p:nvPr>
        </p:nvSpPr>
        <p:spPr>
          <a:xfrm>
            <a:off x="6299599" y="5609295"/>
            <a:ext cx="5220800" cy="4564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77" name="Google Shape;77;p10"/>
          <p:cNvSpPr txBox="1">
            <a:spLocks noGrp="1"/>
          </p:cNvSpPr>
          <p:nvPr>
            <p:ph type="body" idx="5"/>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3449150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Images with Captions">
  <p:cSld name="3 Images with Captions">
    <p:spTree>
      <p:nvGrpSpPr>
        <p:cNvPr id="1" name="Shape 78"/>
        <p:cNvGrpSpPr/>
        <p:nvPr/>
      </p:nvGrpSpPr>
      <p:grpSpPr>
        <a:xfrm>
          <a:off x="0" y="0"/>
          <a:ext cx="0" cy="0"/>
          <a:chOff x="0" y="0"/>
          <a:chExt cx="0" cy="0"/>
        </a:xfrm>
      </p:grpSpPr>
      <p:sp>
        <p:nvSpPr>
          <p:cNvPr id="79" name="Google Shape;79;p11"/>
          <p:cNvSpPr>
            <a:spLocks noGrp="1"/>
          </p:cNvSpPr>
          <p:nvPr>
            <p:ph type="pic" idx="2"/>
          </p:nvPr>
        </p:nvSpPr>
        <p:spPr>
          <a:xfrm>
            <a:off x="656075" y="1221319"/>
            <a:ext cx="3519600" cy="4284000"/>
          </a:xfrm>
          <a:prstGeom prst="rect">
            <a:avLst/>
          </a:prstGeom>
          <a:noFill/>
          <a:ln>
            <a:noFill/>
          </a:ln>
        </p:spPr>
      </p:sp>
      <p:sp>
        <p:nvSpPr>
          <p:cNvPr id="80" name="Google Shape;80;p11"/>
          <p:cNvSpPr txBox="1">
            <a:spLocks noGrp="1"/>
          </p:cNvSpPr>
          <p:nvPr>
            <p:ph type="body" idx="1"/>
          </p:nvPr>
        </p:nvSpPr>
        <p:spPr>
          <a:xfrm>
            <a:off x="656075" y="5505449"/>
            <a:ext cx="3519600" cy="4564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81" name="Google Shape;81;p11"/>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82" name="Google Shape;82;p11"/>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1"/>
          <p:cNvSpPr>
            <a:spLocks noGrp="1"/>
          </p:cNvSpPr>
          <p:nvPr>
            <p:ph type="pic" idx="3"/>
          </p:nvPr>
        </p:nvSpPr>
        <p:spPr>
          <a:xfrm>
            <a:off x="4319771" y="1221319"/>
            <a:ext cx="3519600" cy="4284000"/>
          </a:xfrm>
          <a:prstGeom prst="rect">
            <a:avLst/>
          </a:prstGeom>
          <a:noFill/>
          <a:ln>
            <a:noFill/>
          </a:ln>
        </p:spPr>
      </p:sp>
      <p:sp>
        <p:nvSpPr>
          <p:cNvPr id="84" name="Google Shape;84;p11"/>
          <p:cNvSpPr txBox="1">
            <a:spLocks noGrp="1"/>
          </p:cNvSpPr>
          <p:nvPr>
            <p:ph type="body" idx="4"/>
          </p:nvPr>
        </p:nvSpPr>
        <p:spPr>
          <a:xfrm>
            <a:off x="4319771" y="5505449"/>
            <a:ext cx="3519600" cy="4564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85" name="Google Shape;85;p11"/>
          <p:cNvSpPr>
            <a:spLocks noGrp="1"/>
          </p:cNvSpPr>
          <p:nvPr>
            <p:ph type="pic" idx="5"/>
          </p:nvPr>
        </p:nvSpPr>
        <p:spPr>
          <a:xfrm>
            <a:off x="7983465" y="1221319"/>
            <a:ext cx="3519600" cy="4284000"/>
          </a:xfrm>
          <a:prstGeom prst="rect">
            <a:avLst/>
          </a:prstGeom>
          <a:noFill/>
          <a:ln>
            <a:noFill/>
          </a:ln>
        </p:spPr>
      </p:sp>
      <p:sp>
        <p:nvSpPr>
          <p:cNvPr id="86" name="Google Shape;86;p11"/>
          <p:cNvSpPr txBox="1">
            <a:spLocks noGrp="1"/>
          </p:cNvSpPr>
          <p:nvPr>
            <p:ph type="body" idx="6"/>
          </p:nvPr>
        </p:nvSpPr>
        <p:spPr>
          <a:xfrm>
            <a:off x="7983465" y="5505449"/>
            <a:ext cx="3519600" cy="4564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87" name="Google Shape;87;p11"/>
          <p:cNvSpPr txBox="1">
            <a:spLocks noGrp="1"/>
          </p:cNvSpPr>
          <p:nvPr>
            <p:ph type="body" idx="7"/>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53010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 and Chart">
  <p:cSld name="Text and Chart">
    <p:spTree>
      <p:nvGrpSpPr>
        <p:cNvPr id="1" name="Shape 88"/>
        <p:cNvGrpSpPr/>
        <p:nvPr/>
      </p:nvGrpSpPr>
      <p:grpSpPr>
        <a:xfrm>
          <a:off x="0" y="0"/>
          <a:ext cx="0" cy="0"/>
          <a:chOff x="0" y="0"/>
          <a:chExt cx="0" cy="0"/>
        </a:xfrm>
      </p:grpSpPr>
      <p:sp>
        <p:nvSpPr>
          <p:cNvPr id="89" name="Google Shape;89;p12"/>
          <p:cNvSpPr txBox="1">
            <a:spLocks noGrp="1"/>
          </p:cNvSpPr>
          <p:nvPr>
            <p:ph type="body" idx="1"/>
          </p:nvPr>
        </p:nvSpPr>
        <p:spPr>
          <a:xfrm>
            <a:off x="666751" y="1221319"/>
            <a:ext cx="3509200" cy="4940400"/>
          </a:xfrm>
          <a:prstGeom prst="rect">
            <a:avLst/>
          </a:prstGeom>
          <a:noFill/>
          <a:ln>
            <a:noFill/>
          </a:ln>
        </p:spPr>
        <p:txBody>
          <a:bodyPr spcFirstLastPara="1" wrap="square" lIns="0" tIns="34275" rIns="68575" bIns="34275" anchor="t" anchorCtr="0">
            <a:noAutofit/>
          </a:bodyPr>
          <a:lstStyle>
            <a:lvl1pPr marL="609585" lvl="0" indent="-448722" algn="l">
              <a:lnSpc>
                <a:spcPct val="100000"/>
              </a:lnSpc>
              <a:spcBef>
                <a:spcPts val="400"/>
              </a:spcBef>
              <a:spcAft>
                <a:spcPts val="0"/>
              </a:spcAft>
              <a:buSzPts val="1700"/>
              <a:buChar char="•"/>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90" name="Google Shape;90;p12"/>
          <p:cNvSpPr>
            <a:spLocks noGrp="1"/>
          </p:cNvSpPr>
          <p:nvPr>
            <p:ph type="chart" idx="2"/>
          </p:nvPr>
        </p:nvSpPr>
        <p:spPr>
          <a:xfrm>
            <a:off x="4367809" y="1221319"/>
            <a:ext cx="7157600" cy="4940400"/>
          </a:xfrm>
          <a:prstGeom prst="rect">
            <a:avLst/>
          </a:prstGeom>
          <a:noFill/>
          <a:ln>
            <a:noFill/>
          </a:ln>
        </p:spPr>
        <p:txBody>
          <a:bodyPr spcFirstLastPara="1" wrap="square" lIns="0" tIns="34275" rIns="68575" bIns="34275" anchor="t" anchorCtr="0">
            <a:noAutofit/>
          </a:bodyPr>
          <a:lstStyle>
            <a:lvl1pPr marR="0" lvl="0" algn="ctr" rtl="0">
              <a:lnSpc>
                <a:spcPct val="100000"/>
              </a:lnSpc>
              <a:spcBef>
                <a:spcPts val="400"/>
              </a:spcBef>
              <a:spcAft>
                <a:spcPts val="0"/>
              </a:spcAft>
              <a:buClr>
                <a:schemeClr val="accent2"/>
              </a:buClr>
              <a:buSzPts val="2300"/>
              <a:buFont typeface="Arial"/>
              <a:buNone/>
              <a:defRPr sz="2400" b="0" i="0" u="none" strike="noStrike" cap="none">
                <a:solidFill>
                  <a:schemeClr val="accent1"/>
                </a:solidFill>
                <a:latin typeface="Arial"/>
                <a:ea typeface="Arial"/>
                <a:cs typeface="Arial"/>
                <a:sym typeface="Arial"/>
              </a:defRPr>
            </a:lvl1pPr>
            <a:lvl2pPr marR="0" lvl="1"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2pPr>
            <a:lvl3pPr marR="0" lvl="2"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3pPr>
            <a:lvl4pPr marR="0" lvl="3"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4pPr>
            <a:lvl5pPr marR="0" lvl="4" algn="l" rtl="0">
              <a:lnSpc>
                <a:spcPct val="100000"/>
              </a:lnSpc>
              <a:spcBef>
                <a:spcPts val="400"/>
              </a:spcBef>
              <a:spcAft>
                <a:spcPts val="0"/>
              </a:spcAft>
              <a:buClr>
                <a:schemeClr val="accent2"/>
              </a:buClr>
              <a:buSzPts val="1300"/>
              <a:buFont typeface="NTR"/>
              <a:buChar char="-"/>
              <a:defRPr sz="1467" b="0" i="0" u="none" strike="noStrike" cap="none">
                <a:solidFill>
                  <a:schemeClr val="accent1"/>
                </a:solidFill>
                <a:latin typeface="Arial"/>
                <a:ea typeface="Arial"/>
                <a:cs typeface="Arial"/>
                <a:sym typeface="Arial"/>
              </a:defRPr>
            </a:lvl5pPr>
            <a:lvl6pPr marR="0" lvl="5"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1" name="Google Shape;91;p12"/>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92" name="Google Shape;92;p12"/>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2"/>
          <p:cNvSpPr txBox="1">
            <a:spLocks noGrp="1"/>
          </p:cNvSpPr>
          <p:nvPr>
            <p:ph type="body" idx="3"/>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846003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94"/>
        <p:cNvGrpSpPr/>
        <p:nvPr/>
      </p:nvGrpSpPr>
      <p:grpSpPr>
        <a:xfrm>
          <a:off x="0" y="0"/>
          <a:ext cx="0" cy="0"/>
          <a:chOff x="0" y="0"/>
          <a:chExt cx="0" cy="0"/>
        </a:xfrm>
      </p:grpSpPr>
      <p:sp>
        <p:nvSpPr>
          <p:cNvPr id="95" name="Google Shape;95;p13"/>
          <p:cNvSpPr>
            <a:spLocks noGrp="1"/>
          </p:cNvSpPr>
          <p:nvPr>
            <p:ph type="chart" idx="2"/>
          </p:nvPr>
        </p:nvSpPr>
        <p:spPr>
          <a:xfrm>
            <a:off x="666751" y="1808992"/>
            <a:ext cx="10858400" cy="4352400"/>
          </a:xfrm>
          <a:prstGeom prst="rect">
            <a:avLst/>
          </a:prstGeom>
          <a:noFill/>
          <a:ln>
            <a:noFill/>
          </a:ln>
        </p:spPr>
        <p:txBody>
          <a:bodyPr spcFirstLastPara="1" wrap="square" lIns="0" tIns="34275" rIns="68575" bIns="34275" anchor="t" anchorCtr="0">
            <a:noAutofit/>
          </a:bodyPr>
          <a:lstStyle>
            <a:lvl1pPr marR="0" lvl="0" algn="ctr" rtl="0">
              <a:lnSpc>
                <a:spcPct val="100000"/>
              </a:lnSpc>
              <a:spcBef>
                <a:spcPts val="400"/>
              </a:spcBef>
              <a:spcAft>
                <a:spcPts val="0"/>
              </a:spcAft>
              <a:buClr>
                <a:schemeClr val="accent2"/>
              </a:buClr>
              <a:buSzPts val="2300"/>
              <a:buFont typeface="Arial"/>
              <a:buNone/>
              <a:defRPr sz="2400" b="0" i="0" u="none" strike="noStrike" cap="none">
                <a:solidFill>
                  <a:schemeClr val="accent1"/>
                </a:solidFill>
                <a:latin typeface="Arial"/>
                <a:ea typeface="Arial"/>
                <a:cs typeface="Arial"/>
                <a:sym typeface="Arial"/>
              </a:defRPr>
            </a:lvl1pPr>
            <a:lvl2pPr marR="0" lvl="1"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2pPr>
            <a:lvl3pPr marR="0" lvl="2"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3pPr>
            <a:lvl4pPr marR="0" lvl="3" algn="l" rtl="0">
              <a:lnSpc>
                <a:spcPct val="100000"/>
              </a:lnSpc>
              <a:spcBef>
                <a:spcPts val="400"/>
              </a:spcBef>
              <a:spcAft>
                <a:spcPts val="0"/>
              </a:spcAft>
              <a:buClr>
                <a:schemeClr val="accent2"/>
              </a:buClr>
              <a:buSzPts val="2000"/>
              <a:buFont typeface="NTR"/>
              <a:buChar char="-"/>
              <a:defRPr sz="2133" b="0" i="0" u="none" strike="noStrike" cap="none">
                <a:solidFill>
                  <a:schemeClr val="accent1"/>
                </a:solidFill>
                <a:latin typeface="Arial"/>
                <a:ea typeface="Arial"/>
                <a:cs typeface="Arial"/>
                <a:sym typeface="Arial"/>
              </a:defRPr>
            </a:lvl4pPr>
            <a:lvl5pPr marR="0" lvl="4" algn="l" rtl="0">
              <a:lnSpc>
                <a:spcPct val="100000"/>
              </a:lnSpc>
              <a:spcBef>
                <a:spcPts val="400"/>
              </a:spcBef>
              <a:spcAft>
                <a:spcPts val="0"/>
              </a:spcAft>
              <a:buClr>
                <a:schemeClr val="accent2"/>
              </a:buClr>
              <a:buSzPts val="1300"/>
              <a:buFont typeface="NTR"/>
              <a:buChar char="-"/>
              <a:defRPr sz="1467" b="0" i="0" u="none" strike="noStrike" cap="none">
                <a:solidFill>
                  <a:schemeClr val="accent1"/>
                </a:solidFill>
                <a:latin typeface="Arial"/>
                <a:ea typeface="Arial"/>
                <a:cs typeface="Arial"/>
                <a:sym typeface="Arial"/>
              </a:defRPr>
            </a:lvl5pPr>
            <a:lvl6pPr marR="0" lvl="5"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6" name="Google Shape;96;p13"/>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97" name="Google Shape;97;p13"/>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13"/>
          <p:cNvSpPr txBox="1">
            <a:spLocks noGrp="1"/>
          </p:cNvSpPr>
          <p:nvPr>
            <p:ph type="body" idx="1"/>
          </p:nvPr>
        </p:nvSpPr>
        <p:spPr>
          <a:xfrm>
            <a:off x="656073" y="1221319"/>
            <a:ext cx="10869200" cy="4404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None/>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99" name="Google Shape;99;p13"/>
          <p:cNvSpPr txBox="1">
            <a:spLocks noGrp="1"/>
          </p:cNvSpPr>
          <p:nvPr>
            <p:ph type="body" idx="3"/>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076410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ullets">
  <p:cSld name="Title and Bullets">
    <p:spTree>
      <p:nvGrpSpPr>
        <p:cNvPr id="1" name="Shape 100"/>
        <p:cNvGrpSpPr/>
        <p:nvPr/>
      </p:nvGrpSpPr>
      <p:grpSpPr>
        <a:xfrm>
          <a:off x="0" y="0"/>
          <a:ext cx="0" cy="0"/>
          <a:chOff x="0" y="0"/>
          <a:chExt cx="0" cy="0"/>
        </a:xfrm>
      </p:grpSpPr>
      <p:sp>
        <p:nvSpPr>
          <p:cNvPr id="101" name="Google Shape;101;p14"/>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02" name="Google Shape;102;p14"/>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3" name="Google Shape;103;p14"/>
          <p:cNvSpPr txBox="1">
            <a:spLocks noGrp="1"/>
          </p:cNvSpPr>
          <p:nvPr>
            <p:ph type="body" idx="1"/>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04" name="Google Shape;104;p14"/>
          <p:cNvSpPr txBox="1">
            <a:spLocks noGrp="1"/>
          </p:cNvSpPr>
          <p:nvPr>
            <p:ph type="body" idx="2"/>
          </p:nvPr>
        </p:nvSpPr>
        <p:spPr>
          <a:xfrm>
            <a:off x="666751" y="1221319"/>
            <a:ext cx="10850000" cy="4940400"/>
          </a:xfrm>
          <a:prstGeom prst="rect">
            <a:avLst/>
          </a:prstGeom>
          <a:noFill/>
          <a:ln>
            <a:noFill/>
          </a:ln>
        </p:spPr>
        <p:txBody>
          <a:bodyPr spcFirstLastPara="1" wrap="square" lIns="0" tIns="34275" rIns="68575" bIns="34275" anchor="t" anchorCtr="0">
            <a:noAutofit/>
          </a:bodyPr>
          <a:lstStyle>
            <a:lvl1pPr marL="609585" lvl="0" indent="-448722" algn="l">
              <a:lnSpc>
                <a:spcPct val="100000"/>
              </a:lnSpc>
              <a:spcBef>
                <a:spcPts val="400"/>
              </a:spcBef>
              <a:spcAft>
                <a:spcPts val="0"/>
              </a:spcAft>
              <a:buSzPts val="1700"/>
              <a:buChar char="•"/>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8683226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105"/>
        <p:cNvGrpSpPr/>
        <p:nvPr/>
      </p:nvGrpSpPr>
      <p:grpSpPr>
        <a:xfrm>
          <a:off x="0" y="0"/>
          <a:ext cx="0" cy="0"/>
          <a:chOff x="0" y="0"/>
          <a:chExt cx="0" cy="0"/>
        </a:xfrm>
      </p:grpSpPr>
      <p:sp>
        <p:nvSpPr>
          <p:cNvPr id="106" name="Google Shape;106;p15"/>
          <p:cNvSpPr/>
          <p:nvPr/>
        </p:nvSpPr>
        <p:spPr>
          <a:xfrm>
            <a:off x="0" y="0"/>
            <a:ext cx="12192000" cy="6858000"/>
          </a:xfrm>
          <a:prstGeom prst="rect">
            <a:avLst/>
          </a:prstGeom>
          <a:solidFill>
            <a:schemeClr val="accent1">
              <a:alpha val="80000"/>
            </a:schemeClr>
          </a:solidFill>
          <a:ln>
            <a:noFill/>
          </a:ln>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Calibri"/>
              <a:ea typeface="Calibri"/>
              <a:cs typeface="Calibri"/>
              <a:sym typeface="Calibri"/>
            </a:endParaRPr>
          </a:p>
        </p:txBody>
      </p:sp>
      <p:sp>
        <p:nvSpPr>
          <p:cNvPr id="107" name="Google Shape;107;p15"/>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FFFFFF"/>
                </a:solidFill>
                <a:latin typeface="Arial"/>
                <a:ea typeface="Arial"/>
                <a:cs typeface="Arial"/>
                <a:sym typeface="Arial"/>
              </a:defRPr>
            </a:lvl9pPr>
          </a:lstStyle>
          <a:p>
            <a:fld id="{00000000-1234-1234-1234-123412341234}" type="slidenum">
              <a:rPr lang="en" smtClean="0"/>
              <a:pPr/>
              <a:t>‹#›</a:t>
            </a:fld>
            <a:endParaRPr lang="en"/>
          </a:p>
        </p:txBody>
      </p:sp>
      <p:sp>
        <p:nvSpPr>
          <p:cNvPr id="108" name="Google Shape;108;p15"/>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rgbClr val="FFFFFF"/>
              </a:buClr>
              <a:buSzPts val="2400"/>
              <a:buFont typeface="Arial"/>
              <a:buNone/>
              <a:defRPr>
                <a:solidFill>
                  <a:srgbClr val="FFFFFF"/>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9" name="Google Shape;109;p15"/>
          <p:cNvSpPr txBox="1">
            <a:spLocks noGrp="1"/>
          </p:cNvSpPr>
          <p:nvPr>
            <p:ph type="body" idx="1"/>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pic>
        <p:nvPicPr>
          <p:cNvPr id="110" name="Google Shape;110;p15"/>
          <p:cNvPicPr preferRelativeResize="0"/>
          <p:nvPr/>
        </p:nvPicPr>
        <p:blipFill rotWithShape="1">
          <a:blip r:embed="rId2">
            <a:alphaModFix/>
          </a:blip>
          <a:srcRect b="52800"/>
          <a:stretch/>
        </p:blipFill>
        <p:spPr>
          <a:xfrm>
            <a:off x="683548" y="6231503"/>
            <a:ext cx="1486355" cy="406125"/>
          </a:xfrm>
          <a:prstGeom prst="rect">
            <a:avLst/>
          </a:prstGeom>
          <a:noFill/>
          <a:ln>
            <a:noFill/>
          </a:ln>
        </p:spPr>
      </p:pic>
      <p:grpSp>
        <p:nvGrpSpPr>
          <p:cNvPr id="111" name="Google Shape;111;p15"/>
          <p:cNvGrpSpPr/>
          <p:nvPr/>
        </p:nvGrpSpPr>
        <p:grpSpPr>
          <a:xfrm>
            <a:off x="4233" y="6761672"/>
            <a:ext cx="12192000" cy="104400"/>
            <a:chOff x="0" y="5071254"/>
            <a:chExt cx="9144000" cy="78300"/>
          </a:xfrm>
        </p:grpSpPr>
        <p:sp>
          <p:nvSpPr>
            <p:cNvPr id="112" name="Google Shape;112;p15"/>
            <p:cNvSpPr/>
            <p:nvPr/>
          </p:nvSpPr>
          <p:spPr>
            <a:xfrm>
              <a:off x="0" y="5071254"/>
              <a:ext cx="2016000" cy="783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Arial"/>
                <a:ea typeface="Arial"/>
                <a:cs typeface="Arial"/>
                <a:sym typeface="Arial"/>
              </a:endParaRPr>
            </a:p>
          </p:txBody>
        </p:sp>
        <p:sp>
          <p:nvSpPr>
            <p:cNvPr id="113" name="Google Shape;113;p15"/>
            <p:cNvSpPr/>
            <p:nvPr/>
          </p:nvSpPr>
          <p:spPr>
            <a:xfrm>
              <a:off x="2016000" y="5071254"/>
              <a:ext cx="7128000" cy="783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Arial"/>
                <a:ea typeface="Arial"/>
                <a:cs typeface="Arial"/>
                <a:sym typeface="Arial"/>
              </a:endParaRPr>
            </a:p>
          </p:txBody>
        </p:sp>
      </p:grpSp>
      <p:cxnSp>
        <p:nvCxnSpPr>
          <p:cNvPr id="114" name="Google Shape;114;p15"/>
          <p:cNvCxnSpPr/>
          <p:nvPr/>
        </p:nvCxnSpPr>
        <p:spPr>
          <a:xfrm>
            <a:off x="10912828" y="6307323"/>
            <a:ext cx="0" cy="353200"/>
          </a:xfrm>
          <a:prstGeom prst="straightConnector1">
            <a:avLst/>
          </a:prstGeom>
          <a:noFill/>
          <a:ln w="7150" cap="flat" cmpd="sng">
            <a:solidFill>
              <a:schemeClr val="accent2"/>
            </a:solidFill>
            <a:prstDash val="solid"/>
            <a:miter lim="800000"/>
            <a:headEnd type="none" w="sm" len="sm"/>
            <a:tailEnd type="none" w="sm" len="sm"/>
          </a:ln>
        </p:spPr>
      </p:cxnSp>
      <p:sp>
        <p:nvSpPr>
          <p:cNvPr id="115" name="Google Shape;115;p15"/>
          <p:cNvSpPr txBox="1"/>
          <p:nvPr/>
        </p:nvSpPr>
        <p:spPr>
          <a:xfrm>
            <a:off x="3797575" y="-298435"/>
            <a:ext cx="4588400" cy="492800"/>
          </a:xfrm>
          <a:prstGeom prst="rect">
            <a:avLst/>
          </a:prstGeom>
          <a:noFill/>
          <a:ln>
            <a:noFill/>
          </a:ln>
        </p:spPr>
        <p:txBody>
          <a:bodyPr spcFirstLastPara="1" wrap="square" lIns="121900" tIns="60967" rIns="121900" bIns="60967" anchor="t" anchorCtr="0">
            <a:normAutofit/>
          </a:bodyPr>
          <a:lstStyle/>
          <a:p>
            <a:pPr marL="0" marR="0" lvl="0" indent="0" algn="ctr" rtl="0">
              <a:lnSpc>
                <a:spcPct val="93000"/>
              </a:lnSpc>
              <a:spcBef>
                <a:spcPts val="0"/>
              </a:spcBef>
              <a:spcAft>
                <a:spcPts val="0"/>
              </a:spcAft>
              <a:buClr>
                <a:srgbClr val="222222"/>
              </a:buClr>
              <a:buSzPts val="800"/>
              <a:buFont typeface="Arial"/>
              <a:buNone/>
            </a:pPr>
            <a:r>
              <a:rPr lang="en" sz="1067" b="0" i="0" u="none" strike="noStrike" cap="none">
                <a:solidFill>
                  <a:srgbClr val="222222"/>
                </a:solidFill>
                <a:latin typeface="Arial"/>
                <a:ea typeface="Arial"/>
                <a:cs typeface="Arial"/>
                <a:sym typeface="Arial"/>
              </a:rPr>
              <a:t>Please insert picture from format background – picture/texture fill</a:t>
            </a:r>
            <a:endParaRPr sz="1867"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7295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op-up Boxes">
  <p:cSld name="Pop-up Boxes">
    <p:spTree>
      <p:nvGrpSpPr>
        <p:cNvPr id="1" name="Shape 116"/>
        <p:cNvGrpSpPr/>
        <p:nvPr/>
      </p:nvGrpSpPr>
      <p:grpSpPr>
        <a:xfrm>
          <a:off x="0" y="0"/>
          <a:ext cx="0" cy="0"/>
          <a:chOff x="0" y="0"/>
          <a:chExt cx="0" cy="0"/>
        </a:xfrm>
      </p:grpSpPr>
      <p:sp>
        <p:nvSpPr>
          <p:cNvPr id="117" name="Google Shape;117;p16"/>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18" name="Google Shape;118;p16"/>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9" name="Google Shape;119;p16"/>
          <p:cNvSpPr/>
          <p:nvPr/>
        </p:nvSpPr>
        <p:spPr>
          <a:xfrm>
            <a:off x="666751" y="1220757"/>
            <a:ext cx="5288800" cy="1204800"/>
          </a:xfrm>
          <a:prstGeom prst="rect">
            <a:avLst/>
          </a:prstGeom>
          <a:solidFill>
            <a:schemeClr val="accent3"/>
          </a:solidFill>
          <a:ln>
            <a:noFill/>
          </a:ln>
          <a:effectLst>
            <a:outerShdw blurRad="38100" dist="28575" dir="4860000" sx="101000" sy="101000" algn="tl" rotWithShape="0">
              <a:srgbClr val="73737B">
                <a:alpha val="40000"/>
              </a:srgbClr>
            </a:outerShdw>
          </a:effectLst>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120" name="Google Shape;120;p16"/>
          <p:cNvSpPr txBox="1">
            <a:spLocks noGrp="1"/>
          </p:cNvSpPr>
          <p:nvPr>
            <p:ph type="body" idx="1"/>
          </p:nvPr>
        </p:nvSpPr>
        <p:spPr>
          <a:xfrm>
            <a:off x="939453" y="1381373"/>
            <a:ext cx="4762400" cy="8832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21" name="Google Shape;121;p16"/>
          <p:cNvSpPr/>
          <p:nvPr/>
        </p:nvSpPr>
        <p:spPr>
          <a:xfrm rot="10800000">
            <a:off x="6221897" y="1220615"/>
            <a:ext cx="5288911" cy="1404517"/>
          </a:xfrm>
          <a:custGeom>
            <a:avLst/>
            <a:gdLst/>
            <a:ahLst/>
            <a:cxnLst/>
            <a:rect l="l" t="t" r="r" b="b"/>
            <a:pathLst>
              <a:path w="3966683" h="3098200" extrusionOk="0">
                <a:moveTo>
                  <a:pt x="3966683" y="3098200"/>
                </a:moveTo>
                <a:lnTo>
                  <a:pt x="0" y="3098200"/>
                </a:lnTo>
                <a:lnTo>
                  <a:pt x="0" y="440687"/>
                </a:lnTo>
                <a:lnTo>
                  <a:pt x="568196" y="440687"/>
                </a:lnTo>
                <a:lnTo>
                  <a:pt x="809515" y="0"/>
                </a:lnTo>
                <a:lnTo>
                  <a:pt x="1050834" y="440687"/>
                </a:lnTo>
                <a:lnTo>
                  <a:pt x="3966683" y="440687"/>
                </a:lnTo>
                <a:lnTo>
                  <a:pt x="3966683" y="3098200"/>
                </a:lnTo>
                <a:close/>
              </a:path>
            </a:pathLst>
          </a:custGeom>
          <a:solidFill>
            <a:schemeClr val="accent3"/>
          </a:solidFill>
          <a:ln>
            <a:noFill/>
          </a:ln>
          <a:effectLst>
            <a:outerShdw blurRad="38100" dist="28575" dir="4860000" sx="101000" sy="101000" algn="tl" rotWithShape="0">
              <a:srgbClr val="73737B">
                <a:alpha val="40000"/>
              </a:srgbClr>
            </a:outerShdw>
          </a:effectLst>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122" name="Google Shape;122;p16"/>
          <p:cNvSpPr txBox="1">
            <a:spLocks noGrp="1"/>
          </p:cNvSpPr>
          <p:nvPr>
            <p:ph type="body" idx="2"/>
          </p:nvPr>
        </p:nvSpPr>
        <p:spPr>
          <a:xfrm>
            <a:off x="6516165" y="1381373"/>
            <a:ext cx="4762400" cy="8832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23" name="Google Shape;123;p16"/>
          <p:cNvSpPr/>
          <p:nvPr/>
        </p:nvSpPr>
        <p:spPr>
          <a:xfrm>
            <a:off x="666751" y="2864027"/>
            <a:ext cx="5288800" cy="1204800"/>
          </a:xfrm>
          <a:prstGeom prst="rect">
            <a:avLst/>
          </a:prstGeom>
          <a:solidFill>
            <a:schemeClr val="accent2"/>
          </a:solidFill>
          <a:ln>
            <a:noFill/>
          </a:ln>
          <a:effectLst>
            <a:outerShdw blurRad="38100" dist="28575" dir="4860000" sx="101000" sy="101000" algn="tl" rotWithShape="0">
              <a:srgbClr val="73737B">
                <a:alpha val="40000"/>
              </a:srgbClr>
            </a:outerShdw>
          </a:effectLst>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124" name="Google Shape;124;p16"/>
          <p:cNvSpPr txBox="1">
            <a:spLocks noGrp="1"/>
          </p:cNvSpPr>
          <p:nvPr>
            <p:ph type="body" idx="3"/>
          </p:nvPr>
        </p:nvSpPr>
        <p:spPr>
          <a:xfrm>
            <a:off x="939453" y="3024643"/>
            <a:ext cx="4762400" cy="8832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25" name="Google Shape;125;p16"/>
          <p:cNvSpPr/>
          <p:nvPr/>
        </p:nvSpPr>
        <p:spPr>
          <a:xfrm rot="10800000">
            <a:off x="6221897" y="2863884"/>
            <a:ext cx="5288911" cy="1404517"/>
          </a:xfrm>
          <a:custGeom>
            <a:avLst/>
            <a:gdLst/>
            <a:ahLst/>
            <a:cxnLst/>
            <a:rect l="l" t="t" r="r" b="b"/>
            <a:pathLst>
              <a:path w="3966683" h="3098200" extrusionOk="0">
                <a:moveTo>
                  <a:pt x="3966683" y="3098200"/>
                </a:moveTo>
                <a:lnTo>
                  <a:pt x="0" y="3098200"/>
                </a:lnTo>
                <a:lnTo>
                  <a:pt x="0" y="440687"/>
                </a:lnTo>
                <a:lnTo>
                  <a:pt x="568196" y="440687"/>
                </a:lnTo>
                <a:lnTo>
                  <a:pt x="809515" y="0"/>
                </a:lnTo>
                <a:lnTo>
                  <a:pt x="1050834" y="440687"/>
                </a:lnTo>
                <a:lnTo>
                  <a:pt x="3966683" y="440687"/>
                </a:lnTo>
                <a:lnTo>
                  <a:pt x="3966683" y="3098200"/>
                </a:lnTo>
                <a:close/>
              </a:path>
            </a:pathLst>
          </a:custGeom>
          <a:solidFill>
            <a:schemeClr val="accent2"/>
          </a:solidFill>
          <a:ln>
            <a:noFill/>
          </a:ln>
          <a:effectLst>
            <a:outerShdw blurRad="38100" dist="28575" dir="4860000" sx="101000" sy="101000" algn="tl" rotWithShape="0">
              <a:srgbClr val="73737B">
                <a:alpha val="40000"/>
              </a:srgbClr>
            </a:outerShdw>
          </a:effectLst>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126" name="Google Shape;126;p16"/>
          <p:cNvSpPr txBox="1">
            <a:spLocks noGrp="1"/>
          </p:cNvSpPr>
          <p:nvPr>
            <p:ph type="body" idx="4"/>
          </p:nvPr>
        </p:nvSpPr>
        <p:spPr>
          <a:xfrm>
            <a:off x="6516165" y="3024643"/>
            <a:ext cx="4762400" cy="8832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27" name="Google Shape;127;p16"/>
          <p:cNvSpPr/>
          <p:nvPr/>
        </p:nvSpPr>
        <p:spPr>
          <a:xfrm>
            <a:off x="666751" y="4507296"/>
            <a:ext cx="5288800" cy="1204800"/>
          </a:xfrm>
          <a:prstGeom prst="rect">
            <a:avLst/>
          </a:prstGeom>
          <a:solidFill>
            <a:schemeClr val="accent4"/>
          </a:solidFill>
          <a:ln>
            <a:noFill/>
          </a:ln>
          <a:effectLst>
            <a:outerShdw blurRad="38100" dist="28575" dir="4860000" sx="101000" sy="101000" algn="tl" rotWithShape="0">
              <a:srgbClr val="73737B">
                <a:alpha val="40000"/>
              </a:srgbClr>
            </a:outerShdw>
          </a:effectLst>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128" name="Google Shape;128;p16"/>
          <p:cNvSpPr txBox="1">
            <a:spLocks noGrp="1"/>
          </p:cNvSpPr>
          <p:nvPr>
            <p:ph type="body" idx="5"/>
          </p:nvPr>
        </p:nvSpPr>
        <p:spPr>
          <a:xfrm>
            <a:off x="939453" y="4667912"/>
            <a:ext cx="4762400" cy="8832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29" name="Google Shape;129;p16"/>
          <p:cNvSpPr/>
          <p:nvPr/>
        </p:nvSpPr>
        <p:spPr>
          <a:xfrm rot="10800000">
            <a:off x="6221897" y="4507154"/>
            <a:ext cx="5288911" cy="1404517"/>
          </a:xfrm>
          <a:custGeom>
            <a:avLst/>
            <a:gdLst/>
            <a:ahLst/>
            <a:cxnLst/>
            <a:rect l="l" t="t" r="r" b="b"/>
            <a:pathLst>
              <a:path w="3966683" h="3098200" extrusionOk="0">
                <a:moveTo>
                  <a:pt x="3966683" y="3098200"/>
                </a:moveTo>
                <a:lnTo>
                  <a:pt x="0" y="3098200"/>
                </a:lnTo>
                <a:lnTo>
                  <a:pt x="0" y="440687"/>
                </a:lnTo>
                <a:lnTo>
                  <a:pt x="568196" y="440687"/>
                </a:lnTo>
                <a:lnTo>
                  <a:pt x="809515" y="0"/>
                </a:lnTo>
                <a:lnTo>
                  <a:pt x="1050834" y="440687"/>
                </a:lnTo>
                <a:lnTo>
                  <a:pt x="3966683" y="440687"/>
                </a:lnTo>
                <a:lnTo>
                  <a:pt x="3966683" y="3098200"/>
                </a:lnTo>
                <a:close/>
              </a:path>
            </a:pathLst>
          </a:custGeom>
          <a:solidFill>
            <a:schemeClr val="accent4"/>
          </a:solidFill>
          <a:ln>
            <a:noFill/>
          </a:ln>
          <a:effectLst>
            <a:outerShdw blurRad="38100" dist="28575" dir="4860000" sx="101000" sy="101000" algn="tl" rotWithShape="0">
              <a:srgbClr val="73737B">
                <a:alpha val="40000"/>
              </a:srgbClr>
            </a:outerShdw>
          </a:effectLst>
        </p:spPr>
        <p:txBody>
          <a:bodyPr spcFirstLastPara="1" wrap="square" lIns="91433" tIns="45700" rIns="91433" bIns="45700"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000000"/>
              </a:solidFill>
              <a:latin typeface="Arial"/>
              <a:ea typeface="Arial"/>
              <a:cs typeface="Arial"/>
              <a:sym typeface="Arial"/>
            </a:endParaRPr>
          </a:p>
        </p:txBody>
      </p:sp>
      <p:sp>
        <p:nvSpPr>
          <p:cNvPr id="130" name="Google Shape;130;p16"/>
          <p:cNvSpPr txBox="1">
            <a:spLocks noGrp="1"/>
          </p:cNvSpPr>
          <p:nvPr>
            <p:ph type="body" idx="6"/>
          </p:nvPr>
        </p:nvSpPr>
        <p:spPr>
          <a:xfrm>
            <a:off x="6516165" y="4667912"/>
            <a:ext cx="4762400" cy="8832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FFFFF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31" name="Google Shape;131;p16"/>
          <p:cNvSpPr txBox="1">
            <a:spLocks noGrp="1"/>
          </p:cNvSpPr>
          <p:nvPr>
            <p:ph type="body" idx="7"/>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383812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 Column Text">
  <p:cSld name="2 Column Text">
    <p:spTree>
      <p:nvGrpSpPr>
        <p:cNvPr id="1" name="Shape 132"/>
        <p:cNvGrpSpPr/>
        <p:nvPr/>
      </p:nvGrpSpPr>
      <p:grpSpPr>
        <a:xfrm>
          <a:off x="0" y="0"/>
          <a:ext cx="0" cy="0"/>
          <a:chOff x="0" y="0"/>
          <a:chExt cx="0" cy="0"/>
        </a:xfrm>
      </p:grpSpPr>
      <p:sp>
        <p:nvSpPr>
          <p:cNvPr id="133" name="Google Shape;133;p17"/>
          <p:cNvSpPr txBox="1">
            <a:spLocks noGrp="1"/>
          </p:cNvSpPr>
          <p:nvPr>
            <p:ph type="body" idx="1"/>
          </p:nvPr>
        </p:nvSpPr>
        <p:spPr>
          <a:xfrm>
            <a:off x="666751" y="1784352"/>
            <a:ext cx="5247200" cy="4377200"/>
          </a:xfrm>
          <a:prstGeom prst="rect">
            <a:avLst/>
          </a:prstGeom>
          <a:noFill/>
          <a:ln>
            <a:noFill/>
          </a:ln>
        </p:spPr>
        <p:txBody>
          <a:bodyPr spcFirstLastPara="1" wrap="square" lIns="0" tIns="34275" rIns="68575" bIns="34275" anchor="t" anchorCtr="0">
            <a:noAutofit/>
          </a:bodyPr>
          <a:lstStyle>
            <a:lvl1pPr marL="609585" lvl="0" indent="-474121" algn="l">
              <a:lnSpc>
                <a:spcPct val="100000"/>
              </a:lnSpc>
              <a:spcBef>
                <a:spcPts val="400"/>
              </a:spcBef>
              <a:spcAft>
                <a:spcPts val="0"/>
              </a:spcAft>
              <a:buSzPts val="2000"/>
              <a:buChar char="•"/>
              <a:defRPr sz="2133"/>
            </a:lvl1pPr>
            <a:lvl2pPr marL="1219170" lvl="1" indent="-474121" algn="l">
              <a:lnSpc>
                <a:spcPct val="100000"/>
              </a:lnSpc>
              <a:spcBef>
                <a:spcPts val="400"/>
              </a:spcBef>
              <a:spcAft>
                <a:spcPts val="0"/>
              </a:spcAft>
              <a:buSzPts val="2000"/>
              <a:buChar char="-"/>
              <a:defRPr sz="2133"/>
            </a:lvl2pPr>
            <a:lvl3pPr marL="1828754" lvl="2" indent="-474121" algn="l">
              <a:lnSpc>
                <a:spcPct val="100000"/>
              </a:lnSpc>
              <a:spcBef>
                <a:spcPts val="400"/>
              </a:spcBef>
              <a:spcAft>
                <a:spcPts val="0"/>
              </a:spcAft>
              <a:buSzPts val="2000"/>
              <a:buChar char="-"/>
              <a:defRPr sz="2133"/>
            </a:lvl3pPr>
            <a:lvl4pPr marL="2438339" lvl="3" indent="-474121" algn="l">
              <a:lnSpc>
                <a:spcPct val="100000"/>
              </a:lnSpc>
              <a:spcBef>
                <a:spcPts val="400"/>
              </a:spcBef>
              <a:spcAft>
                <a:spcPts val="0"/>
              </a:spcAft>
              <a:buSzPts val="2000"/>
              <a:buChar char="-"/>
              <a:defRPr sz="2133"/>
            </a:lvl4pPr>
            <a:lvl5pPr marL="3047924" lvl="4" indent="-448722" algn="l">
              <a:lnSpc>
                <a:spcPct val="100000"/>
              </a:lnSpc>
              <a:spcBef>
                <a:spcPts val="400"/>
              </a:spcBef>
              <a:spcAft>
                <a:spcPts val="0"/>
              </a:spcAft>
              <a:buSzPts val="1700"/>
              <a:buChar char="-"/>
              <a:defRPr sz="1867"/>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34" name="Google Shape;134;p17"/>
          <p:cNvSpPr txBox="1">
            <a:spLocks noGrp="1"/>
          </p:cNvSpPr>
          <p:nvPr>
            <p:ph type="body" idx="2"/>
          </p:nvPr>
        </p:nvSpPr>
        <p:spPr>
          <a:xfrm>
            <a:off x="6278039" y="1784352"/>
            <a:ext cx="5247200" cy="4377200"/>
          </a:xfrm>
          <a:prstGeom prst="rect">
            <a:avLst/>
          </a:prstGeom>
          <a:noFill/>
          <a:ln>
            <a:noFill/>
          </a:ln>
        </p:spPr>
        <p:txBody>
          <a:bodyPr spcFirstLastPara="1" wrap="square" lIns="0" tIns="34275" rIns="68575" bIns="34275" anchor="t" anchorCtr="0">
            <a:noAutofit/>
          </a:bodyPr>
          <a:lstStyle>
            <a:lvl1pPr marL="609585" lvl="0" indent="-474121" algn="l">
              <a:lnSpc>
                <a:spcPct val="100000"/>
              </a:lnSpc>
              <a:spcBef>
                <a:spcPts val="400"/>
              </a:spcBef>
              <a:spcAft>
                <a:spcPts val="0"/>
              </a:spcAft>
              <a:buSzPts val="2000"/>
              <a:buChar char="•"/>
              <a:defRPr sz="2133"/>
            </a:lvl1pPr>
            <a:lvl2pPr marL="1219170" lvl="1" indent="-474121" algn="l">
              <a:lnSpc>
                <a:spcPct val="100000"/>
              </a:lnSpc>
              <a:spcBef>
                <a:spcPts val="400"/>
              </a:spcBef>
              <a:spcAft>
                <a:spcPts val="0"/>
              </a:spcAft>
              <a:buSzPts val="2000"/>
              <a:buChar char="-"/>
              <a:defRPr sz="2133"/>
            </a:lvl2pPr>
            <a:lvl3pPr marL="1828754" lvl="2" indent="-474121" algn="l">
              <a:lnSpc>
                <a:spcPct val="100000"/>
              </a:lnSpc>
              <a:spcBef>
                <a:spcPts val="400"/>
              </a:spcBef>
              <a:spcAft>
                <a:spcPts val="0"/>
              </a:spcAft>
              <a:buSzPts val="2000"/>
              <a:buChar char="-"/>
              <a:defRPr sz="2133"/>
            </a:lvl3pPr>
            <a:lvl4pPr marL="2438339" lvl="3" indent="-474121" algn="l">
              <a:lnSpc>
                <a:spcPct val="100000"/>
              </a:lnSpc>
              <a:spcBef>
                <a:spcPts val="400"/>
              </a:spcBef>
              <a:spcAft>
                <a:spcPts val="0"/>
              </a:spcAft>
              <a:buSzPts val="2000"/>
              <a:buChar char="-"/>
              <a:defRPr sz="2133"/>
            </a:lvl4pPr>
            <a:lvl5pPr marL="3047924" lvl="4" indent="-448722" algn="l">
              <a:lnSpc>
                <a:spcPct val="100000"/>
              </a:lnSpc>
              <a:spcBef>
                <a:spcPts val="400"/>
              </a:spcBef>
              <a:spcAft>
                <a:spcPts val="0"/>
              </a:spcAft>
              <a:buSzPts val="1700"/>
              <a:buChar char="-"/>
              <a:defRPr sz="1867"/>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35" name="Google Shape;135;p17"/>
          <p:cNvSpPr txBox="1">
            <a:spLocks noGrp="1"/>
          </p:cNvSpPr>
          <p:nvPr>
            <p:ph type="body" idx="3"/>
          </p:nvPr>
        </p:nvSpPr>
        <p:spPr>
          <a:xfrm>
            <a:off x="666751" y="1220755"/>
            <a:ext cx="5247200" cy="431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Font typeface="Arial"/>
              <a:buNone/>
              <a:defRPr sz="2400" b="1">
                <a:solidFill>
                  <a:schemeClr val="accen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36" name="Google Shape;136;p17"/>
          <p:cNvSpPr txBox="1">
            <a:spLocks noGrp="1"/>
          </p:cNvSpPr>
          <p:nvPr>
            <p:ph type="body" idx="4"/>
          </p:nvPr>
        </p:nvSpPr>
        <p:spPr>
          <a:xfrm>
            <a:off x="6321395" y="1220755"/>
            <a:ext cx="5247200" cy="431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Font typeface="Arial"/>
              <a:buNone/>
              <a:defRPr sz="2400" b="1">
                <a:solidFill>
                  <a:schemeClr val="accen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37" name="Google Shape;137;p17"/>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38" name="Google Shape;138;p17"/>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9" name="Google Shape;139;p17"/>
          <p:cNvSpPr txBox="1">
            <a:spLocks noGrp="1"/>
          </p:cNvSpPr>
          <p:nvPr>
            <p:ph type="body" idx="5"/>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147670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ext and Image">
  <p:cSld name="Text and Image">
    <p:spTree>
      <p:nvGrpSpPr>
        <p:cNvPr id="1" name="Shape 140"/>
        <p:cNvGrpSpPr/>
        <p:nvPr/>
      </p:nvGrpSpPr>
      <p:grpSpPr>
        <a:xfrm>
          <a:off x="0" y="0"/>
          <a:ext cx="0" cy="0"/>
          <a:chOff x="0" y="0"/>
          <a:chExt cx="0" cy="0"/>
        </a:xfrm>
      </p:grpSpPr>
      <p:sp>
        <p:nvSpPr>
          <p:cNvPr id="141" name="Google Shape;141;p18"/>
          <p:cNvSpPr txBox="1">
            <a:spLocks noGrp="1"/>
          </p:cNvSpPr>
          <p:nvPr>
            <p:ph type="body" idx="1"/>
          </p:nvPr>
        </p:nvSpPr>
        <p:spPr>
          <a:xfrm>
            <a:off x="666751" y="1784352"/>
            <a:ext cx="5247200" cy="4377200"/>
          </a:xfrm>
          <a:prstGeom prst="rect">
            <a:avLst/>
          </a:prstGeom>
          <a:noFill/>
          <a:ln>
            <a:noFill/>
          </a:ln>
        </p:spPr>
        <p:txBody>
          <a:bodyPr spcFirstLastPara="1" wrap="square" lIns="0" tIns="34275" rIns="68575" bIns="34275" anchor="t" anchorCtr="0">
            <a:noAutofit/>
          </a:bodyPr>
          <a:lstStyle>
            <a:lvl1pPr marL="609585" lvl="0" indent="-474121" algn="l">
              <a:lnSpc>
                <a:spcPct val="100000"/>
              </a:lnSpc>
              <a:spcBef>
                <a:spcPts val="400"/>
              </a:spcBef>
              <a:spcAft>
                <a:spcPts val="0"/>
              </a:spcAft>
              <a:buSzPts val="2000"/>
              <a:buChar char="•"/>
              <a:defRPr sz="2133"/>
            </a:lvl1pPr>
            <a:lvl2pPr marL="1219170" lvl="1" indent="-474121" algn="l">
              <a:lnSpc>
                <a:spcPct val="100000"/>
              </a:lnSpc>
              <a:spcBef>
                <a:spcPts val="400"/>
              </a:spcBef>
              <a:spcAft>
                <a:spcPts val="0"/>
              </a:spcAft>
              <a:buSzPts val="2000"/>
              <a:buChar char="-"/>
              <a:defRPr sz="2133"/>
            </a:lvl2pPr>
            <a:lvl3pPr marL="1828754" lvl="2" indent="-474121" algn="l">
              <a:lnSpc>
                <a:spcPct val="100000"/>
              </a:lnSpc>
              <a:spcBef>
                <a:spcPts val="400"/>
              </a:spcBef>
              <a:spcAft>
                <a:spcPts val="0"/>
              </a:spcAft>
              <a:buSzPts val="2000"/>
              <a:buChar char="-"/>
              <a:defRPr sz="2133"/>
            </a:lvl3pPr>
            <a:lvl4pPr marL="2438339" lvl="3" indent="-474121" algn="l">
              <a:lnSpc>
                <a:spcPct val="100000"/>
              </a:lnSpc>
              <a:spcBef>
                <a:spcPts val="400"/>
              </a:spcBef>
              <a:spcAft>
                <a:spcPts val="0"/>
              </a:spcAft>
              <a:buSzPts val="2000"/>
              <a:buChar char="-"/>
              <a:defRPr sz="2133"/>
            </a:lvl4pPr>
            <a:lvl5pPr marL="3047924" lvl="4" indent="-431789" algn="l">
              <a:lnSpc>
                <a:spcPct val="100000"/>
              </a:lnSpc>
              <a:spcBef>
                <a:spcPts val="400"/>
              </a:spcBef>
              <a:spcAft>
                <a:spcPts val="0"/>
              </a:spcAft>
              <a:buSzPts val="1500"/>
              <a:buChar char="-"/>
              <a:defRPr sz="1600"/>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42" name="Google Shape;142;p18"/>
          <p:cNvSpPr txBox="1">
            <a:spLocks noGrp="1"/>
          </p:cNvSpPr>
          <p:nvPr>
            <p:ph type="body" idx="2"/>
          </p:nvPr>
        </p:nvSpPr>
        <p:spPr>
          <a:xfrm>
            <a:off x="666751" y="1220755"/>
            <a:ext cx="10850000" cy="431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Font typeface="Arial"/>
              <a:buNone/>
              <a:defRPr sz="2400" b="1">
                <a:solidFill>
                  <a:schemeClr val="accen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43" name="Google Shape;143;p18"/>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44" name="Google Shape;144;p18"/>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5" name="Google Shape;145;p18"/>
          <p:cNvSpPr>
            <a:spLocks noGrp="1"/>
          </p:cNvSpPr>
          <p:nvPr>
            <p:ph type="pic" idx="3"/>
          </p:nvPr>
        </p:nvSpPr>
        <p:spPr>
          <a:xfrm>
            <a:off x="6278039" y="1221319"/>
            <a:ext cx="5238800" cy="4459600"/>
          </a:xfrm>
          <a:prstGeom prst="rect">
            <a:avLst/>
          </a:prstGeom>
          <a:noFill/>
          <a:ln>
            <a:noFill/>
          </a:ln>
        </p:spPr>
      </p:sp>
      <p:sp>
        <p:nvSpPr>
          <p:cNvPr id="146" name="Google Shape;146;p18"/>
          <p:cNvSpPr txBox="1">
            <a:spLocks noGrp="1"/>
          </p:cNvSpPr>
          <p:nvPr>
            <p:ph type="body" idx="4"/>
          </p:nvPr>
        </p:nvSpPr>
        <p:spPr>
          <a:xfrm>
            <a:off x="6278039" y="5681003"/>
            <a:ext cx="5238800" cy="480800"/>
          </a:xfrm>
          <a:prstGeom prst="rect">
            <a:avLst/>
          </a:prstGeom>
          <a:noFill/>
          <a:ln>
            <a:noFill/>
          </a:ln>
        </p:spPr>
        <p:txBody>
          <a:bodyPr spcFirstLastPara="1" wrap="square" lIns="0" tIns="0" rIns="0" bIns="0" anchor="ctr" anchorCtr="0">
            <a:noAutofit/>
          </a:bodyPr>
          <a:lstStyle>
            <a:lvl1pPr marL="609585" lvl="0" indent="-304792" algn="ctr">
              <a:lnSpc>
                <a:spcPct val="100000"/>
              </a:lnSpc>
              <a:spcBef>
                <a:spcPts val="400"/>
              </a:spcBef>
              <a:spcAft>
                <a:spcPts val="0"/>
              </a:spcAft>
              <a:buSzPts val="1700"/>
              <a:buNone/>
              <a:defRPr sz="1867">
                <a:solidFill>
                  <a:srgbClr val="7F7F7F"/>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47" name="Google Shape;147;p18"/>
          <p:cNvSpPr txBox="1">
            <a:spLocks noGrp="1"/>
          </p:cNvSpPr>
          <p:nvPr>
            <p:ph type="body" idx="5"/>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4864635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 Person Profile">
  <p:cSld name="1 Person Profile">
    <p:spTree>
      <p:nvGrpSpPr>
        <p:cNvPr id="1" name="Shape 148"/>
        <p:cNvGrpSpPr/>
        <p:nvPr/>
      </p:nvGrpSpPr>
      <p:grpSpPr>
        <a:xfrm>
          <a:off x="0" y="0"/>
          <a:ext cx="0" cy="0"/>
          <a:chOff x="0" y="0"/>
          <a:chExt cx="0" cy="0"/>
        </a:xfrm>
      </p:grpSpPr>
      <p:cxnSp>
        <p:nvCxnSpPr>
          <p:cNvPr id="149" name="Google Shape;149;p19"/>
          <p:cNvCxnSpPr/>
          <p:nvPr/>
        </p:nvCxnSpPr>
        <p:spPr>
          <a:xfrm>
            <a:off x="3599723" y="2205113"/>
            <a:ext cx="672000" cy="0"/>
          </a:xfrm>
          <a:prstGeom prst="straightConnector1">
            <a:avLst/>
          </a:prstGeom>
          <a:noFill/>
          <a:ln w="9525" cap="rnd" cmpd="sng">
            <a:solidFill>
              <a:srgbClr val="545356"/>
            </a:solidFill>
            <a:prstDash val="solid"/>
            <a:round/>
            <a:headEnd type="none" w="sm" len="sm"/>
            <a:tailEnd type="none" w="sm" len="sm"/>
          </a:ln>
        </p:spPr>
      </p:cxnSp>
      <p:sp>
        <p:nvSpPr>
          <p:cNvPr id="150" name="Google Shape;150;p19"/>
          <p:cNvSpPr txBox="1">
            <a:spLocks noGrp="1"/>
          </p:cNvSpPr>
          <p:nvPr>
            <p:ph type="body" idx="1"/>
          </p:nvPr>
        </p:nvSpPr>
        <p:spPr>
          <a:xfrm>
            <a:off x="3599723" y="1519121"/>
            <a:ext cx="79172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51" name="Google Shape;151;p19"/>
          <p:cNvSpPr txBox="1">
            <a:spLocks noGrp="1"/>
          </p:cNvSpPr>
          <p:nvPr>
            <p:ph type="body" idx="2"/>
          </p:nvPr>
        </p:nvSpPr>
        <p:spPr>
          <a:xfrm>
            <a:off x="3599723" y="1884443"/>
            <a:ext cx="79172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52" name="Google Shape;152;p19"/>
          <p:cNvSpPr txBox="1">
            <a:spLocks noGrp="1"/>
          </p:cNvSpPr>
          <p:nvPr>
            <p:ph type="body" idx="3"/>
          </p:nvPr>
        </p:nvSpPr>
        <p:spPr>
          <a:xfrm>
            <a:off x="3599723" y="2244995"/>
            <a:ext cx="7917200" cy="29700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53" name="Google Shape;153;p19"/>
          <p:cNvSpPr>
            <a:spLocks noGrp="1"/>
          </p:cNvSpPr>
          <p:nvPr>
            <p:ph type="pic" idx="4"/>
          </p:nvPr>
        </p:nvSpPr>
        <p:spPr>
          <a:xfrm>
            <a:off x="666751" y="1516893"/>
            <a:ext cx="2356800" cy="2356800"/>
          </a:xfrm>
          <a:prstGeom prst="rect">
            <a:avLst/>
          </a:prstGeom>
          <a:noFill/>
          <a:ln>
            <a:noFill/>
          </a:ln>
        </p:spPr>
      </p:sp>
      <p:sp>
        <p:nvSpPr>
          <p:cNvPr id="154" name="Google Shape;154;p19"/>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55" name="Google Shape;155;p19"/>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6" name="Google Shape;156;p19"/>
          <p:cNvSpPr txBox="1">
            <a:spLocks noGrp="1"/>
          </p:cNvSpPr>
          <p:nvPr>
            <p:ph type="body" idx="5"/>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2256820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Person Profile">
  <p:cSld name="3 Person Profile">
    <p:spTree>
      <p:nvGrpSpPr>
        <p:cNvPr id="1" name="Shape 157"/>
        <p:cNvGrpSpPr/>
        <p:nvPr/>
      </p:nvGrpSpPr>
      <p:grpSpPr>
        <a:xfrm>
          <a:off x="0" y="0"/>
          <a:ext cx="0" cy="0"/>
          <a:chOff x="0" y="0"/>
          <a:chExt cx="0" cy="0"/>
        </a:xfrm>
      </p:grpSpPr>
      <p:cxnSp>
        <p:nvCxnSpPr>
          <p:cNvPr id="158" name="Google Shape;158;p20"/>
          <p:cNvCxnSpPr/>
          <p:nvPr/>
        </p:nvCxnSpPr>
        <p:spPr>
          <a:xfrm>
            <a:off x="666751" y="3576024"/>
            <a:ext cx="672000" cy="0"/>
          </a:xfrm>
          <a:prstGeom prst="straightConnector1">
            <a:avLst/>
          </a:prstGeom>
          <a:noFill/>
          <a:ln w="9525" cap="rnd" cmpd="sng">
            <a:solidFill>
              <a:srgbClr val="545356"/>
            </a:solidFill>
            <a:prstDash val="solid"/>
            <a:round/>
            <a:headEnd type="none" w="sm" len="sm"/>
            <a:tailEnd type="none" w="sm" len="sm"/>
          </a:ln>
        </p:spPr>
      </p:cxnSp>
      <p:sp>
        <p:nvSpPr>
          <p:cNvPr id="159" name="Google Shape;159;p20"/>
          <p:cNvSpPr txBox="1">
            <a:spLocks noGrp="1"/>
          </p:cNvSpPr>
          <p:nvPr>
            <p:ph type="body" idx="1"/>
          </p:nvPr>
        </p:nvSpPr>
        <p:spPr>
          <a:xfrm>
            <a:off x="666751" y="2890031"/>
            <a:ext cx="33540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0" name="Google Shape;160;p20"/>
          <p:cNvSpPr txBox="1">
            <a:spLocks noGrp="1"/>
          </p:cNvSpPr>
          <p:nvPr>
            <p:ph type="body" idx="2"/>
          </p:nvPr>
        </p:nvSpPr>
        <p:spPr>
          <a:xfrm>
            <a:off x="666751" y="3255355"/>
            <a:ext cx="33540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1" name="Google Shape;161;p20"/>
          <p:cNvSpPr txBox="1">
            <a:spLocks noGrp="1"/>
          </p:cNvSpPr>
          <p:nvPr>
            <p:ph type="body" idx="3"/>
          </p:nvPr>
        </p:nvSpPr>
        <p:spPr>
          <a:xfrm>
            <a:off x="666751" y="3615907"/>
            <a:ext cx="33540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2" name="Google Shape;162;p20"/>
          <p:cNvSpPr>
            <a:spLocks noGrp="1"/>
          </p:cNvSpPr>
          <p:nvPr>
            <p:ph type="pic" idx="4"/>
          </p:nvPr>
        </p:nvSpPr>
        <p:spPr>
          <a:xfrm>
            <a:off x="666751" y="1350324"/>
            <a:ext cx="1513200" cy="1513200"/>
          </a:xfrm>
          <a:prstGeom prst="rect">
            <a:avLst/>
          </a:prstGeom>
          <a:noFill/>
          <a:ln>
            <a:noFill/>
          </a:ln>
        </p:spPr>
      </p:sp>
      <p:cxnSp>
        <p:nvCxnSpPr>
          <p:cNvPr id="163" name="Google Shape;163;p20"/>
          <p:cNvCxnSpPr/>
          <p:nvPr/>
        </p:nvCxnSpPr>
        <p:spPr>
          <a:xfrm>
            <a:off x="4407800" y="3576024"/>
            <a:ext cx="672000" cy="0"/>
          </a:xfrm>
          <a:prstGeom prst="straightConnector1">
            <a:avLst/>
          </a:prstGeom>
          <a:noFill/>
          <a:ln w="9525" cap="rnd" cmpd="sng">
            <a:solidFill>
              <a:srgbClr val="545356"/>
            </a:solidFill>
            <a:prstDash val="solid"/>
            <a:round/>
            <a:headEnd type="none" w="sm" len="sm"/>
            <a:tailEnd type="none" w="sm" len="sm"/>
          </a:ln>
        </p:spPr>
      </p:cxnSp>
      <p:sp>
        <p:nvSpPr>
          <p:cNvPr id="164" name="Google Shape;164;p20"/>
          <p:cNvSpPr txBox="1">
            <a:spLocks noGrp="1"/>
          </p:cNvSpPr>
          <p:nvPr>
            <p:ph type="body" idx="5"/>
          </p:nvPr>
        </p:nvSpPr>
        <p:spPr>
          <a:xfrm>
            <a:off x="4407800" y="2890031"/>
            <a:ext cx="33540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5" name="Google Shape;165;p20"/>
          <p:cNvSpPr txBox="1">
            <a:spLocks noGrp="1"/>
          </p:cNvSpPr>
          <p:nvPr>
            <p:ph type="body" idx="6"/>
          </p:nvPr>
        </p:nvSpPr>
        <p:spPr>
          <a:xfrm>
            <a:off x="4407800" y="3255355"/>
            <a:ext cx="33540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6" name="Google Shape;166;p20"/>
          <p:cNvSpPr txBox="1">
            <a:spLocks noGrp="1"/>
          </p:cNvSpPr>
          <p:nvPr>
            <p:ph type="body" idx="7"/>
          </p:nvPr>
        </p:nvSpPr>
        <p:spPr>
          <a:xfrm>
            <a:off x="4407800" y="3615907"/>
            <a:ext cx="33540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67" name="Google Shape;167;p20"/>
          <p:cNvSpPr>
            <a:spLocks noGrp="1"/>
          </p:cNvSpPr>
          <p:nvPr>
            <p:ph type="pic" idx="8"/>
          </p:nvPr>
        </p:nvSpPr>
        <p:spPr>
          <a:xfrm>
            <a:off x="4407800" y="1350324"/>
            <a:ext cx="1513200" cy="1513200"/>
          </a:xfrm>
          <a:prstGeom prst="rect">
            <a:avLst/>
          </a:prstGeom>
          <a:noFill/>
          <a:ln>
            <a:noFill/>
          </a:ln>
        </p:spPr>
      </p:sp>
      <p:cxnSp>
        <p:nvCxnSpPr>
          <p:cNvPr id="168" name="Google Shape;168;p20"/>
          <p:cNvCxnSpPr/>
          <p:nvPr/>
        </p:nvCxnSpPr>
        <p:spPr>
          <a:xfrm>
            <a:off x="8148852" y="3576024"/>
            <a:ext cx="672000" cy="0"/>
          </a:xfrm>
          <a:prstGeom prst="straightConnector1">
            <a:avLst/>
          </a:prstGeom>
          <a:noFill/>
          <a:ln w="9525" cap="rnd" cmpd="sng">
            <a:solidFill>
              <a:srgbClr val="545356"/>
            </a:solidFill>
            <a:prstDash val="solid"/>
            <a:round/>
            <a:headEnd type="none" w="sm" len="sm"/>
            <a:tailEnd type="none" w="sm" len="sm"/>
          </a:ln>
        </p:spPr>
      </p:cxnSp>
      <p:sp>
        <p:nvSpPr>
          <p:cNvPr id="169" name="Google Shape;169;p20"/>
          <p:cNvSpPr txBox="1">
            <a:spLocks noGrp="1"/>
          </p:cNvSpPr>
          <p:nvPr>
            <p:ph type="body" idx="9"/>
          </p:nvPr>
        </p:nvSpPr>
        <p:spPr>
          <a:xfrm>
            <a:off x="8148852" y="2890031"/>
            <a:ext cx="33540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70" name="Google Shape;170;p20"/>
          <p:cNvSpPr txBox="1">
            <a:spLocks noGrp="1"/>
          </p:cNvSpPr>
          <p:nvPr>
            <p:ph type="body" idx="13"/>
          </p:nvPr>
        </p:nvSpPr>
        <p:spPr>
          <a:xfrm>
            <a:off x="8148852" y="3255355"/>
            <a:ext cx="33540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71" name="Google Shape;171;p20"/>
          <p:cNvSpPr txBox="1">
            <a:spLocks noGrp="1"/>
          </p:cNvSpPr>
          <p:nvPr>
            <p:ph type="body" idx="14"/>
          </p:nvPr>
        </p:nvSpPr>
        <p:spPr>
          <a:xfrm>
            <a:off x="8148852" y="3615907"/>
            <a:ext cx="33540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72" name="Google Shape;172;p20"/>
          <p:cNvSpPr>
            <a:spLocks noGrp="1"/>
          </p:cNvSpPr>
          <p:nvPr>
            <p:ph type="pic" idx="15"/>
          </p:nvPr>
        </p:nvSpPr>
        <p:spPr>
          <a:xfrm>
            <a:off x="8148852" y="1350324"/>
            <a:ext cx="1513200" cy="1513200"/>
          </a:xfrm>
          <a:prstGeom prst="rect">
            <a:avLst/>
          </a:prstGeom>
          <a:noFill/>
          <a:ln>
            <a:noFill/>
          </a:ln>
        </p:spPr>
      </p:sp>
      <p:sp>
        <p:nvSpPr>
          <p:cNvPr id="173" name="Google Shape;173;p20"/>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74" name="Google Shape;174;p20"/>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5" name="Google Shape;175;p20"/>
          <p:cNvSpPr txBox="1">
            <a:spLocks noGrp="1"/>
          </p:cNvSpPr>
          <p:nvPr>
            <p:ph type="body" idx="16"/>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3775791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 Person Profile">
  <p:cSld name="4 Person Profile">
    <p:spTree>
      <p:nvGrpSpPr>
        <p:cNvPr id="1" name="Shape 176"/>
        <p:cNvGrpSpPr/>
        <p:nvPr/>
      </p:nvGrpSpPr>
      <p:grpSpPr>
        <a:xfrm>
          <a:off x="0" y="0"/>
          <a:ext cx="0" cy="0"/>
          <a:chOff x="0" y="0"/>
          <a:chExt cx="0" cy="0"/>
        </a:xfrm>
      </p:grpSpPr>
      <p:cxnSp>
        <p:nvCxnSpPr>
          <p:cNvPr id="177" name="Google Shape;177;p21"/>
          <p:cNvCxnSpPr/>
          <p:nvPr/>
        </p:nvCxnSpPr>
        <p:spPr>
          <a:xfrm>
            <a:off x="666751" y="3576024"/>
            <a:ext cx="504400" cy="0"/>
          </a:xfrm>
          <a:prstGeom prst="straightConnector1">
            <a:avLst/>
          </a:prstGeom>
          <a:noFill/>
          <a:ln w="9525" cap="rnd" cmpd="sng">
            <a:solidFill>
              <a:srgbClr val="545356"/>
            </a:solidFill>
            <a:prstDash val="solid"/>
            <a:round/>
            <a:headEnd type="none" w="sm" len="sm"/>
            <a:tailEnd type="none" w="sm" len="sm"/>
          </a:ln>
        </p:spPr>
      </p:cxnSp>
      <p:sp>
        <p:nvSpPr>
          <p:cNvPr id="178" name="Google Shape;178;p21"/>
          <p:cNvSpPr txBox="1">
            <a:spLocks noGrp="1"/>
          </p:cNvSpPr>
          <p:nvPr>
            <p:ph type="body" idx="1"/>
          </p:nvPr>
        </p:nvSpPr>
        <p:spPr>
          <a:xfrm>
            <a:off x="666749" y="2890031"/>
            <a:ext cx="25176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79" name="Google Shape;179;p21"/>
          <p:cNvSpPr txBox="1">
            <a:spLocks noGrp="1"/>
          </p:cNvSpPr>
          <p:nvPr>
            <p:ph type="body" idx="2"/>
          </p:nvPr>
        </p:nvSpPr>
        <p:spPr>
          <a:xfrm>
            <a:off x="666749" y="3255355"/>
            <a:ext cx="25176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80" name="Google Shape;180;p21"/>
          <p:cNvSpPr txBox="1">
            <a:spLocks noGrp="1"/>
          </p:cNvSpPr>
          <p:nvPr>
            <p:ph type="body" idx="3"/>
          </p:nvPr>
        </p:nvSpPr>
        <p:spPr>
          <a:xfrm>
            <a:off x="666749" y="3615907"/>
            <a:ext cx="25176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81" name="Google Shape;181;p21"/>
          <p:cNvSpPr>
            <a:spLocks noGrp="1"/>
          </p:cNvSpPr>
          <p:nvPr>
            <p:ph type="pic" idx="4"/>
          </p:nvPr>
        </p:nvSpPr>
        <p:spPr>
          <a:xfrm>
            <a:off x="666751" y="1350324"/>
            <a:ext cx="1513200" cy="1513200"/>
          </a:xfrm>
          <a:prstGeom prst="rect">
            <a:avLst/>
          </a:prstGeom>
          <a:noFill/>
          <a:ln>
            <a:noFill/>
          </a:ln>
        </p:spPr>
      </p:sp>
      <p:sp>
        <p:nvSpPr>
          <p:cNvPr id="182" name="Google Shape;182;p21"/>
          <p:cNvSpPr txBox="1">
            <a:spLocks noGrp="1"/>
          </p:cNvSpPr>
          <p:nvPr>
            <p:ph type="sldNum" idx="12"/>
          </p:nvPr>
        </p:nvSpPr>
        <p:spPr>
          <a:xfrm>
            <a:off x="10896533" y="6308723"/>
            <a:ext cx="620400" cy="3660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183" name="Google Shape;183;p21"/>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84" name="Google Shape;184;p21"/>
          <p:cNvCxnSpPr/>
          <p:nvPr/>
        </p:nvCxnSpPr>
        <p:spPr>
          <a:xfrm>
            <a:off x="3449396" y="3576024"/>
            <a:ext cx="504400" cy="0"/>
          </a:xfrm>
          <a:prstGeom prst="straightConnector1">
            <a:avLst/>
          </a:prstGeom>
          <a:noFill/>
          <a:ln w="9525" cap="rnd" cmpd="sng">
            <a:solidFill>
              <a:srgbClr val="545356"/>
            </a:solidFill>
            <a:prstDash val="solid"/>
            <a:round/>
            <a:headEnd type="none" w="sm" len="sm"/>
            <a:tailEnd type="none" w="sm" len="sm"/>
          </a:ln>
        </p:spPr>
      </p:cxnSp>
      <p:sp>
        <p:nvSpPr>
          <p:cNvPr id="185" name="Google Shape;185;p21"/>
          <p:cNvSpPr txBox="1">
            <a:spLocks noGrp="1"/>
          </p:cNvSpPr>
          <p:nvPr>
            <p:ph type="body" idx="5"/>
          </p:nvPr>
        </p:nvSpPr>
        <p:spPr>
          <a:xfrm>
            <a:off x="3449395" y="2890031"/>
            <a:ext cx="25176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86" name="Google Shape;186;p21"/>
          <p:cNvSpPr txBox="1">
            <a:spLocks noGrp="1"/>
          </p:cNvSpPr>
          <p:nvPr>
            <p:ph type="body" idx="6"/>
          </p:nvPr>
        </p:nvSpPr>
        <p:spPr>
          <a:xfrm>
            <a:off x="3449395" y="3255355"/>
            <a:ext cx="25176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87" name="Google Shape;187;p21"/>
          <p:cNvSpPr txBox="1">
            <a:spLocks noGrp="1"/>
          </p:cNvSpPr>
          <p:nvPr>
            <p:ph type="body" idx="7"/>
          </p:nvPr>
        </p:nvSpPr>
        <p:spPr>
          <a:xfrm>
            <a:off x="3449395" y="3615907"/>
            <a:ext cx="25176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cxnSp>
        <p:nvCxnSpPr>
          <p:cNvPr id="188" name="Google Shape;188;p21"/>
          <p:cNvCxnSpPr/>
          <p:nvPr/>
        </p:nvCxnSpPr>
        <p:spPr>
          <a:xfrm>
            <a:off x="6232043" y="3576024"/>
            <a:ext cx="504400" cy="0"/>
          </a:xfrm>
          <a:prstGeom prst="straightConnector1">
            <a:avLst/>
          </a:prstGeom>
          <a:noFill/>
          <a:ln w="9525" cap="rnd" cmpd="sng">
            <a:solidFill>
              <a:srgbClr val="545356"/>
            </a:solidFill>
            <a:prstDash val="solid"/>
            <a:round/>
            <a:headEnd type="none" w="sm" len="sm"/>
            <a:tailEnd type="none" w="sm" len="sm"/>
          </a:ln>
        </p:spPr>
      </p:cxnSp>
      <p:sp>
        <p:nvSpPr>
          <p:cNvPr id="189" name="Google Shape;189;p21"/>
          <p:cNvSpPr txBox="1">
            <a:spLocks noGrp="1"/>
          </p:cNvSpPr>
          <p:nvPr>
            <p:ph type="body" idx="8"/>
          </p:nvPr>
        </p:nvSpPr>
        <p:spPr>
          <a:xfrm>
            <a:off x="6232040" y="2890031"/>
            <a:ext cx="25176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90" name="Google Shape;190;p21"/>
          <p:cNvSpPr txBox="1">
            <a:spLocks noGrp="1"/>
          </p:cNvSpPr>
          <p:nvPr>
            <p:ph type="body" idx="9"/>
          </p:nvPr>
        </p:nvSpPr>
        <p:spPr>
          <a:xfrm>
            <a:off x="6232040" y="3255355"/>
            <a:ext cx="25176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91" name="Google Shape;191;p21"/>
          <p:cNvSpPr txBox="1">
            <a:spLocks noGrp="1"/>
          </p:cNvSpPr>
          <p:nvPr>
            <p:ph type="body" idx="13"/>
          </p:nvPr>
        </p:nvSpPr>
        <p:spPr>
          <a:xfrm>
            <a:off x="6232040" y="3615907"/>
            <a:ext cx="25176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cxnSp>
        <p:nvCxnSpPr>
          <p:cNvPr id="192" name="Google Shape;192;p21"/>
          <p:cNvCxnSpPr/>
          <p:nvPr/>
        </p:nvCxnSpPr>
        <p:spPr>
          <a:xfrm>
            <a:off x="9014687" y="3576024"/>
            <a:ext cx="504400" cy="0"/>
          </a:xfrm>
          <a:prstGeom prst="straightConnector1">
            <a:avLst/>
          </a:prstGeom>
          <a:noFill/>
          <a:ln w="9525" cap="rnd" cmpd="sng">
            <a:solidFill>
              <a:srgbClr val="545356"/>
            </a:solidFill>
            <a:prstDash val="solid"/>
            <a:round/>
            <a:headEnd type="none" w="sm" len="sm"/>
            <a:tailEnd type="none" w="sm" len="sm"/>
          </a:ln>
        </p:spPr>
      </p:cxnSp>
      <p:sp>
        <p:nvSpPr>
          <p:cNvPr id="193" name="Google Shape;193;p21"/>
          <p:cNvSpPr txBox="1">
            <a:spLocks noGrp="1"/>
          </p:cNvSpPr>
          <p:nvPr>
            <p:ph type="body" idx="14"/>
          </p:nvPr>
        </p:nvSpPr>
        <p:spPr>
          <a:xfrm>
            <a:off x="9014684" y="2890031"/>
            <a:ext cx="2517600" cy="352000"/>
          </a:xfrm>
          <a:prstGeom prst="rect">
            <a:avLst/>
          </a:prstGeom>
          <a:noFill/>
          <a:ln>
            <a:noFill/>
          </a:ln>
        </p:spPr>
        <p:txBody>
          <a:bodyPr spcFirstLastPara="1" wrap="square" lIns="0" tIns="0" rIns="0" bIns="0" anchor="b" anchorCtr="0">
            <a:noAutofit/>
          </a:bodyPr>
          <a:lstStyle>
            <a:lvl1pPr marL="609585" lvl="0" indent="-304792" algn="l">
              <a:lnSpc>
                <a:spcPct val="100000"/>
              </a:lnSpc>
              <a:spcBef>
                <a:spcPts val="400"/>
              </a:spcBef>
              <a:spcAft>
                <a:spcPts val="0"/>
              </a:spcAft>
              <a:buSzPts val="2000"/>
              <a:buFont typeface="Arial"/>
              <a:buNone/>
              <a:defRPr sz="2133" b="1" i="0">
                <a:solidFill>
                  <a:schemeClr val="accen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94" name="Google Shape;194;p21"/>
          <p:cNvSpPr txBox="1">
            <a:spLocks noGrp="1"/>
          </p:cNvSpPr>
          <p:nvPr>
            <p:ph type="body" idx="15"/>
          </p:nvPr>
        </p:nvSpPr>
        <p:spPr>
          <a:xfrm>
            <a:off x="9014684" y="3255355"/>
            <a:ext cx="2517600" cy="347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95" name="Google Shape;195;p21"/>
          <p:cNvSpPr txBox="1">
            <a:spLocks noGrp="1"/>
          </p:cNvSpPr>
          <p:nvPr>
            <p:ph type="body" idx="16"/>
          </p:nvPr>
        </p:nvSpPr>
        <p:spPr>
          <a:xfrm>
            <a:off x="9014684" y="3615907"/>
            <a:ext cx="2517600" cy="6728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1500"/>
              <a:buFont typeface="Arial"/>
              <a:buNone/>
              <a:defRPr sz="1600" b="0" i="0">
                <a:solidFill>
                  <a:schemeClr val="dk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196" name="Google Shape;196;p21"/>
          <p:cNvSpPr>
            <a:spLocks noGrp="1"/>
          </p:cNvSpPr>
          <p:nvPr>
            <p:ph type="pic" idx="17"/>
          </p:nvPr>
        </p:nvSpPr>
        <p:spPr>
          <a:xfrm>
            <a:off x="3449395" y="1350324"/>
            <a:ext cx="1513200" cy="1513200"/>
          </a:xfrm>
          <a:prstGeom prst="rect">
            <a:avLst/>
          </a:prstGeom>
          <a:noFill/>
          <a:ln>
            <a:noFill/>
          </a:ln>
        </p:spPr>
      </p:sp>
      <p:sp>
        <p:nvSpPr>
          <p:cNvPr id="197" name="Google Shape;197;p21"/>
          <p:cNvSpPr>
            <a:spLocks noGrp="1"/>
          </p:cNvSpPr>
          <p:nvPr>
            <p:ph type="pic" idx="18"/>
          </p:nvPr>
        </p:nvSpPr>
        <p:spPr>
          <a:xfrm>
            <a:off x="6232040" y="1350324"/>
            <a:ext cx="1513200" cy="1513200"/>
          </a:xfrm>
          <a:prstGeom prst="rect">
            <a:avLst/>
          </a:prstGeom>
          <a:noFill/>
          <a:ln>
            <a:noFill/>
          </a:ln>
        </p:spPr>
      </p:sp>
      <p:sp>
        <p:nvSpPr>
          <p:cNvPr id="198" name="Google Shape;198;p21"/>
          <p:cNvSpPr>
            <a:spLocks noGrp="1"/>
          </p:cNvSpPr>
          <p:nvPr>
            <p:ph type="pic" idx="19"/>
          </p:nvPr>
        </p:nvSpPr>
        <p:spPr>
          <a:xfrm>
            <a:off x="9014684" y="1350324"/>
            <a:ext cx="1513200" cy="1513200"/>
          </a:xfrm>
          <a:prstGeom prst="rect">
            <a:avLst/>
          </a:prstGeom>
          <a:noFill/>
          <a:ln>
            <a:noFill/>
          </a:ln>
        </p:spPr>
      </p:sp>
      <p:sp>
        <p:nvSpPr>
          <p:cNvPr id="199" name="Google Shape;199;p21"/>
          <p:cNvSpPr txBox="1">
            <a:spLocks noGrp="1"/>
          </p:cNvSpPr>
          <p:nvPr>
            <p:ph type="body" idx="20"/>
          </p:nvPr>
        </p:nvSpPr>
        <p:spPr>
          <a:xfrm>
            <a:off x="2244695" y="6308723"/>
            <a:ext cx="8512400" cy="3660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8907093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Contact Us">
  <p:cSld name="Contact Us">
    <p:bg>
      <p:bgPr>
        <a:solidFill>
          <a:srgbClr val="CFE2F3"/>
        </a:solidFill>
        <a:effectLst/>
      </p:bgPr>
    </p:bg>
    <p:spTree>
      <p:nvGrpSpPr>
        <p:cNvPr id="1" name="Shape 200"/>
        <p:cNvGrpSpPr/>
        <p:nvPr/>
      </p:nvGrpSpPr>
      <p:grpSpPr>
        <a:xfrm>
          <a:off x="0" y="0"/>
          <a:ext cx="0" cy="0"/>
          <a:chOff x="0" y="0"/>
          <a:chExt cx="0" cy="0"/>
        </a:xfrm>
      </p:grpSpPr>
      <p:pic>
        <p:nvPicPr>
          <p:cNvPr id="201" name="Google Shape;201;p22"/>
          <p:cNvPicPr preferRelativeResize="0"/>
          <p:nvPr/>
        </p:nvPicPr>
        <p:blipFill rotWithShape="1">
          <a:blip r:embed="rId2">
            <a:alphaModFix/>
          </a:blip>
          <a:srcRect b="53518"/>
          <a:stretch/>
        </p:blipFill>
        <p:spPr>
          <a:xfrm>
            <a:off x="666751" y="2386153"/>
            <a:ext cx="3358300" cy="903625"/>
          </a:xfrm>
          <a:prstGeom prst="rect">
            <a:avLst/>
          </a:prstGeom>
          <a:noFill/>
          <a:ln>
            <a:noFill/>
          </a:ln>
        </p:spPr>
      </p:pic>
      <p:grpSp>
        <p:nvGrpSpPr>
          <p:cNvPr id="202" name="Google Shape;202;p22"/>
          <p:cNvGrpSpPr/>
          <p:nvPr/>
        </p:nvGrpSpPr>
        <p:grpSpPr>
          <a:xfrm>
            <a:off x="4233" y="6761672"/>
            <a:ext cx="12192000" cy="104400"/>
            <a:chOff x="0" y="5071254"/>
            <a:chExt cx="9144000" cy="78300"/>
          </a:xfrm>
        </p:grpSpPr>
        <p:sp>
          <p:nvSpPr>
            <p:cNvPr id="203" name="Google Shape;203;p22"/>
            <p:cNvSpPr/>
            <p:nvPr/>
          </p:nvSpPr>
          <p:spPr>
            <a:xfrm>
              <a:off x="0" y="5071254"/>
              <a:ext cx="2016000" cy="783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Arial"/>
                <a:ea typeface="Arial"/>
                <a:cs typeface="Arial"/>
                <a:sym typeface="Arial"/>
              </a:endParaRPr>
            </a:p>
          </p:txBody>
        </p:sp>
        <p:sp>
          <p:nvSpPr>
            <p:cNvPr id="204" name="Google Shape;204;p22"/>
            <p:cNvSpPr/>
            <p:nvPr/>
          </p:nvSpPr>
          <p:spPr>
            <a:xfrm>
              <a:off x="2016000" y="5071254"/>
              <a:ext cx="7128000" cy="783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Arial"/>
                <a:ea typeface="Arial"/>
                <a:cs typeface="Arial"/>
                <a:sym typeface="Arial"/>
              </a:endParaRPr>
            </a:p>
          </p:txBody>
        </p:sp>
      </p:grpSp>
      <p:sp>
        <p:nvSpPr>
          <p:cNvPr id="205" name="Google Shape;205;p22"/>
          <p:cNvSpPr txBox="1">
            <a:spLocks noGrp="1"/>
          </p:cNvSpPr>
          <p:nvPr>
            <p:ph type="body" idx="1"/>
          </p:nvPr>
        </p:nvSpPr>
        <p:spPr>
          <a:xfrm>
            <a:off x="666751" y="3547455"/>
            <a:ext cx="10850000" cy="824000"/>
          </a:xfrm>
          <a:prstGeom prst="rect">
            <a:avLst/>
          </a:prstGeom>
          <a:noFill/>
          <a:ln>
            <a:noFill/>
          </a:ln>
        </p:spPr>
        <p:txBody>
          <a:bodyPr spcFirstLastPara="1" wrap="square" lIns="0" tIns="34275" rIns="68575" bIns="34275" anchor="ctr" anchorCtr="0">
            <a:noAutofit/>
          </a:bodyPr>
          <a:lstStyle>
            <a:lvl1pPr marL="609585" lvl="0" indent="-304792" algn="l">
              <a:lnSpc>
                <a:spcPct val="100000"/>
              </a:lnSpc>
              <a:spcBef>
                <a:spcPts val="400"/>
              </a:spcBef>
              <a:spcAft>
                <a:spcPts val="0"/>
              </a:spcAft>
              <a:buSzPts val="3500"/>
              <a:buNone/>
              <a:defRPr sz="3733">
                <a:solidFill>
                  <a:schemeClr val="accent3"/>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06" name="Google Shape;206;p22"/>
          <p:cNvSpPr txBox="1">
            <a:spLocks noGrp="1"/>
          </p:cNvSpPr>
          <p:nvPr>
            <p:ph type="body" idx="2"/>
          </p:nvPr>
        </p:nvSpPr>
        <p:spPr>
          <a:xfrm>
            <a:off x="666753" y="4408275"/>
            <a:ext cx="10850000" cy="3832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None/>
              <a:defRPr sz="2400">
                <a:solidFill>
                  <a:schemeClr val="accent3"/>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202403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07"/>
        <p:cNvGrpSpPr/>
        <p:nvPr/>
      </p:nvGrpSpPr>
      <p:grpSpPr>
        <a:xfrm>
          <a:off x="0" y="0"/>
          <a:ext cx="0" cy="0"/>
          <a:chOff x="0" y="0"/>
          <a:chExt cx="0" cy="0"/>
        </a:xfrm>
      </p:grpSpPr>
      <p:sp>
        <p:nvSpPr>
          <p:cNvPr id="208" name="Google Shape;208;p23"/>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9" name="Google Shape;209;p23"/>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10" name="Google Shape;210;p23"/>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11" name="Google Shape;211;p23"/>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142771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12"/>
        <p:cNvGrpSpPr/>
        <p:nvPr/>
      </p:nvGrpSpPr>
      <p:grpSpPr>
        <a:xfrm>
          <a:off x="0" y="0"/>
          <a:ext cx="0" cy="0"/>
          <a:chOff x="0" y="0"/>
          <a:chExt cx="0" cy="0"/>
        </a:xfrm>
      </p:grpSpPr>
      <p:sp>
        <p:nvSpPr>
          <p:cNvPr id="213" name="Google Shape;213;p24"/>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4" name="Google Shape;214;p24"/>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15" name="Google Shape;215;p24"/>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16" name="Google Shape;216;p24"/>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2957542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17"/>
        <p:cNvGrpSpPr/>
        <p:nvPr/>
      </p:nvGrpSpPr>
      <p:grpSpPr>
        <a:xfrm>
          <a:off x="0" y="0"/>
          <a:ext cx="0" cy="0"/>
          <a:chOff x="0" y="0"/>
          <a:chExt cx="0" cy="0"/>
        </a:xfrm>
      </p:grpSpPr>
      <p:sp>
        <p:nvSpPr>
          <p:cNvPr id="218" name="Google Shape;218;p25"/>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9" name="Google Shape;219;p25"/>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20" name="Google Shape;220;p25"/>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21" name="Google Shape;221;p25"/>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2125753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4" name="Google Shape;224;p26"/>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25" name="Google Shape;225;p26"/>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26" name="Google Shape;226;p26"/>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9055786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227"/>
        <p:cNvGrpSpPr/>
        <p:nvPr/>
      </p:nvGrpSpPr>
      <p:grpSpPr>
        <a:xfrm>
          <a:off x="0" y="0"/>
          <a:ext cx="0" cy="0"/>
          <a:chOff x="0" y="0"/>
          <a:chExt cx="0" cy="0"/>
        </a:xfrm>
      </p:grpSpPr>
      <p:sp>
        <p:nvSpPr>
          <p:cNvPr id="228" name="Google Shape;228;p27"/>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9" name="Google Shape;229;p27"/>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30" name="Google Shape;230;p27"/>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31" name="Google Shape;231;p27"/>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17547931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232"/>
        <p:cNvGrpSpPr/>
        <p:nvPr/>
      </p:nvGrpSpPr>
      <p:grpSpPr>
        <a:xfrm>
          <a:off x="0" y="0"/>
          <a:ext cx="0" cy="0"/>
          <a:chOff x="0" y="0"/>
          <a:chExt cx="0" cy="0"/>
        </a:xfrm>
      </p:grpSpPr>
      <p:sp>
        <p:nvSpPr>
          <p:cNvPr id="233" name="Google Shape;233;p28"/>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4" name="Google Shape;234;p28"/>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35" name="Google Shape;235;p28"/>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36" name="Google Shape;236;p28"/>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10198137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237"/>
        <p:cNvGrpSpPr/>
        <p:nvPr/>
      </p:nvGrpSpPr>
      <p:grpSpPr>
        <a:xfrm>
          <a:off x="0" y="0"/>
          <a:ext cx="0" cy="0"/>
          <a:chOff x="0" y="0"/>
          <a:chExt cx="0" cy="0"/>
        </a:xfrm>
      </p:grpSpPr>
      <p:sp>
        <p:nvSpPr>
          <p:cNvPr id="238" name="Google Shape;238;p29"/>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9" name="Google Shape;239;p29"/>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40" name="Google Shape;240;p29"/>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41" name="Google Shape;241;p29"/>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42261224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8">
  <p:cSld name="Title and Text 8">
    <p:spTree>
      <p:nvGrpSpPr>
        <p:cNvPr id="1" name="Shape 242"/>
        <p:cNvGrpSpPr/>
        <p:nvPr/>
      </p:nvGrpSpPr>
      <p:grpSpPr>
        <a:xfrm>
          <a:off x="0" y="0"/>
          <a:ext cx="0" cy="0"/>
          <a:chOff x="0" y="0"/>
          <a:chExt cx="0" cy="0"/>
        </a:xfrm>
      </p:grpSpPr>
      <p:sp>
        <p:nvSpPr>
          <p:cNvPr id="243" name="Google Shape;243;p30"/>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44" name="Google Shape;244;p30"/>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45" name="Google Shape;245;p30"/>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46" name="Google Shape;246;p30"/>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26994828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47"/>
        <p:cNvGrpSpPr/>
        <p:nvPr/>
      </p:nvGrpSpPr>
      <p:grpSpPr>
        <a:xfrm>
          <a:off x="0" y="0"/>
          <a:ext cx="0" cy="0"/>
          <a:chOff x="0" y="0"/>
          <a:chExt cx="0" cy="0"/>
        </a:xfrm>
      </p:grpSpPr>
      <p:sp>
        <p:nvSpPr>
          <p:cNvPr id="248" name="Google Shape;248;p31"/>
          <p:cNvSpPr txBox="1">
            <a:spLocks noGrp="1"/>
          </p:cNvSpPr>
          <p:nvPr>
            <p:ph type="ctrTitle"/>
          </p:nvPr>
        </p:nvSpPr>
        <p:spPr>
          <a:xfrm>
            <a:off x="415611" y="992767"/>
            <a:ext cx="11360800" cy="2736800"/>
          </a:xfrm>
          <a:prstGeom prst="rect">
            <a:avLst/>
          </a:prstGeom>
        </p:spPr>
        <p:txBody>
          <a:bodyPr spcFirstLastPara="1" wrap="square" lIns="0" tIns="34275" rIns="68575" bIns="34275" anchor="b" anchorCtr="0">
            <a:no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249" name="Google Shape;249;p31"/>
          <p:cNvSpPr txBox="1">
            <a:spLocks noGrp="1"/>
          </p:cNvSpPr>
          <p:nvPr>
            <p:ph type="subTitle" idx="1"/>
          </p:nvPr>
        </p:nvSpPr>
        <p:spPr>
          <a:xfrm>
            <a:off x="415600" y="3778833"/>
            <a:ext cx="11360800" cy="1056800"/>
          </a:xfrm>
          <a:prstGeom prst="rect">
            <a:avLst/>
          </a:prstGeom>
        </p:spPr>
        <p:txBody>
          <a:bodyPr spcFirstLastPara="1" wrap="square" lIns="0" tIns="34275" rIns="68575" bIns="34275" anchor="t" anchorCtr="0">
            <a:noAutofit/>
          </a:bodyPr>
          <a:lstStyle>
            <a:lvl1pPr lvl="0" algn="ctr">
              <a:lnSpc>
                <a:spcPct val="100000"/>
              </a:lnSpc>
              <a:spcBef>
                <a:spcPts val="400"/>
              </a:spcBef>
              <a:spcAft>
                <a:spcPts val="0"/>
              </a:spcAft>
              <a:buSzPts val="2800"/>
              <a:buNone/>
              <a:defRPr sz="3733"/>
            </a:lvl1pPr>
            <a:lvl2pPr lvl="1" algn="ctr">
              <a:lnSpc>
                <a:spcPct val="100000"/>
              </a:lnSpc>
              <a:spcBef>
                <a:spcPts val="400"/>
              </a:spcBef>
              <a:spcAft>
                <a:spcPts val="0"/>
              </a:spcAft>
              <a:buSzPts val="2800"/>
              <a:buNone/>
              <a:defRPr sz="3733"/>
            </a:lvl2pPr>
            <a:lvl3pPr lvl="2" algn="ctr">
              <a:lnSpc>
                <a:spcPct val="100000"/>
              </a:lnSpc>
              <a:spcBef>
                <a:spcPts val="400"/>
              </a:spcBef>
              <a:spcAft>
                <a:spcPts val="0"/>
              </a:spcAft>
              <a:buSzPts val="2800"/>
              <a:buNone/>
              <a:defRPr sz="3733"/>
            </a:lvl3pPr>
            <a:lvl4pPr lvl="3" algn="ctr">
              <a:lnSpc>
                <a:spcPct val="100000"/>
              </a:lnSpc>
              <a:spcBef>
                <a:spcPts val="400"/>
              </a:spcBef>
              <a:spcAft>
                <a:spcPts val="0"/>
              </a:spcAft>
              <a:buSzPts val="2800"/>
              <a:buNone/>
              <a:defRPr sz="3733"/>
            </a:lvl4pPr>
            <a:lvl5pPr lvl="4" algn="ctr">
              <a:lnSpc>
                <a:spcPct val="100000"/>
              </a:lnSpc>
              <a:spcBef>
                <a:spcPts val="400"/>
              </a:spcBef>
              <a:spcAft>
                <a:spcPts val="0"/>
              </a:spcAft>
              <a:buSzPts val="2800"/>
              <a:buNone/>
              <a:defRPr sz="3733"/>
            </a:lvl5pPr>
            <a:lvl6pPr lvl="5" algn="ctr">
              <a:lnSpc>
                <a:spcPct val="100000"/>
              </a:lnSpc>
              <a:spcBef>
                <a:spcPts val="667"/>
              </a:spcBef>
              <a:spcAft>
                <a:spcPts val="0"/>
              </a:spcAft>
              <a:buSzPts val="2800"/>
              <a:buNone/>
              <a:defRPr sz="3733"/>
            </a:lvl6pPr>
            <a:lvl7pPr lvl="6" algn="ctr">
              <a:lnSpc>
                <a:spcPct val="100000"/>
              </a:lnSpc>
              <a:spcBef>
                <a:spcPts val="667"/>
              </a:spcBef>
              <a:spcAft>
                <a:spcPts val="0"/>
              </a:spcAft>
              <a:buSzPts val="2800"/>
              <a:buNone/>
              <a:defRPr sz="3733"/>
            </a:lvl7pPr>
            <a:lvl8pPr lvl="7" algn="ctr">
              <a:lnSpc>
                <a:spcPct val="100000"/>
              </a:lnSpc>
              <a:spcBef>
                <a:spcPts val="667"/>
              </a:spcBef>
              <a:spcAft>
                <a:spcPts val="0"/>
              </a:spcAft>
              <a:buSzPts val="2800"/>
              <a:buNone/>
              <a:defRPr sz="3733"/>
            </a:lvl8pPr>
            <a:lvl9pPr lvl="8" algn="ctr">
              <a:lnSpc>
                <a:spcPct val="100000"/>
              </a:lnSpc>
              <a:spcBef>
                <a:spcPts val="667"/>
              </a:spcBef>
              <a:spcAft>
                <a:spcPts val="0"/>
              </a:spcAft>
              <a:buSzPts val="2800"/>
              <a:buNone/>
              <a:defRPr sz="3733"/>
            </a:lvl9pPr>
          </a:lstStyle>
          <a:p>
            <a:endParaRPr/>
          </a:p>
        </p:txBody>
      </p:sp>
      <p:sp>
        <p:nvSpPr>
          <p:cNvPr id="250" name="Google Shape;250;p31"/>
          <p:cNvSpPr txBox="1">
            <a:spLocks noGrp="1"/>
          </p:cNvSpPr>
          <p:nvPr>
            <p:ph type="sldNum" idx="12"/>
          </p:nvPr>
        </p:nvSpPr>
        <p:spPr>
          <a:xfrm>
            <a:off x="11296611" y="6217623"/>
            <a:ext cx="731600" cy="524800"/>
          </a:xfrm>
          <a:prstGeom prst="rect">
            <a:avLst/>
          </a:prstGeom>
        </p:spPr>
        <p:txBody>
          <a:bodyPr spcFirstLastPara="1" wrap="square" lIns="68575" tIns="34275" rIns="68575" bIns="342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586432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9">
  <p:cSld name="Title and Text 9">
    <p:spTree>
      <p:nvGrpSpPr>
        <p:cNvPr id="1" name="Shape 251"/>
        <p:cNvGrpSpPr/>
        <p:nvPr/>
      </p:nvGrpSpPr>
      <p:grpSpPr>
        <a:xfrm>
          <a:off x="0" y="0"/>
          <a:ext cx="0" cy="0"/>
          <a:chOff x="0" y="0"/>
          <a:chExt cx="0" cy="0"/>
        </a:xfrm>
      </p:grpSpPr>
      <p:sp>
        <p:nvSpPr>
          <p:cNvPr id="252" name="Google Shape;252;p32"/>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3" name="Google Shape;253;p32"/>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25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5288" algn="l">
              <a:lnSpc>
                <a:spcPct val="100000"/>
              </a:lnSpc>
              <a:spcBef>
                <a:spcPts val="400"/>
              </a:spcBef>
              <a:spcAft>
                <a:spcPts val="0"/>
              </a:spcAft>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54" name="Google Shape;254;p32"/>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250"/>
              <a:buFont typeface="Arial"/>
              <a:buNone/>
              <a:defRPr sz="2400" b="1">
                <a:solidFill>
                  <a:srgbClr val="222222"/>
                </a:solidFill>
              </a:defRPr>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55" name="Google Shape;255;p32"/>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0549711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1" type="obj">
  <p:cSld name="Title and Content 1">
    <p:spTree>
      <p:nvGrpSpPr>
        <p:cNvPr id="1" name="Shape 256"/>
        <p:cNvGrpSpPr/>
        <p:nvPr/>
      </p:nvGrpSpPr>
      <p:grpSpPr>
        <a:xfrm>
          <a:off x="0" y="0"/>
          <a:ext cx="0" cy="0"/>
          <a:chOff x="0" y="0"/>
          <a:chExt cx="0" cy="0"/>
        </a:xfrm>
      </p:grpSpPr>
      <p:sp>
        <p:nvSpPr>
          <p:cNvPr id="257" name="Google Shape;257;p33"/>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8" name="Google Shape;258;p33"/>
          <p:cNvSpPr txBox="1">
            <a:spLocks noGrp="1"/>
          </p:cNvSpPr>
          <p:nvPr>
            <p:ph type="body" idx="1"/>
          </p:nvPr>
        </p:nvSpPr>
        <p:spPr>
          <a:xfrm>
            <a:off x="304800" y="1066800"/>
            <a:ext cx="5486400" cy="3017600"/>
          </a:xfrm>
          <a:prstGeom prst="rect">
            <a:avLst/>
          </a:prstGeom>
          <a:noFill/>
          <a:ln>
            <a:noFill/>
          </a:ln>
        </p:spPr>
        <p:txBody>
          <a:bodyPr spcFirstLastPara="1" wrap="square" lIns="45725" tIns="22850" rIns="45725" bIns="22850" anchor="t" anchorCtr="0">
            <a:normAutofit/>
          </a:bodyPr>
          <a:lstStyle>
            <a:lvl1pPr marL="609585" lvl="0" indent="-380990" algn="l">
              <a:spcBef>
                <a:spcPts val="267"/>
              </a:spcBef>
              <a:spcAft>
                <a:spcPts val="0"/>
              </a:spcAft>
              <a:buClr>
                <a:schemeClr val="dk1"/>
              </a:buClr>
              <a:buSzPts val="900"/>
              <a:buChar char="•"/>
              <a:defRPr/>
            </a:lvl1pPr>
            <a:lvl2pPr marL="1219170" lvl="1" indent="-380990" algn="l">
              <a:spcBef>
                <a:spcPts val="267"/>
              </a:spcBef>
              <a:spcAft>
                <a:spcPts val="0"/>
              </a:spcAft>
              <a:buClr>
                <a:schemeClr val="dk1"/>
              </a:buClr>
              <a:buSzPts val="900"/>
              <a:buChar char="-"/>
              <a:defRPr/>
            </a:lvl2pPr>
            <a:lvl3pPr marL="1828754" lvl="2" indent="-380990" algn="l">
              <a:spcBef>
                <a:spcPts val="267"/>
              </a:spcBef>
              <a:spcAft>
                <a:spcPts val="0"/>
              </a:spcAft>
              <a:buClr>
                <a:schemeClr val="dk1"/>
              </a:buClr>
              <a:buSzPts val="900"/>
              <a:buChar char="-"/>
              <a:defRPr/>
            </a:lvl3pPr>
            <a:lvl4pPr marL="2438339" lvl="3" indent="-380990" algn="l">
              <a:spcBef>
                <a:spcPts val="267"/>
              </a:spcBef>
              <a:spcAft>
                <a:spcPts val="0"/>
              </a:spcAft>
              <a:buClr>
                <a:schemeClr val="dk1"/>
              </a:buClr>
              <a:buSzPts val="900"/>
              <a:buChar char="-"/>
              <a:defRPr/>
            </a:lvl4pPr>
            <a:lvl5pPr marL="3047924" lvl="4" indent="-380990" algn="l">
              <a:spcBef>
                <a:spcPts val="267"/>
              </a:spcBef>
              <a:spcAft>
                <a:spcPts val="0"/>
              </a:spcAft>
              <a:buClr>
                <a:schemeClr val="dk1"/>
              </a:buClr>
              <a:buSzPts val="900"/>
              <a:buChar char="-"/>
              <a:defRPr/>
            </a:lvl5pPr>
            <a:lvl6pPr marL="3657509" lvl="5" indent="-380990" algn="l">
              <a:spcBef>
                <a:spcPts val="267"/>
              </a:spcBef>
              <a:spcAft>
                <a:spcPts val="0"/>
              </a:spcAft>
              <a:buClr>
                <a:schemeClr val="dk1"/>
              </a:buClr>
              <a:buSzPts val="900"/>
              <a:buChar char="•"/>
              <a:defRPr/>
            </a:lvl6pPr>
            <a:lvl7pPr marL="4267093" lvl="6" indent="-380990" algn="l">
              <a:spcBef>
                <a:spcPts val="267"/>
              </a:spcBef>
              <a:spcAft>
                <a:spcPts val="0"/>
              </a:spcAft>
              <a:buClr>
                <a:schemeClr val="dk1"/>
              </a:buClr>
              <a:buSzPts val="900"/>
              <a:buChar char="•"/>
              <a:defRPr/>
            </a:lvl7pPr>
            <a:lvl8pPr marL="4876678" lvl="7" indent="-380990" algn="l">
              <a:spcBef>
                <a:spcPts val="267"/>
              </a:spcBef>
              <a:spcAft>
                <a:spcPts val="0"/>
              </a:spcAft>
              <a:buClr>
                <a:schemeClr val="dk1"/>
              </a:buClr>
              <a:buSzPts val="900"/>
              <a:buChar char="•"/>
              <a:defRPr/>
            </a:lvl8pPr>
            <a:lvl9pPr marL="5486263" lvl="8" indent="-380990" algn="l">
              <a:spcBef>
                <a:spcPts val="267"/>
              </a:spcBef>
              <a:spcAft>
                <a:spcPts val="0"/>
              </a:spcAft>
              <a:buClr>
                <a:schemeClr val="dk1"/>
              </a:buClr>
              <a:buSzPts val="900"/>
              <a:buChar char="•"/>
              <a:defRPr/>
            </a:lvl9pPr>
          </a:lstStyle>
          <a:p>
            <a:endParaRPr/>
          </a:p>
        </p:txBody>
      </p:sp>
      <p:sp>
        <p:nvSpPr>
          <p:cNvPr id="259" name="Google Shape;259;p33"/>
          <p:cNvSpPr txBox="1">
            <a:spLocks noGrp="1"/>
          </p:cNvSpPr>
          <p:nvPr>
            <p:ph type="dt" idx="10"/>
          </p:nvPr>
        </p:nvSpPr>
        <p:spPr>
          <a:xfrm>
            <a:off x="304800" y="4237567"/>
            <a:ext cx="1422400" cy="2436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33"/>
          <p:cNvSpPr txBox="1">
            <a:spLocks noGrp="1"/>
          </p:cNvSpPr>
          <p:nvPr>
            <p:ph type="ftr" idx="11"/>
          </p:nvPr>
        </p:nvSpPr>
        <p:spPr>
          <a:xfrm>
            <a:off x="2082800" y="4237567"/>
            <a:ext cx="1930400" cy="2436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p33"/>
          <p:cNvSpPr txBox="1">
            <a:spLocks noGrp="1"/>
          </p:cNvSpPr>
          <p:nvPr>
            <p:ph type="sldNum" idx="12"/>
          </p:nvPr>
        </p:nvSpPr>
        <p:spPr>
          <a:xfrm>
            <a:off x="4368800" y="4237567"/>
            <a:ext cx="1422400" cy="2436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90160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1 1">
  <p:cSld name="Title and Text 1 1">
    <p:spTree>
      <p:nvGrpSpPr>
        <p:cNvPr id="1" name="Shape 262"/>
        <p:cNvGrpSpPr/>
        <p:nvPr/>
      </p:nvGrpSpPr>
      <p:grpSpPr>
        <a:xfrm>
          <a:off x="0" y="0"/>
          <a:ext cx="0" cy="0"/>
          <a:chOff x="0" y="0"/>
          <a:chExt cx="0" cy="0"/>
        </a:xfrm>
      </p:grpSpPr>
      <p:sp>
        <p:nvSpPr>
          <p:cNvPr id="263" name="Google Shape;263;p34"/>
          <p:cNvSpPr txBox="1">
            <a:spLocks noGrp="1"/>
          </p:cNvSpPr>
          <p:nvPr>
            <p:ph type="sldNum" idx="12"/>
          </p:nvPr>
        </p:nvSpPr>
        <p:spPr>
          <a:xfrm>
            <a:off x="10896533" y="6308723"/>
            <a:ext cx="620400" cy="3664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264" name="Google Shape;264;p34"/>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5" name="Google Shape;265;p34"/>
          <p:cNvSpPr txBox="1">
            <a:spLocks noGrp="1"/>
          </p:cNvSpPr>
          <p:nvPr>
            <p:ph type="body" idx="1"/>
          </p:nvPr>
        </p:nvSpPr>
        <p:spPr>
          <a:xfrm>
            <a:off x="2244695" y="6308723"/>
            <a:ext cx="8512400" cy="3664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66" name="Google Shape;266;p34"/>
          <p:cNvSpPr txBox="1">
            <a:spLocks noGrp="1"/>
          </p:cNvSpPr>
          <p:nvPr>
            <p:ph type="body" idx="2"/>
          </p:nvPr>
        </p:nvSpPr>
        <p:spPr>
          <a:xfrm>
            <a:off x="666751" y="1762064"/>
            <a:ext cx="10850000" cy="4399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67" name="Google Shape;267;p34"/>
          <p:cNvSpPr txBox="1">
            <a:spLocks noGrp="1"/>
          </p:cNvSpPr>
          <p:nvPr>
            <p:ph type="body" idx="3"/>
          </p:nvPr>
        </p:nvSpPr>
        <p:spPr>
          <a:xfrm>
            <a:off x="666751" y="1220755"/>
            <a:ext cx="10850000" cy="431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Font typeface="Arial"/>
              <a:buNone/>
              <a:defRPr sz="2400" b="1">
                <a:solidFill>
                  <a:schemeClr val="accen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4890601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 Column Text 1">
  <p:cSld name="2 Column Text 1">
    <p:spTree>
      <p:nvGrpSpPr>
        <p:cNvPr id="1" name="Shape 268"/>
        <p:cNvGrpSpPr/>
        <p:nvPr/>
      </p:nvGrpSpPr>
      <p:grpSpPr>
        <a:xfrm>
          <a:off x="0" y="0"/>
          <a:ext cx="0" cy="0"/>
          <a:chOff x="0" y="0"/>
          <a:chExt cx="0" cy="0"/>
        </a:xfrm>
      </p:grpSpPr>
      <p:sp>
        <p:nvSpPr>
          <p:cNvPr id="269" name="Google Shape;269;p35"/>
          <p:cNvSpPr txBox="1">
            <a:spLocks noGrp="1"/>
          </p:cNvSpPr>
          <p:nvPr>
            <p:ph type="body" idx="1"/>
          </p:nvPr>
        </p:nvSpPr>
        <p:spPr>
          <a:xfrm>
            <a:off x="666751" y="1784351"/>
            <a:ext cx="5247200" cy="3852800"/>
          </a:xfrm>
          <a:prstGeom prst="rect">
            <a:avLst/>
          </a:prstGeom>
          <a:noFill/>
          <a:ln>
            <a:noFill/>
          </a:ln>
        </p:spPr>
        <p:txBody>
          <a:bodyPr spcFirstLastPara="1" wrap="square" lIns="0" tIns="45700" rIns="91425" bIns="45700" anchor="t" anchorCtr="0">
            <a:noAutofit/>
          </a:bodyPr>
          <a:lstStyle>
            <a:lvl1pPr marL="609585" lvl="0" indent="-474121" algn="l">
              <a:lnSpc>
                <a:spcPct val="100000"/>
              </a:lnSpc>
              <a:spcBef>
                <a:spcPts val="400"/>
              </a:spcBef>
              <a:spcAft>
                <a:spcPts val="0"/>
              </a:spcAft>
              <a:buSzPts val="2000"/>
              <a:buChar char="•"/>
              <a:defRPr sz="2133"/>
            </a:lvl1pPr>
            <a:lvl2pPr marL="1219170" lvl="1" indent="-474121" algn="l">
              <a:lnSpc>
                <a:spcPct val="100000"/>
              </a:lnSpc>
              <a:spcBef>
                <a:spcPts val="400"/>
              </a:spcBef>
              <a:spcAft>
                <a:spcPts val="0"/>
              </a:spcAft>
              <a:buSzPts val="2000"/>
              <a:buChar char="-"/>
              <a:defRPr sz="2133"/>
            </a:lvl2pPr>
            <a:lvl3pPr marL="1828754" lvl="2" indent="-474121" algn="l">
              <a:lnSpc>
                <a:spcPct val="100000"/>
              </a:lnSpc>
              <a:spcBef>
                <a:spcPts val="400"/>
              </a:spcBef>
              <a:spcAft>
                <a:spcPts val="0"/>
              </a:spcAft>
              <a:buSzPts val="2000"/>
              <a:buChar char="-"/>
              <a:defRPr sz="2133"/>
            </a:lvl3pPr>
            <a:lvl4pPr marL="2438339" lvl="3" indent="-474121" algn="l">
              <a:lnSpc>
                <a:spcPct val="100000"/>
              </a:lnSpc>
              <a:spcBef>
                <a:spcPts val="400"/>
              </a:spcBef>
              <a:spcAft>
                <a:spcPts val="0"/>
              </a:spcAft>
              <a:buSzPts val="2000"/>
              <a:buChar char="-"/>
              <a:defRPr sz="2133"/>
            </a:lvl4pPr>
            <a:lvl5pPr marL="3047924" lvl="4" indent="-452955" algn="l">
              <a:lnSpc>
                <a:spcPct val="100000"/>
              </a:lnSpc>
              <a:spcBef>
                <a:spcPts val="400"/>
              </a:spcBef>
              <a:spcAft>
                <a:spcPts val="0"/>
              </a:spcAft>
              <a:buSzPts val="1750"/>
              <a:buChar char="-"/>
              <a:defRPr sz="1867"/>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70" name="Google Shape;270;p35"/>
          <p:cNvSpPr txBox="1">
            <a:spLocks noGrp="1"/>
          </p:cNvSpPr>
          <p:nvPr>
            <p:ph type="body" idx="2"/>
          </p:nvPr>
        </p:nvSpPr>
        <p:spPr>
          <a:xfrm>
            <a:off x="6278037" y="1784351"/>
            <a:ext cx="5247200" cy="3852800"/>
          </a:xfrm>
          <a:prstGeom prst="rect">
            <a:avLst/>
          </a:prstGeom>
          <a:noFill/>
          <a:ln>
            <a:noFill/>
          </a:ln>
        </p:spPr>
        <p:txBody>
          <a:bodyPr spcFirstLastPara="1" wrap="square" lIns="0" tIns="45700" rIns="91425" bIns="45700" anchor="t" anchorCtr="0">
            <a:noAutofit/>
          </a:bodyPr>
          <a:lstStyle>
            <a:lvl1pPr marL="609585" lvl="0" indent="-474121" algn="l">
              <a:lnSpc>
                <a:spcPct val="100000"/>
              </a:lnSpc>
              <a:spcBef>
                <a:spcPts val="400"/>
              </a:spcBef>
              <a:spcAft>
                <a:spcPts val="0"/>
              </a:spcAft>
              <a:buSzPts val="2000"/>
              <a:buChar char="•"/>
              <a:defRPr sz="2133"/>
            </a:lvl1pPr>
            <a:lvl2pPr marL="1219170" lvl="1" indent="-474121" algn="l">
              <a:lnSpc>
                <a:spcPct val="100000"/>
              </a:lnSpc>
              <a:spcBef>
                <a:spcPts val="400"/>
              </a:spcBef>
              <a:spcAft>
                <a:spcPts val="0"/>
              </a:spcAft>
              <a:buSzPts val="2000"/>
              <a:buChar char="-"/>
              <a:defRPr sz="2133"/>
            </a:lvl2pPr>
            <a:lvl3pPr marL="1828754" lvl="2" indent="-474121" algn="l">
              <a:lnSpc>
                <a:spcPct val="100000"/>
              </a:lnSpc>
              <a:spcBef>
                <a:spcPts val="400"/>
              </a:spcBef>
              <a:spcAft>
                <a:spcPts val="0"/>
              </a:spcAft>
              <a:buSzPts val="2000"/>
              <a:buChar char="-"/>
              <a:defRPr sz="2133"/>
            </a:lvl3pPr>
            <a:lvl4pPr marL="2438339" lvl="3" indent="-474121" algn="l">
              <a:lnSpc>
                <a:spcPct val="100000"/>
              </a:lnSpc>
              <a:spcBef>
                <a:spcPts val="400"/>
              </a:spcBef>
              <a:spcAft>
                <a:spcPts val="0"/>
              </a:spcAft>
              <a:buSzPts val="2000"/>
              <a:buChar char="-"/>
              <a:defRPr sz="2133"/>
            </a:lvl4pPr>
            <a:lvl5pPr marL="3047924" lvl="4" indent="-452955" algn="l">
              <a:lnSpc>
                <a:spcPct val="100000"/>
              </a:lnSpc>
              <a:spcBef>
                <a:spcPts val="400"/>
              </a:spcBef>
              <a:spcAft>
                <a:spcPts val="0"/>
              </a:spcAft>
              <a:buSzPts val="1750"/>
              <a:buChar char="-"/>
              <a:defRPr sz="1867"/>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71" name="Google Shape;271;p35"/>
          <p:cNvSpPr txBox="1">
            <a:spLocks noGrp="1"/>
          </p:cNvSpPr>
          <p:nvPr>
            <p:ph type="body" idx="3"/>
          </p:nvPr>
        </p:nvSpPr>
        <p:spPr>
          <a:xfrm>
            <a:off x="666751" y="1220755"/>
            <a:ext cx="52472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250"/>
              <a:buFont typeface="Arial"/>
              <a:buNone/>
              <a:defRPr sz="2400" b="1">
                <a:solidFill>
                  <a:srgbClr val="222222"/>
                </a:solidFill>
              </a:defRPr>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72" name="Google Shape;272;p35"/>
          <p:cNvSpPr txBox="1">
            <a:spLocks noGrp="1"/>
          </p:cNvSpPr>
          <p:nvPr>
            <p:ph type="body" idx="4"/>
          </p:nvPr>
        </p:nvSpPr>
        <p:spPr>
          <a:xfrm>
            <a:off x="6288617" y="1220755"/>
            <a:ext cx="528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250"/>
              <a:buFont typeface="Arial"/>
              <a:buNone/>
              <a:defRPr sz="2400" b="1">
                <a:solidFill>
                  <a:srgbClr val="222222"/>
                </a:solidFill>
              </a:defRPr>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73" name="Google Shape;273;p35"/>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74" name="Google Shape;274;p35"/>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103361758"/>
      </p:ext>
    </p:extLst>
  </p:cSld>
  <p:clrMapOvr>
    <a:masterClrMapping/>
  </p:clrMapOvr>
  <p:extLst>
    <p:ext uri="{DCECCB84-F9BA-43D5-87BE-67443E8EF086}">
      <p15:sldGuideLst xmlns:p15="http://schemas.microsoft.com/office/powerpoint/2012/main">
        <p15:guide id="1" orient="horz" pos="84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1 3">
  <p:cSld name="Title and Text 1 3">
    <p:spTree>
      <p:nvGrpSpPr>
        <p:cNvPr id="1" name="Shape 275"/>
        <p:cNvGrpSpPr/>
        <p:nvPr/>
      </p:nvGrpSpPr>
      <p:grpSpPr>
        <a:xfrm>
          <a:off x="0" y="0"/>
          <a:ext cx="0" cy="0"/>
          <a:chOff x="0" y="0"/>
          <a:chExt cx="0" cy="0"/>
        </a:xfrm>
      </p:grpSpPr>
      <p:sp>
        <p:nvSpPr>
          <p:cNvPr id="276" name="Google Shape;276;p36"/>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7" name="Google Shape;277;p36"/>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78" name="Google Shape;278;p36"/>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79" name="Google Shape;279;p36"/>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marR="0" lvl="0"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1pPr>
            <a:lvl2pPr marR="0" lvl="1"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a:lnSpc>
                <a:spcPct val="93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144619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ext 1 4">
  <p:cSld name="Title and Text 1 4">
    <p:spTree>
      <p:nvGrpSpPr>
        <p:cNvPr id="1" name="Shape 280"/>
        <p:cNvGrpSpPr/>
        <p:nvPr/>
      </p:nvGrpSpPr>
      <p:grpSpPr>
        <a:xfrm>
          <a:off x="0" y="0"/>
          <a:ext cx="0" cy="0"/>
          <a:chOff x="0" y="0"/>
          <a:chExt cx="0" cy="0"/>
        </a:xfrm>
      </p:grpSpPr>
      <p:sp>
        <p:nvSpPr>
          <p:cNvPr id="281" name="Google Shape;281;p37"/>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82" name="Google Shape;282;p37"/>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83" name="Google Shape;283;p37"/>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84" name="Google Shape;284;p37"/>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14555600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ext 1 2">
  <p:cSld name="Title and Text 1 2">
    <p:spTree>
      <p:nvGrpSpPr>
        <p:cNvPr id="1" name="Shape 285"/>
        <p:cNvGrpSpPr/>
        <p:nvPr/>
      </p:nvGrpSpPr>
      <p:grpSpPr>
        <a:xfrm>
          <a:off x="0" y="0"/>
          <a:ext cx="0" cy="0"/>
          <a:chOff x="0" y="0"/>
          <a:chExt cx="0" cy="0"/>
        </a:xfrm>
      </p:grpSpPr>
      <p:sp>
        <p:nvSpPr>
          <p:cNvPr id="286" name="Google Shape;286;p38"/>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87" name="Google Shape;287;p38"/>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88" name="Google Shape;288;p38"/>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300"/>
              <a:buFont typeface="Arial"/>
              <a:buNone/>
              <a:defRPr sz="2400" b="1">
                <a:solidFill>
                  <a:srgbClr val="222222"/>
                </a:solidFill>
              </a:defRPr>
            </a:lvl1pPr>
            <a:lvl2pPr marL="1219170" lvl="1" indent="-499521" algn="l">
              <a:lnSpc>
                <a:spcPct val="100000"/>
              </a:lnSpc>
              <a:spcBef>
                <a:spcPts val="400"/>
              </a:spcBef>
              <a:spcAft>
                <a:spcPts val="0"/>
              </a:spcAft>
              <a:buSzPts val="2300"/>
              <a:buChar char="-"/>
              <a:defRPr/>
            </a:lvl2pPr>
            <a:lvl3pPr marL="1828754" lvl="2" indent="-499521" algn="l">
              <a:lnSpc>
                <a:spcPct val="100000"/>
              </a:lnSpc>
              <a:spcBef>
                <a:spcPts val="400"/>
              </a:spcBef>
              <a:spcAft>
                <a:spcPts val="0"/>
              </a:spcAft>
              <a:buSzPts val="2300"/>
              <a:buChar char="-"/>
              <a:defRPr/>
            </a:lvl3pPr>
            <a:lvl4pPr marL="2438339" lvl="3" indent="-499521" algn="l">
              <a:lnSpc>
                <a:spcPct val="100000"/>
              </a:lnSpc>
              <a:spcBef>
                <a:spcPts val="400"/>
              </a:spcBef>
              <a:spcAft>
                <a:spcPts val="0"/>
              </a:spcAft>
              <a:buSzPts val="2300"/>
              <a:buChar char="-"/>
              <a:defRPr/>
            </a:lvl4pPr>
            <a:lvl5pPr marL="3047924" lvl="4" indent="-499521" algn="l">
              <a:lnSpc>
                <a:spcPct val="100000"/>
              </a:lnSpc>
              <a:spcBef>
                <a:spcPts val="400"/>
              </a:spcBef>
              <a:spcAft>
                <a:spcPts val="0"/>
              </a:spcAft>
              <a:buSzPts val="230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289" name="Google Shape;289;p38"/>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sz="1867"/>
            </a:lvl1pPr>
            <a:lvl2pPr lvl="1" algn="l">
              <a:lnSpc>
                <a:spcPct val="93000"/>
              </a:lnSpc>
              <a:spcBef>
                <a:spcPts val="0"/>
              </a:spcBef>
              <a:spcAft>
                <a:spcPts val="0"/>
              </a:spcAft>
              <a:buSzPts val="1400"/>
              <a:buNone/>
              <a:defRPr sz="1867"/>
            </a:lvl2pPr>
            <a:lvl3pPr lvl="2" algn="l">
              <a:lnSpc>
                <a:spcPct val="93000"/>
              </a:lnSpc>
              <a:spcBef>
                <a:spcPts val="0"/>
              </a:spcBef>
              <a:spcAft>
                <a:spcPts val="0"/>
              </a:spcAft>
              <a:buSzPts val="1400"/>
              <a:buNone/>
              <a:defRPr sz="1867"/>
            </a:lvl3pPr>
            <a:lvl4pPr lvl="3" algn="l">
              <a:lnSpc>
                <a:spcPct val="93000"/>
              </a:lnSpc>
              <a:spcBef>
                <a:spcPts val="0"/>
              </a:spcBef>
              <a:spcAft>
                <a:spcPts val="0"/>
              </a:spcAft>
              <a:buSzPts val="1400"/>
              <a:buNone/>
              <a:defRPr sz="1867"/>
            </a:lvl4pPr>
            <a:lvl5pPr lvl="4" algn="l">
              <a:lnSpc>
                <a:spcPct val="93000"/>
              </a:lnSpc>
              <a:spcBef>
                <a:spcPts val="0"/>
              </a:spcBef>
              <a:spcAft>
                <a:spcPts val="0"/>
              </a:spcAft>
              <a:buSzPts val="1400"/>
              <a:buNone/>
              <a:defRPr sz="1867"/>
            </a:lvl5pPr>
            <a:lvl6pPr lvl="5" algn="l">
              <a:lnSpc>
                <a:spcPct val="93000"/>
              </a:lnSpc>
              <a:spcBef>
                <a:spcPts val="0"/>
              </a:spcBef>
              <a:spcAft>
                <a:spcPts val="0"/>
              </a:spcAft>
              <a:buSzPts val="1400"/>
              <a:buNone/>
              <a:defRPr sz="1867"/>
            </a:lvl6pPr>
            <a:lvl7pPr lvl="6" algn="l">
              <a:lnSpc>
                <a:spcPct val="93000"/>
              </a:lnSpc>
              <a:spcBef>
                <a:spcPts val="0"/>
              </a:spcBef>
              <a:spcAft>
                <a:spcPts val="0"/>
              </a:spcAft>
              <a:buSzPts val="1400"/>
              <a:buNone/>
              <a:defRPr sz="1867"/>
            </a:lvl7pPr>
            <a:lvl8pPr lvl="7" algn="l">
              <a:lnSpc>
                <a:spcPct val="93000"/>
              </a:lnSpc>
              <a:spcBef>
                <a:spcPts val="0"/>
              </a:spcBef>
              <a:spcAft>
                <a:spcPts val="0"/>
              </a:spcAft>
              <a:buSzPts val="1400"/>
              <a:buNone/>
              <a:defRPr sz="1867"/>
            </a:lvl8pPr>
            <a:lvl9pPr lvl="8" algn="l">
              <a:lnSpc>
                <a:spcPct val="93000"/>
              </a:lnSpc>
              <a:spcBef>
                <a:spcPts val="0"/>
              </a:spcBef>
              <a:spcAft>
                <a:spcPts val="0"/>
              </a:spcAft>
              <a:buSzPts val="1400"/>
              <a:buNone/>
              <a:defRPr sz="1867"/>
            </a:lvl9pPr>
          </a:lstStyle>
          <a:p>
            <a:endParaRPr/>
          </a:p>
        </p:txBody>
      </p:sp>
    </p:spTree>
    <p:extLst>
      <p:ext uri="{BB962C8B-B14F-4D97-AF65-F5344CB8AC3E}">
        <p14:creationId xmlns:p14="http://schemas.microsoft.com/office/powerpoint/2010/main" val="11808113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ext 2 1">
  <p:cSld name="Title and Text 2 1">
    <p:spTree>
      <p:nvGrpSpPr>
        <p:cNvPr id="1" name="Shape 290"/>
        <p:cNvGrpSpPr/>
        <p:nvPr/>
      </p:nvGrpSpPr>
      <p:grpSpPr>
        <a:xfrm>
          <a:off x="0" y="0"/>
          <a:ext cx="0" cy="0"/>
          <a:chOff x="0" y="0"/>
          <a:chExt cx="0" cy="0"/>
        </a:xfrm>
      </p:grpSpPr>
      <p:sp>
        <p:nvSpPr>
          <p:cNvPr id="291" name="Google Shape;291;p39"/>
          <p:cNvSpPr txBox="1">
            <a:spLocks noGrp="1"/>
          </p:cNvSpPr>
          <p:nvPr>
            <p:ph type="sldNum" idx="12"/>
          </p:nvPr>
        </p:nvSpPr>
        <p:spPr>
          <a:xfrm>
            <a:off x="10896533" y="6308723"/>
            <a:ext cx="620400" cy="366400"/>
          </a:xfrm>
          <a:prstGeom prst="rect">
            <a:avLst/>
          </a:prstGeom>
          <a:noFill/>
          <a:ln>
            <a:noFill/>
          </a:ln>
        </p:spPr>
        <p:txBody>
          <a:bodyPr spcFirstLastPara="1" wrap="square" lIns="68575" tIns="34275" rIns="68575" bIns="34275" anchor="ctr" anchorCtr="0">
            <a:noAutofit/>
          </a:bodyPr>
          <a:lstStyle>
            <a:lvl1pPr marL="0" marR="0" lvl="0"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sp>
        <p:nvSpPr>
          <p:cNvPr id="292" name="Google Shape;292;p39"/>
          <p:cNvSpPr txBox="1">
            <a:spLocks noGrp="1"/>
          </p:cNvSpPr>
          <p:nvPr>
            <p:ph type="title"/>
          </p:nvPr>
        </p:nvSpPr>
        <p:spPr>
          <a:xfrm>
            <a:off x="666751" y="366187"/>
            <a:ext cx="10850000" cy="745200"/>
          </a:xfrm>
          <a:prstGeom prst="rect">
            <a:avLst/>
          </a:prstGeom>
          <a:noFill/>
          <a:ln>
            <a:noFill/>
          </a:ln>
        </p:spPr>
        <p:txBody>
          <a:bodyPr spcFirstLastPara="1" wrap="square" lIns="0" tIns="34275" rIns="68575" bIns="34275" anchor="ctr" anchorCtr="0">
            <a:noAutofit/>
          </a:bodyPr>
          <a:lstStyle>
            <a:lvl1pPr lvl="0" algn="l">
              <a:lnSpc>
                <a:spcPct val="90000"/>
              </a:lnSpc>
              <a:spcBef>
                <a:spcPts val="0"/>
              </a:spcBef>
              <a:spcAft>
                <a:spcPts val="0"/>
              </a:spcAft>
              <a:buClr>
                <a:schemeClr val="accent3"/>
              </a:buClr>
              <a:buSzPts val="2400"/>
              <a:buFont typeface="Arial"/>
              <a:buNone/>
              <a:defRPr>
                <a:solidFill>
                  <a:schemeClr val="accent3"/>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3" name="Google Shape;293;p39"/>
          <p:cNvSpPr txBox="1">
            <a:spLocks noGrp="1"/>
          </p:cNvSpPr>
          <p:nvPr>
            <p:ph type="body" idx="1"/>
          </p:nvPr>
        </p:nvSpPr>
        <p:spPr>
          <a:xfrm>
            <a:off x="2244695" y="6308723"/>
            <a:ext cx="8512400" cy="366400"/>
          </a:xfrm>
          <a:prstGeom prst="rect">
            <a:avLst/>
          </a:prstGeom>
          <a:noFill/>
          <a:ln>
            <a:noFill/>
          </a:ln>
        </p:spPr>
        <p:txBody>
          <a:bodyPr spcFirstLastPara="1" wrap="square" lIns="0" tIns="34275" rIns="68575" bIns="34275" anchor="ctr" anchorCtr="0">
            <a:noAutofit/>
          </a:bodyPr>
          <a:lstStyle>
            <a:lvl1pPr marL="609585" lvl="0" indent="-304792" algn="r">
              <a:lnSpc>
                <a:spcPct val="100000"/>
              </a:lnSpc>
              <a:spcBef>
                <a:spcPts val="400"/>
              </a:spcBef>
              <a:spcAft>
                <a:spcPts val="0"/>
              </a:spcAft>
              <a:buSzPts val="1500"/>
              <a:buNone/>
              <a:defRPr sz="1600">
                <a:solidFill>
                  <a:schemeClr val="lt2"/>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94" name="Google Shape;294;p39"/>
          <p:cNvSpPr txBox="1">
            <a:spLocks noGrp="1"/>
          </p:cNvSpPr>
          <p:nvPr>
            <p:ph type="body" idx="2"/>
          </p:nvPr>
        </p:nvSpPr>
        <p:spPr>
          <a:xfrm>
            <a:off x="666751" y="1762064"/>
            <a:ext cx="10850000" cy="4399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0"/>
              </a:spcBef>
              <a:spcAft>
                <a:spcPts val="0"/>
              </a:spcAft>
              <a:buSzPts val="230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
        <p:nvSpPr>
          <p:cNvPr id="295" name="Google Shape;295;p39"/>
          <p:cNvSpPr txBox="1">
            <a:spLocks noGrp="1"/>
          </p:cNvSpPr>
          <p:nvPr>
            <p:ph type="body" idx="3"/>
          </p:nvPr>
        </p:nvSpPr>
        <p:spPr>
          <a:xfrm>
            <a:off x="666751" y="1220755"/>
            <a:ext cx="10850000" cy="431600"/>
          </a:xfrm>
          <a:prstGeom prst="rect">
            <a:avLst/>
          </a:prstGeom>
          <a:noFill/>
          <a:ln>
            <a:noFill/>
          </a:ln>
        </p:spPr>
        <p:txBody>
          <a:bodyPr spcFirstLastPara="1" wrap="square" lIns="0" tIns="34275" rIns="68575" bIns="34275" anchor="t" anchorCtr="0">
            <a:noAutofit/>
          </a:bodyPr>
          <a:lstStyle>
            <a:lvl1pPr marL="609585" lvl="0" indent="-304792" algn="l">
              <a:lnSpc>
                <a:spcPct val="100000"/>
              </a:lnSpc>
              <a:spcBef>
                <a:spcPts val="400"/>
              </a:spcBef>
              <a:spcAft>
                <a:spcPts val="0"/>
              </a:spcAft>
              <a:buSzPts val="2300"/>
              <a:buFont typeface="Arial"/>
              <a:buNone/>
              <a:defRPr sz="2400" b="1">
                <a:solidFill>
                  <a:schemeClr val="accent1"/>
                </a:solidFill>
              </a:defRPr>
            </a:lvl1pPr>
            <a:lvl2pPr marL="1219170" lvl="1" indent="-448722" algn="l">
              <a:lnSpc>
                <a:spcPct val="100000"/>
              </a:lnSpc>
              <a:spcBef>
                <a:spcPts val="400"/>
              </a:spcBef>
              <a:spcAft>
                <a:spcPts val="0"/>
              </a:spcAft>
              <a:buSzPts val="1700"/>
              <a:buChar char="-"/>
              <a:defRPr/>
            </a:lvl2pPr>
            <a:lvl3pPr marL="1828754" lvl="2" indent="-448722" algn="l">
              <a:lnSpc>
                <a:spcPct val="100000"/>
              </a:lnSpc>
              <a:spcBef>
                <a:spcPts val="400"/>
              </a:spcBef>
              <a:spcAft>
                <a:spcPts val="0"/>
              </a:spcAft>
              <a:buSzPts val="1700"/>
              <a:buChar char="-"/>
              <a:defRPr/>
            </a:lvl3pPr>
            <a:lvl4pPr marL="2438339" lvl="3" indent="-448722" algn="l">
              <a:lnSpc>
                <a:spcPct val="100000"/>
              </a:lnSpc>
              <a:spcBef>
                <a:spcPts val="400"/>
              </a:spcBef>
              <a:spcAft>
                <a:spcPts val="0"/>
              </a:spcAft>
              <a:buSzPts val="1700"/>
              <a:buChar char="-"/>
              <a:defRPr/>
            </a:lvl4pPr>
            <a:lvl5pPr marL="3047924" lvl="4" indent="-448722" algn="l">
              <a:lnSpc>
                <a:spcPct val="100000"/>
              </a:lnSpc>
              <a:spcBef>
                <a:spcPts val="400"/>
              </a:spcBef>
              <a:spcAft>
                <a:spcPts val="0"/>
              </a:spcAft>
              <a:buSzPts val="1700"/>
              <a:buChar char="-"/>
              <a:defRPr/>
            </a:lvl5pPr>
            <a:lvl6pPr marL="3657509" lvl="5" indent="-423323" algn="l">
              <a:lnSpc>
                <a:spcPct val="90000"/>
              </a:lnSpc>
              <a:spcBef>
                <a:spcPts val="667"/>
              </a:spcBef>
              <a:spcAft>
                <a:spcPts val="0"/>
              </a:spcAft>
              <a:buClr>
                <a:schemeClr val="dk1"/>
              </a:buClr>
              <a:buSzPts val="1400"/>
              <a:buChar char="•"/>
              <a:defRPr/>
            </a:lvl6pPr>
            <a:lvl7pPr marL="4267093" lvl="6" indent="-423323" algn="l">
              <a:lnSpc>
                <a:spcPct val="90000"/>
              </a:lnSpc>
              <a:spcBef>
                <a:spcPts val="667"/>
              </a:spcBef>
              <a:spcAft>
                <a:spcPts val="0"/>
              </a:spcAft>
              <a:buClr>
                <a:schemeClr val="dk1"/>
              </a:buClr>
              <a:buSzPts val="1400"/>
              <a:buChar char="•"/>
              <a:defRPr/>
            </a:lvl7pPr>
            <a:lvl8pPr marL="4876678" lvl="7" indent="-423323" algn="l">
              <a:lnSpc>
                <a:spcPct val="90000"/>
              </a:lnSpc>
              <a:spcBef>
                <a:spcPts val="667"/>
              </a:spcBef>
              <a:spcAft>
                <a:spcPts val="0"/>
              </a:spcAft>
              <a:buClr>
                <a:schemeClr val="dk1"/>
              </a:buClr>
              <a:buSzPts val="1400"/>
              <a:buChar char="•"/>
              <a:defRPr/>
            </a:lvl8pPr>
            <a:lvl9pPr marL="5486263" lvl="8" indent="-423323" algn="l">
              <a:lnSpc>
                <a:spcPct val="90000"/>
              </a:lnSpc>
              <a:spcBef>
                <a:spcPts val="667"/>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39894720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Contact Us 1">
  <p:cSld name="Contact Us 1">
    <p:bg>
      <p:bgPr>
        <a:solidFill>
          <a:srgbClr val="FFFFFF"/>
        </a:solidFill>
        <a:effectLst/>
      </p:bgPr>
    </p:bg>
    <p:spTree>
      <p:nvGrpSpPr>
        <p:cNvPr id="1" name="Shape 296"/>
        <p:cNvGrpSpPr/>
        <p:nvPr/>
      </p:nvGrpSpPr>
      <p:grpSpPr>
        <a:xfrm>
          <a:off x="0" y="0"/>
          <a:ext cx="0" cy="0"/>
          <a:chOff x="0" y="0"/>
          <a:chExt cx="0" cy="0"/>
        </a:xfrm>
      </p:grpSpPr>
      <p:pic>
        <p:nvPicPr>
          <p:cNvPr id="297" name="Google Shape;297;p40"/>
          <p:cNvPicPr preferRelativeResize="0"/>
          <p:nvPr/>
        </p:nvPicPr>
        <p:blipFill rotWithShape="1">
          <a:blip r:embed="rId2">
            <a:alphaModFix/>
          </a:blip>
          <a:srcRect b="53518"/>
          <a:stretch/>
        </p:blipFill>
        <p:spPr>
          <a:xfrm>
            <a:off x="666753" y="2386153"/>
            <a:ext cx="3358300" cy="903625"/>
          </a:xfrm>
          <a:prstGeom prst="rect">
            <a:avLst/>
          </a:prstGeom>
          <a:noFill/>
          <a:ln>
            <a:noFill/>
          </a:ln>
        </p:spPr>
      </p:pic>
      <p:grpSp>
        <p:nvGrpSpPr>
          <p:cNvPr id="298" name="Google Shape;298;p40"/>
          <p:cNvGrpSpPr/>
          <p:nvPr/>
        </p:nvGrpSpPr>
        <p:grpSpPr>
          <a:xfrm>
            <a:off x="4233" y="6761672"/>
            <a:ext cx="12192000" cy="104400"/>
            <a:chOff x="0" y="5071254"/>
            <a:chExt cx="9144000" cy="78300"/>
          </a:xfrm>
        </p:grpSpPr>
        <p:sp>
          <p:nvSpPr>
            <p:cNvPr id="299" name="Google Shape;299;p40"/>
            <p:cNvSpPr/>
            <p:nvPr/>
          </p:nvSpPr>
          <p:spPr>
            <a:xfrm>
              <a:off x="0" y="5071254"/>
              <a:ext cx="2016000" cy="783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Arial"/>
                <a:ea typeface="Arial"/>
                <a:cs typeface="Arial"/>
                <a:sym typeface="Arial"/>
              </a:endParaRPr>
            </a:p>
          </p:txBody>
        </p:sp>
        <p:sp>
          <p:nvSpPr>
            <p:cNvPr id="300" name="Google Shape;300;p40"/>
            <p:cNvSpPr/>
            <p:nvPr/>
          </p:nvSpPr>
          <p:spPr>
            <a:xfrm>
              <a:off x="2016000" y="5071254"/>
              <a:ext cx="7128000" cy="783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93000"/>
                </a:lnSpc>
                <a:spcBef>
                  <a:spcPts val="0"/>
                </a:spcBef>
                <a:spcAft>
                  <a:spcPts val="0"/>
                </a:spcAft>
                <a:buClr>
                  <a:srgbClr val="000000"/>
                </a:buClr>
                <a:buSzPts val="1800"/>
                <a:buFont typeface="Arial"/>
                <a:buNone/>
              </a:pPr>
              <a:endParaRPr sz="2400" b="0" i="0" u="none" strike="noStrike" cap="none">
                <a:solidFill>
                  <a:schemeClr val="lt1"/>
                </a:solidFill>
                <a:latin typeface="Arial"/>
                <a:ea typeface="Arial"/>
                <a:cs typeface="Arial"/>
                <a:sym typeface="Arial"/>
              </a:endParaRPr>
            </a:p>
          </p:txBody>
        </p:sp>
      </p:grpSp>
      <p:sp>
        <p:nvSpPr>
          <p:cNvPr id="301" name="Google Shape;301;p40"/>
          <p:cNvSpPr txBox="1">
            <a:spLocks noGrp="1"/>
          </p:cNvSpPr>
          <p:nvPr>
            <p:ph type="body" idx="1"/>
          </p:nvPr>
        </p:nvSpPr>
        <p:spPr>
          <a:xfrm>
            <a:off x="666751" y="3547455"/>
            <a:ext cx="10850000" cy="824000"/>
          </a:xfrm>
          <a:prstGeom prst="rect">
            <a:avLst/>
          </a:prstGeom>
          <a:noFill/>
          <a:ln>
            <a:noFill/>
          </a:ln>
        </p:spPr>
        <p:txBody>
          <a:bodyPr spcFirstLastPara="1" wrap="square" lIns="0" tIns="45700" rIns="91425" bIns="45700" anchor="ctr" anchorCtr="0">
            <a:noAutofit/>
          </a:bodyPr>
          <a:lstStyle>
            <a:lvl1pPr marL="609585" lvl="0" indent="-304792" algn="l">
              <a:lnSpc>
                <a:spcPct val="100000"/>
              </a:lnSpc>
              <a:spcBef>
                <a:spcPts val="400"/>
              </a:spcBef>
              <a:spcAft>
                <a:spcPts val="0"/>
              </a:spcAft>
              <a:buClr>
                <a:schemeClr val="accent1"/>
              </a:buClr>
              <a:buSzPts val="3500"/>
              <a:buNone/>
              <a:defRPr sz="3733">
                <a:solidFill>
                  <a:schemeClr val="accent1"/>
                </a:solidFill>
              </a:defRPr>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Clr>
                <a:schemeClr val="dk1"/>
              </a:buClr>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Clr>
                <a:schemeClr val="dk1"/>
              </a:buClr>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302" name="Google Shape;302;p40"/>
          <p:cNvSpPr txBox="1">
            <a:spLocks noGrp="1"/>
          </p:cNvSpPr>
          <p:nvPr>
            <p:ph type="body" idx="2"/>
          </p:nvPr>
        </p:nvSpPr>
        <p:spPr>
          <a:xfrm>
            <a:off x="666755" y="4408275"/>
            <a:ext cx="10850000" cy="3832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Clr>
                <a:schemeClr val="accent2"/>
              </a:buClr>
              <a:buSzPts val="2250"/>
              <a:buNone/>
              <a:defRPr sz="2400">
                <a:solidFill>
                  <a:schemeClr val="accent2"/>
                </a:solidFill>
              </a:defRPr>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Clr>
                <a:schemeClr val="dk1"/>
              </a:buClr>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Clr>
                <a:schemeClr val="dk1"/>
              </a:buClr>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303" name="Google Shape;303;p40"/>
          <p:cNvSpPr txBox="1">
            <a:spLocks noGrp="1"/>
          </p:cNvSpPr>
          <p:nvPr>
            <p:ph type="body" idx="3"/>
          </p:nvPr>
        </p:nvSpPr>
        <p:spPr>
          <a:xfrm>
            <a:off x="666749" y="4971309"/>
            <a:ext cx="10850000" cy="378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Clr>
                <a:schemeClr val="dk1"/>
              </a:buClr>
              <a:buSzPts val="1750"/>
              <a:buNone/>
              <a:defRPr sz="1867"/>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Clr>
                <a:schemeClr val="dk1"/>
              </a:buClr>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Clr>
                <a:schemeClr val="dk1"/>
              </a:buClr>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7714894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ext 10">
  <p:cSld name="Title and Text 10">
    <p:spTree>
      <p:nvGrpSpPr>
        <p:cNvPr id="1" name="Shape 304"/>
        <p:cNvGrpSpPr/>
        <p:nvPr/>
      </p:nvGrpSpPr>
      <p:grpSpPr>
        <a:xfrm>
          <a:off x="0" y="0"/>
          <a:ext cx="0" cy="0"/>
          <a:chOff x="0" y="0"/>
          <a:chExt cx="0" cy="0"/>
        </a:xfrm>
      </p:grpSpPr>
      <p:sp>
        <p:nvSpPr>
          <p:cNvPr id="305" name="Google Shape;305;p41"/>
          <p:cNvSpPr txBox="1">
            <a:spLocks noGrp="1"/>
          </p:cNvSpPr>
          <p:nvPr>
            <p:ph type="title"/>
          </p:nvPr>
        </p:nvSpPr>
        <p:spPr>
          <a:xfrm>
            <a:off x="666751" y="366185"/>
            <a:ext cx="10850000" cy="745200"/>
          </a:xfrm>
          <a:prstGeom prst="rect">
            <a:avLst/>
          </a:prstGeom>
          <a:noFill/>
          <a:ln>
            <a:noFill/>
          </a:ln>
        </p:spPr>
        <p:txBody>
          <a:bodyPr spcFirstLastPara="1" wrap="square" lIns="0" tIns="45700" rIns="91425" bIns="45700" anchor="ctr" anchorCtr="0">
            <a:noAutofit/>
          </a:bodyPr>
          <a:lstStyle>
            <a:lvl1pPr lvl="0" algn="just">
              <a:lnSpc>
                <a:spcPct val="90000"/>
              </a:lnSpc>
              <a:spcBef>
                <a:spcPts val="0"/>
              </a:spcBef>
              <a:spcAft>
                <a:spcPts val="0"/>
              </a:spcAft>
              <a:buClr>
                <a:schemeClr val="accent1"/>
              </a:buClr>
              <a:buSzPts val="2400"/>
              <a:buFont typeface="Arial"/>
              <a:buNone/>
              <a:defRPr>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06" name="Google Shape;306;p41"/>
          <p:cNvSpPr txBox="1">
            <a:spLocks noGrp="1"/>
          </p:cNvSpPr>
          <p:nvPr>
            <p:ph type="body" idx="1"/>
          </p:nvPr>
        </p:nvSpPr>
        <p:spPr>
          <a:xfrm>
            <a:off x="666751" y="1762064"/>
            <a:ext cx="10850000" cy="38844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0"/>
              </a:spcBef>
              <a:spcAft>
                <a:spcPts val="0"/>
              </a:spcAft>
              <a:buSzPts val="2250"/>
              <a:buNone/>
              <a:defRPr/>
            </a:lvl1pPr>
            <a:lvl2pPr marL="1219170" lvl="1" indent="-304792" algn="l">
              <a:lnSpc>
                <a:spcPct val="100000"/>
              </a:lnSpc>
              <a:spcBef>
                <a:spcPts val="800"/>
              </a:spcBef>
              <a:spcAft>
                <a:spcPts val="0"/>
              </a:spcAft>
              <a:buSzPts val="2000"/>
              <a:buNone/>
              <a:defRPr/>
            </a:lvl2pPr>
            <a:lvl3pPr marL="1828754" lvl="2" indent="-304792" algn="l">
              <a:lnSpc>
                <a:spcPct val="100000"/>
              </a:lnSpc>
              <a:spcBef>
                <a:spcPts val="400"/>
              </a:spcBef>
              <a:spcAft>
                <a:spcPts val="0"/>
              </a:spcAft>
              <a:buSzPts val="2000"/>
              <a:buNone/>
              <a:defRPr/>
            </a:lvl3pPr>
            <a:lvl4pPr marL="2438339" lvl="3" indent="-304792" algn="l">
              <a:lnSpc>
                <a:spcPct val="100000"/>
              </a:lnSpc>
              <a:spcBef>
                <a:spcPts val="400"/>
              </a:spcBef>
              <a:spcAft>
                <a:spcPts val="0"/>
              </a:spcAft>
              <a:buSzPts val="2000"/>
              <a:buNone/>
              <a:defRPr/>
            </a:lvl4pPr>
            <a:lvl5pPr marL="3047924" lvl="4" indent="-495288" algn="l">
              <a:lnSpc>
                <a:spcPct val="100000"/>
              </a:lnSpc>
              <a:spcBef>
                <a:spcPts val="400"/>
              </a:spcBef>
              <a:spcAft>
                <a:spcPts val="0"/>
              </a:spcAft>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307" name="Google Shape;307;p41"/>
          <p:cNvSpPr txBox="1">
            <a:spLocks noGrp="1"/>
          </p:cNvSpPr>
          <p:nvPr>
            <p:ph type="body" idx="2"/>
          </p:nvPr>
        </p:nvSpPr>
        <p:spPr>
          <a:xfrm>
            <a:off x="666749" y="1220755"/>
            <a:ext cx="10850000" cy="432000"/>
          </a:xfrm>
          <a:prstGeom prst="rect">
            <a:avLst/>
          </a:prstGeom>
          <a:noFill/>
          <a:ln>
            <a:noFill/>
          </a:ln>
        </p:spPr>
        <p:txBody>
          <a:bodyPr spcFirstLastPara="1" wrap="square" lIns="0" tIns="45700" rIns="91425" bIns="45700" anchor="t" anchorCtr="0">
            <a:noAutofit/>
          </a:bodyPr>
          <a:lstStyle>
            <a:lvl1pPr marL="609585" lvl="0" indent="-304792" algn="l">
              <a:lnSpc>
                <a:spcPct val="100000"/>
              </a:lnSpc>
              <a:spcBef>
                <a:spcPts val="400"/>
              </a:spcBef>
              <a:spcAft>
                <a:spcPts val="0"/>
              </a:spcAft>
              <a:buSzPts val="2250"/>
              <a:buFont typeface="Arial"/>
              <a:buNone/>
              <a:defRPr sz="2400" b="1">
                <a:solidFill>
                  <a:srgbClr val="222222"/>
                </a:solidFill>
              </a:defRPr>
            </a:lvl1pPr>
            <a:lvl2pPr marL="1219170" lvl="1" indent="-495288" algn="l">
              <a:lnSpc>
                <a:spcPct val="100000"/>
              </a:lnSpc>
              <a:spcBef>
                <a:spcPts val="400"/>
              </a:spcBef>
              <a:spcAft>
                <a:spcPts val="0"/>
              </a:spcAft>
              <a:buSzPts val="2250"/>
              <a:buChar char="-"/>
              <a:defRPr/>
            </a:lvl2pPr>
            <a:lvl3pPr marL="1828754" lvl="2" indent="-495288" algn="l">
              <a:lnSpc>
                <a:spcPct val="100000"/>
              </a:lnSpc>
              <a:spcBef>
                <a:spcPts val="400"/>
              </a:spcBef>
              <a:spcAft>
                <a:spcPts val="0"/>
              </a:spcAft>
              <a:buSzPts val="2250"/>
              <a:buChar char="-"/>
              <a:defRPr/>
            </a:lvl3pPr>
            <a:lvl4pPr marL="2438339" lvl="3" indent="-495288" algn="l">
              <a:lnSpc>
                <a:spcPct val="100000"/>
              </a:lnSpc>
              <a:spcBef>
                <a:spcPts val="400"/>
              </a:spcBef>
              <a:spcAft>
                <a:spcPts val="0"/>
              </a:spcAft>
              <a:buSzPts val="2250"/>
              <a:buChar char="-"/>
              <a:defRPr/>
            </a:lvl4pPr>
            <a:lvl5pPr marL="3047924" lvl="4" indent="-495288" algn="l">
              <a:lnSpc>
                <a:spcPct val="100000"/>
              </a:lnSpc>
              <a:spcBef>
                <a:spcPts val="400"/>
              </a:spcBef>
              <a:spcAft>
                <a:spcPts val="0"/>
              </a:spcAft>
              <a:buSzPts val="2250"/>
              <a:buChar char="-"/>
              <a:defRPr/>
            </a:lvl5pPr>
            <a:lvl6pPr marL="3657509" lvl="5" indent="-457189" algn="l">
              <a:lnSpc>
                <a:spcPct val="90000"/>
              </a:lnSpc>
              <a:spcBef>
                <a:spcPts val="667"/>
              </a:spcBef>
              <a:spcAft>
                <a:spcPts val="0"/>
              </a:spcAft>
              <a:buClr>
                <a:schemeClr val="dk1"/>
              </a:buClr>
              <a:buSzPts val="1800"/>
              <a:buChar char="•"/>
              <a:defRPr/>
            </a:lvl6pPr>
            <a:lvl7pPr marL="4267093" lvl="6" indent="-457189" algn="l">
              <a:lnSpc>
                <a:spcPct val="90000"/>
              </a:lnSpc>
              <a:spcBef>
                <a:spcPts val="667"/>
              </a:spcBef>
              <a:spcAft>
                <a:spcPts val="0"/>
              </a:spcAft>
              <a:buClr>
                <a:schemeClr val="dk1"/>
              </a:buClr>
              <a:buSzPts val="1800"/>
              <a:buChar char="•"/>
              <a:defRPr/>
            </a:lvl7pPr>
            <a:lvl8pPr marL="4876678" lvl="7" indent="-457189" algn="l">
              <a:lnSpc>
                <a:spcPct val="90000"/>
              </a:lnSpc>
              <a:spcBef>
                <a:spcPts val="667"/>
              </a:spcBef>
              <a:spcAft>
                <a:spcPts val="0"/>
              </a:spcAft>
              <a:buClr>
                <a:schemeClr val="dk1"/>
              </a:buClr>
              <a:buSzPts val="1800"/>
              <a:buChar char="•"/>
              <a:defRPr/>
            </a:lvl8pPr>
            <a:lvl9pPr marL="5486263" lvl="8" indent="-457189" algn="l">
              <a:lnSpc>
                <a:spcPct val="90000"/>
              </a:lnSpc>
              <a:spcBef>
                <a:spcPts val="667"/>
              </a:spcBef>
              <a:spcAft>
                <a:spcPts val="0"/>
              </a:spcAft>
              <a:buClr>
                <a:schemeClr val="dk1"/>
              </a:buClr>
              <a:buSzPts val="1800"/>
              <a:buChar char="•"/>
              <a:defRPr/>
            </a:lvl9pPr>
          </a:lstStyle>
          <a:p>
            <a:endParaRPr/>
          </a:p>
        </p:txBody>
      </p:sp>
      <p:sp>
        <p:nvSpPr>
          <p:cNvPr id="308" name="Google Shape;308;p41"/>
          <p:cNvSpPr txBox="1">
            <a:spLocks noGrp="1"/>
          </p:cNvSpPr>
          <p:nvPr>
            <p:ph type="ftr" idx="11"/>
          </p:nvPr>
        </p:nvSpPr>
        <p:spPr>
          <a:xfrm>
            <a:off x="675216" y="5655759"/>
            <a:ext cx="10833200" cy="514800"/>
          </a:xfrm>
          <a:prstGeom prst="rect">
            <a:avLst/>
          </a:prstGeom>
          <a:noFill/>
          <a:ln>
            <a:noFill/>
          </a:ln>
        </p:spPr>
        <p:txBody>
          <a:bodyPr spcFirstLastPara="1" wrap="square" lIns="0" tIns="45700" rIns="91425" bIns="45700" anchor="ctr" anchorCtr="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a:endParaRPr/>
          </a:p>
        </p:txBody>
      </p:sp>
      <p:sp>
        <p:nvSpPr>
          <p:cNvPr id="309" name="Google Shape;309;p41"/>
          <p:cNvSpPr/>
          <p:nvPr/>
        </p:nvSpPr>
        <p:spPr>
          <a:xfrm>
            <a:off x="2844800" y="6375400"/>
            <a:ext cx="8128000" cy="304800"/>
          </a:xfrm>
          <a:prstGeom prst="rect">
            <a:avLst/>
          </a:prstGeom>
          <a:solidFill>
            <a:schemeClr val="lt1"/>
          </a:solidFill>
          <a:ln>
            <a:noFill/>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89000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2_Custom Layout">
  <p:cSld name="2_Custom Layout">
    <p:bg>
      <p:bgPr>
        <a:solidFill>
          <a:schemeClr val="lt1"/>
        </a:solidFill>
        <a:effectLst/>
      </p:bgPr>
    </p:bg>
    <p:spTree>
      <p:nvGrpSpPr>
        <p:cNvPr id="1" name="Shape 310"/>
        <p:cNvGrpSpPr/>
        <p:nvPr/>
      </p:nvGrpSpPr>
      <p:grpSpPr>
        <a:xfrm>
          <a:off x="0" y="0"/>
          <a:ext cx="0" cy="0"/>
          <a:chOff x="0" y="0"/>
          <a:chExt cx="0" cy="0"/>
        </a:xfrm>
      </p:grpSpPr>
      <p:sp>
        <p:nvSpPr>
          <p:cNvPr id="311" name="Google Shape;311;p42"/>
          <p:cNvSpPr txBox="1">
            <a:spLocks noGrp="1"/>
          </p:cNvSpPr>
          <p:nvPr>
            <p:ph type="title"/>
          </p:nvPr>
        </p:nvSpPr>
        <p:spPr>
          <a:xfrm>
            <a:off x="143339" y="117059"/>
            <a:ext cx="11809200" cy="608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24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2" name="Google Shape;312;p42"/>
          <p:cNvSpPr txBox="1">
            <a:spLocks noGrp="1"/>
          </p:cNvSpPr>
          <p:nvPr>
            <p:ph type="sldNum" idx="12"/>
          </p:nvPr>
        </p:nvSpPr>
        <p:spPr>
          <a:xfrm>
            <a:off x="0" y="0"/>
            <a:ext cx="4000000" cy="4000000"/>
          </a:xfrm>
          <a:prstGeom prst="rect">
            <a:avLst/>
          </a:prstGeom>
          <a:noFill/>
          <a:ln>
            <a:noFill/>
          </a:ln>
        </p:spPr>
        <p:txBody>
          <a:bodyPr spcFirstLastPara="1" wrap="square" lIns="91425" tIns="45700" rIns="91425" bIns="45700" anchor="t" anchorCtr="0">
            <a:noAutofit/>
          </a:bodyPr>
          <a:lstStyle>
            <a:lvl1pPr marL="0" marR="0" lvl="0" indent="0" algn="l">
              <a:lnSpc>
                <a:spcPct val="93000"/>
              </a:lnSpc>
              <a:spcBef>
                <a:spcPts val="0"/>
              </a:spcBef>
              <a:buNone/>
              <a:defRPr sz="2400" b="0" i="0" u="none" strike="noStrike" cap="none">
                <a:latin typeface="Calibri"/>
                <a:ea typeface="Calibri"/>
                <a:cs typeface="Calibri"/>
                <a:sym typeface="Calibri"/>
              </a:defRPr>
            </a:lvl1pPr>
            <a:lvl2pPr marL="0" marR="0" lvl="1" indent="0" algn="l">
              <a:lnSpc>
                <a:spcPct val="93000"/>
              </a:lnSpc>
              <a:spcBef>
                <a:spcPts val="0"/>
              </a:spcBef>
              <a:buNone/>
              <a:defRPr sz="2400" b="0" i="0" u="none" strike="noStrike" cap="none">
                <a:latin typeface="Calibri"/>
                <a:ea typeface="Calibri"/>
                <a:cs typeface="Calibri"/>
                <a:sym typeface="Calibri"/>
              </a:defRPr>
            </a:lvl2pPr>
            <a:lvl3pPr marL="0" marR="0" lvl="2" indent="0" algn="l">
              <a:lnSpc>
                <a:spcPct val="93000"/>
              </a:lnSpc>
              <a:spcBef>
                <a:spcPts val="0"/>
              </a:spcBef>
              <a:buNone/>
              <a:defRPr sz="2400" b="0" i="0" u="none" strike="noStrike" cap="none">
                <a:latin typeface="Calibri"/>
                <a:ea typeface="Calibri"/>
                <a:cs typeface="Calibri"/>
                <a:sym typeface="Calibri"/>
              </a:defRPr>
            </a:lvl3pPr>
            <a:lvl4pPr marL="0" marR="0" lvl="3" indent="0" algn="l">
              <a:lnSpc>
                <a:spcPct val="93000"/>
              </a:lnSpc>
              <a:spcBef>
                <a:spcPts val="0"/>
              </a:spcBef>
              <a:buNone/>
              <a:defRPr sz="2400" b="0" i="0" u="none" strike="noStrike" cap="none">
                <a:latin typeface="Calibri"/>
                <a:ea typeface="Calibri"/>
                <a:cs typeface="Calibri"/>
                <a:sym typeface="Calibri"/>
              </a:defRPr>
            </a:lvl4pPr>
            <a:lvl5pPr marL="0" marR="0" lvl="4" indent="0" algn="l">
              <a:lnSpc>
                <a:spcPct val="93000"/>
              </a:lnSpc>
              <a:spcBef>
                <a:spcPts val="0"/>
              </a:spcBef>
              <a:buNone/>
              <a:defRPr sz="2400" b="0" i="0" u="none" strike="noStrike" cap="none">
                <a:latin typeface="Calibri"/>
                <a:ea typeface="Calibri"/>
                <a:cs typeface="Calibri"/>
                <a:sym typeface="Calibri"/>
              </a:defRPr>
            </a:lvl5pPr>
            <a:lvl6pPr marL="0" marR="0" lvl="5" indent="0" algn="l">
              <a:lnSpc>
                <a:spcPct val="93000"/>
              </a:lnSpc>
              <a:spcBef>
                <a:spcPts val="0"/>
              </a:spcBef>
              <a:buNone/>
              <a:defRPr sz="2400" b="0" i="0" u="none" strike="noStrike" cap="none">
                <a:latin typeface="Calibri"/>
                <a:ea typeface="Calibri"/>
                <a:cs typeface="Calibri"/>
                <a:sym typeface="Calibri"/>
              </a:defRPr>
            </a:lvl6pPr>
            <a:lvl7pPr marL="0" marR="0" lvl="6" indent="0" algn="l">
              <a:lnSpc>
                <a:spcPct val="93000"/>
              </a:lnSpc>
              <a:spcBef>
                <a:spcPts val="0"/>
              </a:spcBef>
              <a:buNone/>
              <a:defRPr sz="2400" b="0" i="0" u="none" strike="noStrike" cap="none">
                <a:latin typeface="Calibri"/>
                <a:ea typeface="Calibri"/>
                <a:cs typeface="Calibri"/>
                <a:sym typeface="Calibri"/>
              </a:defRPr>
            </a:lvl7pPr>
            <a:lvl8pPr marL="0" marR="0" lvl="7" indent="0" algn="l">
              <a:lnSpc>
                <a:spcPct val="93000"/>
              </a:lnSpc>
              <a:spcBef>
                <a:spcPts val="0"/>
              </a:spcBef>
              <a:buNone/>
              <a:defRPr sz="2400" b="0" i="0" u="none" strike="noStrike" cap="none">
                <a:latin typeface="Calibri"/>
                <a:ea typeface="Calibri"/>
                <a:cs typeface="Calibri"/>
                <a:sym typeface="Calibri"/>
              </a:defRPr>
            </a:lvl8pPr>
            <a:lvl9pPr marL="0" marR="0" lvl="8" indent="0" algn="l">
              <a:lnSpc>
                <a:spcPct val="93000"/>
              </a:lnSpc>
              <a:spcBef>
                <a:spcPts val="0"/>
              </a:spcBef>
              <a:buNone/>
              <a:defRPr sz="2400" b="0" i="0" u="none" strike="noStrike" cap="none">
                <a:latin typeface="Calibri"/>
                <a:ea typeface="Calibri"/>
                <a:cs typeface="Calibri"/>
                <a:sym typeface="Calibri"/>
              </a:defRPr>
            </a:lvl9pPr>
          </a:lstStyle>
          <a:p>
            <a:fld id="{00000000-1234-1234-1234-123412341234}" type="slidenum">
              <a:rPr lang="en" smtClean="0"/>
              <a:pPr/>
              <a:t>‹#›</a:t>
            </a:fld>
            <a:endParaRPr lang="en"/>
          </a:p>
        </p:txBody>
      </p:sp>
      <p:sp>
        <p:nvSpPr>
          <p:cNvPr id="313" name="Google Shape;313;p42"/>
          <p:cNvSpPr txBox="1">
            <a:spLocks noGrp="1"/>
          </p:cNvSpPr>
          <p:nvPr>
            <p:ph type="body" idx="1"/>
          </p:nvPr>
        </p:nvSpPr>
        <p:spPr>
          <a:xfrm>
            <a:off x="508000" y="1143003"/>
            <a:ext cx="8331200" cy="1922800"/>
          </a:xfrm>
          <a:prstGeom prst="rect">
            <a:avLst/>
          </a:prstGeom>
          <a:noFill/>
          <a:ln>
            <a:noFill/>
          </a:ln>
        </p:spPr>
        <p:txBody>
          <a:bodyPr spcFirstLastPara="1" wrap="square" lIns="0" tIns="0" rIns="0" bIns="0" anchor="t" anchorCtr="0">
            <a:noAutofit/>
          </a:bodyPr>
          <a:lstStyle>
            <a:lvl1pPr marL="609585" lvl="0" indent="-304792" algn="l">
              <a:spcBef>
                <a:spcPts val="0"/>
              </a:spcBef>
              <a:spcAft>
                <a:spcPts val="0"/>
              </a:spcAft>
              <a:buSzPts val="2300"/>
              <a:buNone/>
              <a:defRPr>
                <a:latin typeface="Arial"/>
                <a:ea typeface="Arial"/>
                <a:cs typeface="Arial"/>
                <a:sym typeface="Arial"/>
              </a:defRPr>
            </a:lvl1pPr>
            <a:lvl2pPr marL="1219170" lvl="1" indent="-487668" algn="l">
              <a:spcBef>
                <a:spcPts val="1151"/>
              </a:spcBef>
              <a:spcAft>
                <a:spcPts val="0"/>
              </a:spcAft>
              <a:buSzPts val="2160"/>
              <a:buChar char="-"/>
              <a:defRPr>
                <a:latin typeface="Arial"/>
                <a:ea typeface="Arial"/>
                <a:cs typeface="Arial"/>
                <a:sym typeface="Arial"/>
              </a:defRPr>
            </a:lvl2pPr>
            <a:lvl3pPr marL="1828754" lvl="2" indent="-440256" algn="l">
              <a:spcBef>
                <a:spcPts val="1151"/>
              </a:spcBef>
              <a:spcAft>
                <a:spcPts val="0"/>
              </a:spcAft>
              <a:buClr>
                <a:schemeClr val="dk1"/>
              </a:buClr>
              <a:buSzPts val="1600"/>
              <a:buChar char="-"/>
              <a:defRPr>
                <a:latin typeface="Arial"/>
                <a:ea typeface="Arial"/>
                <a:cs typeface="Arial"/>
                <a:sym typeface="Arial"/>
              </a:defRPr>
            </a:lvl3pPr>
            <a:lvl4pPr marL="2438339" lvl="3" indent="-467347" algn="l">
              <a:spcBef>
                <a:spcPts val="900"/>
              </a:spcBef>
              <a:spcAft>
                <a:spcPts val="0"/>
              </a:spcAft>
              <a:buSzPts val="1920"/>
              <a:buChar char="-"/>
              <a:defRPr>
                <a:latin typeface="Arial"/>
                <a:ea typeface="Arial"/>
                <a:cs typeface="Arial"/>
                <a:sym typeface="Arial"/>
              </a:defRPr>
            </a:lvl4pPr>
            <a:lvl5pPr marL="3047924" lvl="4" indent="-440256" algn="l">
              <a:spcBef>
                <a:spcPts val="900"/>
              </a:spcBef>
              <a:spcAft>
                <a:spcPts val="0"/>
              </a:spcAft>
              <a:buClr>
                <a:schemeClr val="dk1"/>
              </a:buClr>
              <a:buSzPts val="1600"/>
              <a:buChar char="-"/>
              <a:defRPr>
                <a:latin typeface="Arial"/>
                <a:ea typeface="Arial"/>
                <a:cs typeface="Arial"/>
                <a:sym typeface="Arial"/>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314" name="Google Shape;314;p42"/>
          <p:cNvSpPr/>
          <p:nvPr/>
        </p:nvSpPr>
        <p:spPr>
          <a:xfrm>
            <a:off x="2844800" y="6273800"/>
            <a:ext cx="8229600" cy="406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315" name="Google Shape;315;p42"/>
          <p:cNvSpPr/>
          <p:nvPr/>
        </p:nvSpPr>
        <p:spPr>
          <a:xfrm>
            <a:off x="2844800" y="6273800"/>
            <a:ext cx="8229600" cy="4064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marL="0" marR="0" lvl="0" indent="0" algn="ctr" rtl="0">
              <a:lnSpc>
                <a:spcPct val="93000"/>
              </a:lnSpc>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7415112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10959943" y="6287239"/>
            <a:ext cx="548400" cy="366000"/>
          </a:xfrm>
          <a:prstGeom prst="rect">
            <a:avLst/>
          </a:prstGeom>
          <a:noFill/>
          <a:ln>
            <a:noFill/>
          </a:ln>
        </p:spPr>
        <p:txBody>
          <a:bodyPr spcFirstLastPara="1" wrap="square" lIns="68575" tIns="34275" rIns="68575" bIns="34275" anchor="ctr" anchorCtr="0">
            <a:noAutofit/>
          </a:bodyPr>
          <a:lstStyle>
            <a:lvl1pPr marL="0" marR="0" lvl="0"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1pPr>
            <a:lvl2pPr marL="0" marR="0" lvl="1"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2pPr>
            <a:lvl3pPr marL="0" marR="0" lvl="2"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3pPr>
            <a:lvl4pPr marL="0" marR="0" lvl="3"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4pPr>
            <a:lvl5pPr marL="0" marR="0" lvl="4"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5pPr>
            <a:lvl6pPr marL="0" marR="0" lvl="5"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6pPr>
            <a:lvl7pPr marL="0" marR="0" lvl="6"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7pPr>
            <a:lvl8pPr marL="0" marR="0" lvl="7"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8pPr>
            <a:lvl9pPr marL="0" marR="0" lvl="8" indent="0" algn="r" rtl="0">
              <a:lnSpc>
                <a:spcPct val="93000"/>
              </a:lnSpc>
              <a:spcBef>
                <a:spcPts val="0"/>
              </a:spcBef>
              <a:spcAft>
                <a:spcPts val="0"/>
              </a:spcAft>
              <a:buClr>
                <a:srgbClr val="000000"/>
              </a:buClr>
              <a:buSzPts val="1200"/>
              <a:buFont typeface="Arial"/>
              <a:buNone/>
              <a:defRPr sz="1600" b="0" i="0" u="none" strike="noStrike" cap="none">
                <a:solidFill>
                  <a:srgbClr val="888888"/>
                </a:solidFill>
                <a:latin typeface="Arial"/>
                <a:ea typeface="Arial"/>
                <a:cs typeface="Arial"/>
                <a:sym typeface="Arial"/>
              </a:defRPr>
            </a:lvl9pPr>
          </a:lstStyle>
          <a:p>
            <a:fld id="{00000000-1234-1234-1234-123412341234}" type="slidenum">
              <a:rPr lang="en" smtClean="0"/>
              <a:pPr/>
              <a:t>‹#›</a:t>
            </a:fld>
            <a:endParaRPr lang="en"/>
          </a:p>
        </p:txBody>
      </p:sp>
      <p:cxnSp>
        <p:nvCxnSpPr>
          <p:cNvPr id="7" name="Google Shape;7;p1"/>
          <p:cNvCxnSpPr/>
          <p:nvPr/>
        </p:nvCxnSpPr>
        <p:spPr>
          <a:xfrm>
            <a:off x="10912828" y="6307323"/>
            <a:ext cx="0" cy="353200"/>
          </a:xfrm>
          <a:prstGeom prst="straightConnector1">
            <a:avLst/>
          </a:prstGeom>
          <a:noFill/>
          <a:ln w="7150" cap="flat" cmpd="sng">
            <a:solidFill>
              <a:schemeClr val="accent2"/>
            </a:solidFill>
            <a:prstDash val="solid"/>
            <a:miter lim="800000"/>
            <a:headEnd type="none" w="sm" len="sm"/>
            <a:tailEnd type="none" w="sm" len="sm"/>
          </a:ln>
        </p:spPr>
      </p:cxnSp>
      <p:sp>
        <p:nvSpPr>
          <p:cNvPr id="8" name="Google Shape;8;p1"/>
          <p:cNvSpPr txBox="1">
            <a:spLocks noGrp="1"/>
          </p:cNvSpPr>
          <p:nvPr>
            <p:ph type="body" idx="1"/>
          </p:nvPr>
        </p:nvSpPr>
        <p:spPr>
          <a:xfrm>
            <a:off x="666751" y="1249031"/>
            <a:ext cx="10850000" cy="4912400"/>
          </a:xfrm>
          <a:prstGeom prst="rect">
            <a:avLst/>
          </a:prstGeom>
          <a:noFill/>
          <a:ln>
            <a:noFill/>
          </a:ln>
        </p:spPr>
        <p:txBody>
          <a:bodyPr spcFirstLastPara="1" wrap="square" lIns="0" tIns="34275" rIns="68575" bIns="34275" anchor="t" anchorCtr="0">
            <a:noAutofit/>
          </a:bodyPr>
          <a:lstStyle>
            <a:lvl1pPr marL="457200" marR="0" lvl="0" indent="-374650" algn="l" rtl="0">
              <a:lnSpc>
                <a:spcPct val="100000"/>
              </a:lnSpc>
              <a:spcBef>
                <a:spcPts val="300"/>
              </a:spcBef>
              <a:spcAft>
                <a:spcPts val="0"/>
              </a:spcAft>
              <a:buClr>
                <a:schemeClr val="accent2"/>
              </a:buClr>
              <a:buSzPts val="2300"/>
              <a:buFont typeface="Arial"/>
              <a:buChar char="•"/>
              <a:defRPr sz="1800" b="0" i="0" u="none" strike="noStrike" cap="none">
                <a:solidFill>
                  <a:schemeClr val="accent1"/>
                </a:solidFill>
                <a:latin typeface="Arial"/>
                <a:ea typeface="Arial"/>
                <a:cs typeface="Arial"/>
                <a:sym typeface="Arial"/>
              </a:defRPr>
            </a:lvl1pPr>
            <a:lvl2pPr marL="914400" marR="0" lvl="1" indent="-355600" algn="l" rtl="0">
              <a:lnSpc>
                <a:spcPct val="100000"/>
              </a:lnSpc>
              <a:spcBef>
                <a:spcPts val="300"/>
              </a:spcBef>
              <a:spcAft>
                <a:spcPts val="0"/>
              </a:spcAft>
              <a:buClr>
                <a:schemeClr val="accent2"/>
              </a:buClr>
              <a:buSzPts val="2000"/>
              <a:buFont typeface="NTR"/>
              <a:buChar char="-"/>
              <a:defRPr sz="1600" b="0" i="0" u="none" strike="noStrike" cap="none">
                <a:solidFill>
                  <a:schemeClr val="accent1"/>
                </a:solidFill>
                <a:latin typeface="Arial"/>
                <a:ea typeface="Arial"/>
                <a:cs typeface="Arial"/>
                <a:sym typeface="Arial"/>
              </a:defRPr>
            </a:lvl2pPr>
            <a:lvl3pPr marL="1371600" marR="0" lvl="2" indent="-355600" algn="l" rtl="0">
              <a:lnSpc>
                <a:spcPct val="100000"/>
              </a:lnSpc>
              <a:spcBef>
                <a:spcPts val="300"/>
              </a:spcBef>
              <a:spcAft>
                <a:spcPts val="0"/>
              </a:spcAft>
              <a:buClr>
                <a:schemeClr val="accent2"/>
              </a:buClr>
              <a:buSzPts val="2000"/>
              <a:buFont typeface="NTR"/>
              <a:buChar char="-"/>
              <a:defRPr sz="1600" b="0" i="0" u="none" strike="noStrike" cap="none">
                <a:solidFill>
                  <a:schemeClr val="accent1"/>
                </a:solidFill>
                <a:latin typeface="Arial"/>
                <a:ea typeface="Arial"/>
                <a:cs typeface="Arial"/>
                <a:sym typeface="Arial"/>
              </a:defRPr>
            </a:lvl3pPr>
            <a:lvl4pPr marL="1828800" marR="0" lvl="3" indent="-355600" algn="l" rtl="0">
              <a:lnSpc>
                <a:spcPct val="100000"/>
              </a:lnSpc>
              <a:spcBef>
                <a:spcPts val="300"/>
              </a:spcBef>
              <a:spcAft>
                <a:spcPts val="0"/>
              </a:spcAft>
              <a:buClr>
                <a:schemeClr val="accent2"/>
              </a:buClr>
              <a:buSzPts val="2000"/>
              <a:buFont typeface="NTR"/>
              <a:buChar char="-"/>
              <a:defRPr sz="1600" b="0" i="0" u="none" strike="noStrike" cap="none">
                <a:solidFill>
                  <a:schemeClr val="accent1"/>
                </a:solidFill>
                <a:latin typeface="Arial"/>
                <a:ea typeface="Arial"/>
                <a:cs typeface="Arial"/>
                <a:sym typeface="Arial"/>
              </a:defRPr>
            </a:lvl4pPr>
            <a:lvl5pPr marL="2286000" marR="0" lvl="4" indent="-311150" algn="l" rtl="0">
              <a:lnSpc>
                <a:spcPct val="100000"/>
              </a:lnSpc>
              <a:spcBef>
                <a:spcPts val="300"/>
              </a:spcBef>
              <a:spcAft>
                <a:spcPts val="0"/>
              </a:spcAft>
              <a:buClr>
                <a:schemeClr val="accent2"/>
              </a:buClr>
              <a:buSzPts val="1300"/>
              <a:buFont typeface="NTR"/>
              <a:buChar char="-"/>
              <a:defRPr sz="11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9" name="Google Shape;9;p1"/>
          <p:cNvPicPr preferRelativeResize="0"/>
          <p:nvPr/>
        </p:nvPicPr>
        <p:blipFill rotWithShape="1">
          <a:blip r:embed="rId43">
            <a:alphaModFix/>
          </a:blip>
          <a:srcRect b="52800"/>
          <a:stretch/>
        </p:blipFill>
        <p:spPr>
          <a:xfrm>
            <a:off x="683548" y="6231503"/>
            <a:ext cx="1486355" cy="406125"/>
          </a:xfrm>
          <a:prstGeom prst="rect">
            <a:avLst/>
          </a:prstGeom>
          <a:noFill/>
          <a:ln>
            <a:noFill/>
          </a:ln>
        </p:spPr>
      </p:pic>
      <p:sp>
        <p:nvSpPr>
          <p:cNvPr id="10" name="Google Shape;10;p1"/>
          <p:cNvSpPr txBox="1">
            <a:spLocks noGrp="1"/>
          </p:cNvSpPr>
          <p:nvPr>
            <p:ph type="title"/>
          </p:nvPr>
        </p:nvSpPr>
        <p:spPr>
          <a:xfrm>
            <a:off x="675217" y="366185"/>
            <a:ext cx="10850000" cy="758800"/>
          </a:xfrm>
          <a:prstGeom prst="rect">
            <a:avLst/>
          </a:prstGeom>
          <a:noFill/>
          <a:ln>
            <a:noFill/>
          </a:ln>
        </p:spPr>
        <p:txBody>
          <a:bodyPr spcFirstLastPara="1" wrap="square" lIns="0" tIns="34275" rIns="68575" bIns="34275" anchor="ctr" anchorCtr="0">
            <a:noAutofit/>
          </a:bodyPr>
          <a:lstStyle>
            <a:lvl1pPr marR="0" lvl="0" algn="l" rtl="0">
              <a:lnSpc>
                <a:spcPct val="90000"/>
              </a:lnSpc>
              <a:spcBef>
                <a:spcPts val="0"/>
              </a:spcBef>
              <a:spcAft>
                <a:spcPts val="0"/>
              </a:spcAft>
              <a:buClr>
                <a:schemeClr val="accent3"/>
              </a:buClr>
              <a:buSzPts val="2400"/>
              <a:buFont typeface="Arial"/>
              <a:buNone/>
              <a:defRPr sz="2400" b="0" i="0" u="none" strike="noStrike" cap="none">
                <a:solidFill>
                  <a:schemeClr val="accent3"/>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1" name="Google Shape;11;p1"/>
          <p:cNvGrpSpPr/>
          <p:nvPr/>
        </p:nvGrpSpPr>
        <p:grpSpPr>
          <a:xfrm>
            <a:off x="4233" y="6761672"/>
            <a:ext cx="12192000" cy="104400"/>
            <a:chOff x="0" y="5071254"/>
            <a:chExt cx="9144000" cy="78300"/>
          </a:xfrm>
        </p:grpSpPr>
        <p:sp>
          <p:nvSpPr>
            <p:cNvPr id="12" name="Google Shape;12;p1"/>
            <p:cNvSpPr/>
            <p:nvPr/>
          </p:nvSpPr>
          <p:spPr>
            <a:xfrm>
              <a:off x="0" y="5071254"/>
              <a:ext cx="2016000" cy="783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Arial"/>
                <a:ea typeface="Arial"/>
                <a:cs typeface="Arial"/>
                <a:sym typeface="Arial"/>
              </a:endParaRPr>
            </a:p>
          </p:txBody>
        </p:sp>
        <p:sp>
          <p:nvSpPr>
            <p:cNvPr id="13" name="Google Shape;13;p1"/>
            <p:cNvSpPr/>
            <p:nvPr/>
          </p:nvSpPr>
          <p:spPr>
            <a:xfrm>
              <a:off x="2016000" y="5071254"/>
              <a:ext cx="7128000" cy="78300"/>
            </a:xfrm>
            <a:prstGeom prst="rect">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93000"/>
                </a:lnSpc>
                <a:spcBef>
                  <a:spcPts val="0"/>
                </a:spcBef>
                <a:spcAft>
                  <a:spcPts val="0"/>
                </a:spcAft>
                <a:buClr>
                  <a:schemeClr val="lt1"/>
                </a:buClr>
                <a:buSzPts val="1800"/>
                <a:buFont typeface="Calibri"/>
                <a:buNone/>
              </a:pPr>
              <a:endParaRPr sz="2400" b="0" i="0" u="none" strike="noStrike" cap="none">
                <a:solidFill>
                  <a:srgbClr val="EFEFF0"/>
                </a:solidFill>
                <a:latin typeface="Arial"/>
                <a:ea typeface="Arial"/>
                <a:cs typeface="Arial"/>
                <a:sym typeface="Arial"/>
              </a:endParaRPr>
            </a:p>
          </p:txBody>
        </p:sp>
      </p:grpSp>
    </p:spTree>
    <p:extLst>
      <p:ext uri="{BB962C8B-B14F-4D97-AF65-F5344CB8AC3E}">
        <p14:creationId xmlns:p14="http://schemas.microsoft.com/office/powerpoint/2010/main" val="223570760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5.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5.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5.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5.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3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8.xml"/><Relationship Id="rId5" Type="http://schemas.openxmlformats.org/officeDocument/2006/relationships/image" Target="../media/image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35.xml"/><Relationship Id="rId4" Type="http://schemas.openxmlformats.org/officeDocument/2006/relationships/image" Target="../media/image9.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35.xml"/><Relationship Id="rId5" Type="http://schemas.openxmlformats.org/officeDocument/2006/relationships/image" Target="../media/image18.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39.xml"/><Relationship Id="rId6" Type="http://schemas.openxmlformats.org/officeDocument/2006/relationships/image" Target="../media/image8.png"/><Relationship Id="rId5" Type="http://schemas.openxmlformats.org/officeDocument/2006/relationships/hyperlink" Target="mailto:zenabu.suboi@swisstph.ch"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3"/>
          <p:cNvSpPr/>
          <p:nvPr/>
        </p:nvSpPr>
        <p:spPr>
          <a:xfrm>
            <a:off x="4572000" y="1652367"/>
            <a:ext cx="5050400" cy="1776800"/>
          </a:xfrm>
          <a:prstGeom prst="rect">
            <a:avLst/>
          </a:prstGeom>
          <a:solidFill>
            <a:srgbClr val="CFE2F3"/>
          </a:solidFill>
          <a:ln w="9525" cap="flat" cmpd="sng">
            <a:solidFill>
              <a:srgbClr val="CFE2F3"/>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FFFFFF"/>
              </a:solidFill>
            </a:endParaRPr>
          </a:p>
        </p:txBody>
      </p:sp>
      <p:sp>
        <p:nvSpPr>
          <p:cNvPr id="321" name="Google Shape;321;p43"/>
          <p:cNvSpPr/>
          <p:nvPr/>
        </p:nvSpPr>
        <p:spPr>
          <a:xfrm>
            <a:off x="0" y="-167"/>
            <a:ext cx="4272000" cy="6858000"/>
          </a:xfrm>
          <a:prstGeom prst="rect">
            <a:avLst/>
          </a:prstGeom>
          <a:solidFill>
            <a:srgbClr val="CFE2F3"/>
          </a:solidFill>
          <a:ln w="9525" cap="flat" cmpd="sng">
            <a:solidFill>
              <a:srgbClr val="CFE2F3"/>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FFFFFF"/>
              </a:solidFill>
            </a:endParaRPr>
          </a:p>
        </p:txBody>
      </p:sp>
      <p:sp>
        <p:nvSpPr>
          <p:cNvPr id="322" name="Google Shape;322;p43"/>
          <p:cNvSpPr txBox="1">
            <a:spLocks noGrp="1"/>
          </p:cNvSpPr>
          <p:nvPr>
            <p:ph type="body" idx="1"/>
          </p:nvPr>
        </p:nvSpPr>
        <p:spPr>
          <a:xfrm>
            <a:off x="495000" y="1957567"/>
            <a:ext cx="11202000" cy="1166400"/>
          </a:xfrm>
          <a:prstGeom prst="rect">
            <a:avLst/>
          </a:prstGeom>
          <a:solidFill>
            <a:srgbClr val="CFE2F3"/>
          </a:solidFill>
          <a:ln>
            <a:noFill/>
          </a:ln>
        </p:spPr>
        <p:txBody>
          <a:bodyPr spcFirstLastPara="1" wrap="square" lIns="0" tIns="60933" rIns="121900" bIns="60933" anchor="b" anchorCtr="0">
            <a:noAutofit/>
          </a:bodyPr>
          <a:lstStyle/>
          <a:p>
            <a:pPr marL="0" indent="0" algn="ctr">
              <a:spcBef>
                <a:spcPts val="0"/>
              </a:spcBef>
            </a:pPr>
            <a:r>
              <a:rPr lang="en" sz="5067"/>
              <a:t>Basics of infectious disease modelling</a:t>
            </a:r>
            <a:endParaRPr sz="5067">
              <a:solidFill>
                <a:schemeClr val="accent1"/>
              </a:solidFill>
            </a:endParaRPr>
          </a:p>
        </p:txBody>
      </p:sp>
      <p:sp>
        <p:nvSpPr>
          <p:cNvPr id="323" name="Google Shape;323;p43"/>
          <p:cNvSpPr txBox="1">
            <a:spLocks noGrp="1"/>
          </p:cNvSpPr>
          <p:nvPr>
            <p:ph type="body" idx="3"/>
          </p:nvPr>
        </p:nvSpPr>
        <p:spPr>
          <a:xfrm>
            <a:off x="4033767" y="3985200"/>
            <a:ext cx="5284800" cy="466800"/>
          </a:xfrm>
          <a:prstGeom prst="rect">
            <a:avLst/>
          </a:prstGeom>
          <a:noFill/>
          <a:ln>
            <a:noFill/>
          </a:ln>
        </p:spPr>
        <p:txBody>
          <a:bodyPr spcFirstLastPara="1" wrap="square" lIns="0" tIns="60933" rIns="121900" bIns="60933" anchor="t" anchorCtr="0">
            <a:noAutofit/>
          </a:bodyPr>
          <a:lstStyle/>
          <a:p>
            <a:pPr marL="0" indent="0">
              <a:spcBef>
                <a:spcPts val="0"/>
              </a:spcBef>
            </a:pPr>
            <a:r>
              <a:rPr lang="en"/>
              <a:t>MMID Summer School 2025</a:t>
            </a:r>
            <a:endParaRPr/>
          </a:p>
        </p:txBody>
      </p:sp>
      <p:sp>
        <p:nvSpPr>
          <p:cNvPr id="324" name="Google Shape;324;p43"/>
          <p:cNvSpPr/>
          <p:nvPr/>
        </p:nvSpPr>
        <p:spPr>
          <a:xfrm rot="-5400000">
            <a:off x="9386819" y="4899986"/>
            <a:ext cx="13716000" cy="2499697"/>
          </a:xfrm>
          <a:custGeom>
            <a:avLst/>
            <a:gdLst/>
            <a:ahLst/>
            <a:cxnLst/>
            <a:rect l="l" t="t" r="r" b="b"/>
            <a:pathLst>
              <a:path w="10287000" h="1874773" extrusionOk="0">
                <a:moveTo>
                  <a:pt x="10287000" y="1874772"/>
                </a:moveTo>
                <a:lnTo>
                  <a:pt x="0" y="1874772"/>
                </a:lnTo>
                <a:lnTo>
                  <a:pt x="0" y="0"/>
                </a:lnTo>
                <a:lnTo>
                  <a:pt x="10287000" y="0"/>
                </a:lnTo>
                <a:lnTo>
                  <a:pt x="10287000" y="1874772"/>
                </a:lnTo>
                <a:close/>
              </a:path>
            </a:pathLst>
          </a:custGeom>
          <a:blipFill rotWithShape="1">
            <a:blip r:embed="rId3">
              <a:alphaModFix amt="15000"/>
            </a:blip>
            <a:stretch>
              <a:fillRect t="-27729" b="-27729"/>
            </a:stretch>
          </a:blipFill>
          <a:ln>
            <a:noFill/>
          </a:ln>
        </p:spPr>
        <p:txBody>
          <a:bodyPr/>
          <a:lstStyle/>
          <a:p>
            <a:endParaRPr lang="en-CH" sz="2400"/>
          </a:p>
        </p:txBody>
      </p:sp>
      <p:pic>
        <p:nvPicPr>
          <p:cNvPr id="325" name="Google Shape;325;p43"/>
          <p:cNvPicPr preferRelativeResize="0"/>
          <p:nvPr/>
        </p:nvPicPr>
        <p:blipFill>
          <a:blip r:embed="rId4">
            <a:alphaModFix/>
          </a:blip>
          <a:stretch>
            <a:fillRect/>
          </a:stretch>
        </p:blipFill>
        <p:spPr>
          <a:xfrm>
            <a:off x="5900400" y="0"/>
            <a:ext cx="1870267" cy="1870267"/>
          </a:xfrm>
          <a:prstGeom prst="rect">
            <a:avLst/>
          </a:prstGeom>
          <a:noFill/>
          <a:ln>
            <a:noFill/>
          </a:ln>
        </p:spPr>
      </p:pic>
      <p:pic>
        <p:nvPicPr>
          <p:cNvPr id="326" name="Google Shape;326;p43"/>
          <p:cNvPicPr preferRelativeResize="0"/>
          <p:nvPr/>
        </p:nvPicPr>
        <p:blipFill>
          <a:blip r:embed="rId5">
            <a:alphaModFix/>
          </a:blip>
          <a:stretch>
            <a:fillRect/>
          </a:stretch>
        </p:blipFill>
        <p:spPr>
          <a:xfrm>
            <a:off x="2108303" y="378751"/>
            <a:ext cx="3612836" cy="934965"/>
          </a:xfrm>
          <a:prstGeom prst="rect">
            <a:avLst/>
          </a:prstGeom>
          <a:noFill/>
          <a:ln>
            <a:noFill/>
          </a:ln>
        </p:spPr>
      </p:pic>
      <p:pic>
        <p:nvPicPr>
          <p:cNvPr id="327" name="Google Shape;327;p43"/>
          <p:cNvPicPr preferRelativeResize="0"/>
          <p:nvPr/>
        </p:nvPicPr>
        <p:blipFill rotWithShape="1">
          <a:blip r:embed="rId6">
            <a:alphaModFix/>
          </a:blip>
          <a:srcRect b="52799"/>
          <a:stretch/>
        </p:blipFill>
        <p:spPr>
          <a:xfrm>
            <a:off x="7949933" y="457868"/>
            <a:ext cx="2842800" cy="8558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106"/>
          <p:cNvSpPr txBox="1">
            <a:spLocks noGrp="1"/>
          </p:cNvSpPr>
          <p:nvPr>
            <p:ph type="body" idx="1"/>
          </p:nvPr>
        </p:nvSpPr>
        <p:spPr>
          <a:xfrm>
            <a:off x="5186289" y="3547455"/>
            <a:ext cx="5935600" cy="824000"/>
          </a:xfrm>
          <a:prstGeom prst="rect">
            <a:avLst/>
          </a:prstGeom>
          <a:noFill/>
          <a:ln>
            <a:noFill/>
          </a:ln>
        </p:spPr>
        <p:txBody>
          <a:bodyPr spcFirstLastPara="1" wrap="square" lIns="0" tIns="60933" rIns="121900" bIns="60933" anchor="b" anchorCtr="0">
            <a:noAutofit/>
          </a:bodyPr>
          <a:lstStyle/>
          <a:p>
            <a:pPr marL="0" indent="0" algn="just">
              <a:spcBef>
                <a:spcPts val="0"/>
              </a:spcBef>
            </a:pPr>
            <a:r>
              <a:rPr lang="en"/>
              <a:t>Lesson 5</a:t>
            </a:r>
            <a:endParaRPr/>
          </a:p>
        </p:txBody>
      </p:sp>
      <p:sp>
        <p:nvSpPr>
          <p:cNvPr id="1217" name="Google Shape;1217;p106"/>
          <p:cNvSpPr txBox="1">
            <a:spLocks noGrp="1"/>
          </p:cNvSpPr>
          <p:nvPr>
            <p:ph type="body" idx="2"/>
          </p:nvPr>
        </p:nvSpPr>
        <p:spPr>
          <a:xfrm>
            <a:off x="4375600" y="4773133"/>
            <a:ext cx="7816400" cy="466800"/>
          </a:xfrm>
          <a:prstGeom prst="rect">
            <a:avLst/>
          </a:prstGeom>
          <a:noFill/>
          <a:ln>
            <a:noFill/>
          </a:ln>
        </p:spPr>
        <p:txBody>
          <a:bodyPr spcFirstLastPara="1" wrap="square" lIns="0" tIns="60933" rIns="121900" bIns="60933" anchor="t" anchorCtr="0">
            <a:noAutofit/>
          </a:bodyPr>
          <a:lstStyle/>
          <a:p>
            <a:pPr marL="0" indent="0">
              <a:lnSpc>
                <a:spcPct val="93000"/>
              </a:lnSpc>
              <a:spcBef>
                <a:spcPts val="0"/>
              </a:spcBef>
              <a:buSzPts val="2500"/>
            </a:pPr>
            <a:r>
              <a:rPr lang="en" sz="3333" dirty="0"/>
              <a:t>How to construct a mathematical model</a:t>
            </a:r>
            <a:endParaRPr sz="3067" dirty="0"/>
          </a:p>
        </p:txBody>
      </p:sp>
      <p:sp>
        <p:nvSpPr>
          <p:cNvPr id="1218" name="Google Shape;1218;p106"/>
          <p:cNvSpPr txBox="1"/>
          <p:nvPr/>
        </p:nvSpPr>
        <p:spPr>
          <a:xfrm>
            <a:off x="5614067" y="5810500"/>
            <a:ext cx="4000000" cy="589673"/>
          </a:xfrm>
          <a:prstGeom prst="rect">
            <a:avLst/>
          </a:prstGeom>
          <a:noFill/>
          <a:ln>
            <a:noFill/>
          </a:ln>
        </p:spPr>
        <p:txBody>
          <a:bodyPr spcFirstLastPara="1" wrap="square" lIns="121900" tIns="121900" rIns="121900" bIns="121900" anchor="t" anchorCtr="0">
            <a:spAutoFit/>
          </a:bodyPr>
          <a:lstStyle/>
          <a:p>
            <a:pPr defTabSz="1219170">
              <a:lnSpc>
                <a:spcPct val="93000"/>
              </a:lnSpc>
              <a:buClr>
                <a:srgbClr val="000000"/>
              </a:buClr>
            </a:pPr>
            <a:r>
              <a:rPr lang="en" sz="2400" kern="0">
                <a:solidFill>
                  <a:srgbClr val="222222"/>
                </a:solidFill>
                <a:latin typeface="Arial"/>
                <a:cs typeface="Arial"/>
                <a:sym typeface="Arial"/>
              </a:rPr>
              <a:t>Zenabu Suboi</a:t>
            </a:r>
            <a:endParaRPr sz="1867" kern="0">
              <a:solidFill>
                <a:srgbClr val="000000"/>
              </a:solidFill>
              <a:latin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107"/>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b="1" dirty="0"/>
              <a:t>Learning Objectives</a:t>
            </a:r>
            <a:endParaRPr b="1" dirty="0"/>
          </a:p>
        </p:txBody>
      </p:sp>
      <p:sp>
        <p:nvSpPr>
          <p:cNvPr id="1224" name="Google Shape;1224;p107"/>
          <p:cNvSpPr txBox="1">
            <a:spLocks noGrp="1"/>
          </p:cNvSpPr>
          <p:nvPr>
            <p:ph type="body" idx="1"/>
          </p:nvPr>
        </p:nvSpPr>
        <p:spPr>
          <a:xfrm>
            <a:off x="371867" y="1456933"/>
            <a:ext cx="11511600" cy="4704400"/>
          </a:xfrm>
          <a:prstGeom prst="rect">
            <a:avLst/>
          </a:prstGeom>
          <a:noFill/>
          <a:ln>
            <a:noFill/>
          </a:ln>
        </p:spPr>
        <p:txBody>
          <a:bodyPr spcFirstLastPara="1" wrap="square" lIns="0" tIns="60933" rIns="121900" bIns="60933" anchor="t" anchorCtr="0">
            <a:noAutofit/>
          </a:bodyPr>
          <a:lstStyle/>
          <a:p>
            <a:pPr marL="0" indent="0">
              <a:lnSpc>
                <a:spcPct val="115000"/>
              </a:lnSpc>
              <a:spcBef>
                <a:spcPts val="1600"/>
              </a:spcBef>
            </a:pPr>
            <a:r>
              <a:rPr lang="en" sz="2400" dirty="0"/>
              <a:t>By the end of this lesson, you will be able to:</a:t>
            </a:r>
            <a:endParaRPr sz="2400" dirty="0"/>
          </a:p>
          <a:p>
            <a:pPr indent="-457189">
              <a:lnSpc>
                <a:spcPct val="115000"/>
              </a:lnSpc>
              <a:spcBef>
                <a:spcPts val="1600"/>
              </a:spcBef>
              <a:buClr>
                <a:schemeClr val="dk1"/>
              </a:buClr>
              <a:buSzPts val="1800"/>
              <a:buChar char="●"/>
            </a:pPr>
            <a:r>
              <a:rPr lang="en" sz="2400" dirty="0"/>
              <a:t>Move from </a:t>
            </a:r>
            <a:r>
              <a:rPr lang="en" sz="2400" b="1" dirty="0"/>
              <a:t>verbal </a:t>
            </a:r>
            <a:r>
              <a:rPr lang="en" sz="2400" dirty="0"/>
              <a:t>description of symptoms in the community to logic of contagion</a:t>
            </a:r>
            <a:endParaRPr sz="2400" dirty="0"/>
          </a:p>
          <a:p>
            <a:pPr lvl="1" indent="-397923">
              <a:lnSpc>
                <a:spcPct val="115000"/>
              </a:lnSpc>
              <a:spcBef>
                <a:spcPts val="0"/>
              </a:spcBef>
              <a:buClr>
                <a:schemeClr val="dk1"/>
              </a:buClr>
              <a:buSzPts val="1100"/>
              <a:buFont typeface="Arial"/>
              <a:buChar char="○"/>
            </a:pPr>
            <a:r>
              <a:rPr lang="en" sz="2400" dirty="0"/>
              <a:t>Move from storytelling and “mind map” to diagrams</a:t>
            </a:r>
            <a:endParaRPr sz="2400" dirty="0"/>
          </a:p>
          <a:p>
            <a:pPr indent="0">
              <a:lnSpc>
                <a:spcPct val="115000"/>
              </a:lnSpc>
              <a:spcBef>
                <a:spcPts val="1600"/>
              </a:spcBef>
              <a:spcAft>
                <a:spcPts val="1600"/>
              </a:spcAft>
            </a:pPr>
            <a:endParaRPr dirty="0"/>
          </a:p>
        </p:txBody>
      </p:sp>
      <p:pic>
        <p:nvPicPr>
          <p:cNvPr id="1225" name="Google Shape;1225;p107"/>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226" name="Google Shape;1226;p107"/>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0"/>
        <p:cNvGrpSpPr/>
        <p:nvPr/>
      </p:nvGrpSpPr>
      <p:grpSpPr>
        <a:xfrm>
          <a:off x="0" y="0"/>
          <a:ext cx="0" cy="0"/>
          <a:chOff x="0" y="0"/>
          <a:chExt cx="0" cy="0"/>
        </a:xfrm>
      </p:grpSpPr>
      <p:sp>
        <p:nvSpPr>
          <p:cNvPr id="1231" name="Google Shape;1231;p108"/>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b="1"/>
              <a:t>Learning Objectives</a:t>
            </a:r>
            <a:endParaRPr b="1"/>
          </a:p>
        </p:txBody>
      </p:sp>
      <p:sp>
        <p:nvSpPr>
          <p:cNvPr id="1232" name="Google Shape;1232;p108"/>
          <p:cNvSpPr txBox="1">
            <a:spLocks noGrp="1"/>
          </p:cNvSpPr>
          <p:nvPr>
            <p:ph type="body" idx="1"/>
          </p:nvPr>
        </p:nvSpPr>
        <p:spPr>
          <a:xfrm>
            <a:off x="371867" y="1456933"/>
            <a:ext cx="11511600" cy="4704400"/>
          </a:xfrm>
          <a:prstGeom prst="rect">
            <a:avLst/>
          </a:prstGeom>
          <a:noFill/>
          <a:ln>
            <a:noFill/>
          </a:ln>
        </p:spPr>
        <p:txBody>
          <a:bodyPr spcFirstLastPara="1" wrap="square" lIns="0" tIns="60933" rIns="121900" bIns="60933" anchor="t" anchorCtr="0">
            <a:noAutofit/>
          </a:bodyPr>
          <a:lstStyle/>
          <a:p>
            <a:pPr marL="0" indent="0">
              <a:lnSpc>
                <a:spcPct val="115000"/>
              </a:lnSpc>
              <a:spcBef>
                <a:spcPts val="1600"/>
              </a:spcBef>
            </a:pPr>
            <a:r>
              <a:rPr lang="en" sz="2400" dirty="0"/>
              <a:t>By the end of this lesson, you will be able to:</a:t>
            </a:r>
            <a:endParaRPr sz="2400" dirty="0"/>
          </a:p>
          <a:p>
            <a:pPr indent="-457189">
              <a:lnSpc>
                <a:spcPct val="115000"/>
              </a:lnSpc>
              <a:spcBef>
                <a:spcPts val="1600"/>
              </a:spcBef>
              <a:buClr>
                <a:schemeClr val="dk1"/>
              </a:buClr>
              <a:buSzPts val="1800"/>
              <a:buChar char="●"/>
            </a:pPr>
            <a:r>
              <a:rPr lang="en" sz="2400" dirty="0"/>
              <a:t>Move from </a:t>
            </a:r>
            <a:r>
              <a:rPr lang="en" sz="2400" b="1" dirty="0"/>
              <a:t>verbal </a:t>
            </a:r>
            <a:r>
              <a:rPr lang="en" sz="2400" dirty="0"/>
              <a:t>description of symptoms in the community to logic of contagion</a:t>
            </a:r>
            <a:endParaRPr sz="2400" dirty="0"/>
          </a:p>
          <a:p>
            <a:pPr lvl="1" indent="-397923">
              <a:lnSpc>
                <a:spcPct val="115000"/>
              </a:lnSpc>
              <a:spcBef>
                <a:spcPts val="0"/>
              </a:spcBef>
              <a:buClr>
                <a:schemeClr val="dk1"/>
              </a:buClr>
              <a:buSzPts val="1100"/>
              <a:buFont typeface="Arial"/>
              <a:buChar char="○"/>
            </a:pPr>
            <a:r>
              <a:rPr lang="en" sz="2400" dirty="0"/>
              <a:t>Move from storytelling and “mind map” to diagrams</a:t>
            </a:r>
            <a:endParaRPr sz="2400" dirty="0"/>
          </a:p>
          <a:p>
            <a:pPr marL="1219170" indent="0">
              <a:lnSpc>
                <a:spcPct val="115000"/>
              </a:lnSpc>
              <a:spcBef>
                <a:spcPts val="1600"/>
              </a:spcBef>
            </a:pPr>
            <a:endParaRPr sz="2400" dirty="0"/>
          </a:p>
          <a:p>
            <a:pPr indent="-457189">
              <a:lnSpc>
                <a:spcPct val="115000"/>
              </a:lnSpc>
              <a:spcBef>
                <a:spcPts val="1600"/>
              </a:spcBef>
              <a:buClr>
                <a:schemeClr val="dk1"/>
              </a:buClr>
              <a:buSzPts val="1800"/>
              <a:buChar char="●"/>
            </a:pPr>
            <a:r>
              <a:rPr lang="en" sz="2400" b="1" dirty="0"/>
              <a:t>Construct</a:t>
            </a:r>
            <a:r>
              <a:rPr lang="en" sz="2400" dirty="0"/>
              <a:t> a basic disease transmission model using a flow diagram, starting from the mind map of the disease story</a:t>
            </a:r>
            <a:endParaRPr sz="2400" dirty="0"/>
          </a:p>
          <a:p>
            <a:pPr indent="0">
              <a:lnSpc>
                <a:spcPct val="115000"/>
              </a:lnSpc>
              <a:spcBef>
                <a:spcPts val="1600"/>
              </a:spcBef>
            </a:pPr>
            <a:endParaRPr dirty="0"/>
          </a:p>
          <a:p>
            <a:pPr indent="0">
              <a:lnSpc>
                <a:spcPct val="115000"/>
              </a:lnSpc>
              <a:spcBef>
                <a:spcPts val="1600"/>
              </a:spcBef>
              <a:spcAft>
                <a:spcPts val="1600"/>
              </a:spcAft>
            </a:pPr>
            <a:endParaRPr dirty="0"/>
          </a:p>
        </p:txBody>
      </p:sp>
      <p:pic>
        <p:nvPicPr>
          <p:cNvPr id="1233" name="Google Shape;1233;p108"/>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234" name="Google Shape;1234;p108"/>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109"/>
          <p:cNvSpPr txBox="1">
            <a:spLocks noGrp="1"/>
          </p:cNvSpPr>
          <p:nvPr>
            <p:ph type="sldNum" idx="12"/>
          </p:nvPr>
        </p:nvSpPr>
        <p:spPr>
          <a:xfrm>
            <a:off x="10896533" y="6308723"/>
            <a:ext cx="620400" cy="366400"/>
          </a:xfrm>
          <a:prstGeom prst="rect">
            <a:avLst/>
          </a:prstGeom>
        </p:spPr>
        <p:txBody>
          <a:bodyPr spcFirstLastPara="1" wrap="square" lIns="91433" tIns="45700" rIns="91433" bIns="45700" anchor="ctr" anchorCtr="0">
            <a:noAutofit/>
          </a:bodyPr>
          <a:lstStyle/>
          <a:p>
            <a:pPr defTabSz="1219170"/>
            <a:fld id="{00000000-1234-1234-1234-123412341234}" type="slidenum">
              <a:rPr lang="en" kern="0"/>
              <a:pPr defTabSz="1219170"/>
              <a:t>5</a:t>
            </a:fld>
            <a:endParaRPr kern="0"/>
          </a:p>
        </p:txBody>
      </p:sp>
      <p:sp>
        <p:nvSpPr>
          <p:cNvPr id="1241" name="Google Shape;1241;p109"/>
          <p:cNvSpPr txBox="1">
            <a:spLocks noGrp="1"/>
          </p:cNvSpPr>
          <p:nvPr>
            <p:ph type="title"/>
          </p:nvPr>
        </p:nvSpPr>
        <p:spPr>
          <a:xfrm>
            <a:off x="666751" y="366187"/>
            <a:ext cx="10850000" cy="745200"/>
          </a:xfrm>
          <a:prstGeom prst="rect">
            <a:avLst/>
          </a:prstGeom>
        </p:spPr>
        <p:txBody>
          <a:bodyPr spcFirstLastPara="1" wrap="square" lIns="0" tIns="45700" rIns="91433" bIns="45700" anchor="ctr" anchorCtr="0">
            <a:noAutofit/>
          </a:bodyPr>
          <a:lstStyle/>
          <a:p>
            <a:pPr algn="ctr"/>
            <a:r>
              <a:rPr lang="en" b="1">
                <a:solidFill>
                  <a:schemeClr val="dk1"/>
                </a:solidFill>
              </a:rPr>
              <a:t>Modeling = a process where people from different worlds meet on a common ground</a:t>
            </a:r>
            <a:endParaRPr b="1">
              <a:solidFill>
                <a:schemeClr val="dk1"/>
              </a:solidFill>
            </a:endParaRPr>
          </a:p>
        </p:txBody>
      </p:sp>
      <p:pic>
        <p:nvPicPr>
          <p:cNvPr id="1242" name="Google Shape;1242;p109"/>
          <p:cNvPicPr preferRelativeResize="0"/>
          <p:nvPr/>
        </p:nvPicPr>
        <p:blipFill>
          <a:blip r:embed="rId3">
            <a:alphaModFix/>
          </a:blip>
          <a:stretch>
            <a:fillRect/>
          </a:stretch>
        </p:blipFill>
        <p:spPr>
          <a:xfrm>
            <a:off x="42451" y="1486000"/>
            <a:ext cx="1362875" cy="1362875"/>
          </a:xfrm>
          <a:prstGeom prst="rect">
            <a:avLst/>
          </a:prstGeom>
          <a:noFill/>
          <a:ln>
            <a:noFill/>
          </a:ln>
        </p:spPr>
      </p:pic>
      <p:pic>
        <p:nvPicPr>
          <p:cNvPr id="1243" name="Google Shape;1243;p109"/>
          <p:cNvPicPr preferRelativeResize="0"/>
          <p:nvPr/>
        </p:nvPicPr>
        <p:blipFill rotWithShape="1">
          <a:blip r:embed="rId4">
            <a:alphaModFix/>
          </a:blip>
          <a:srcRect l="3269" t="14906" r="51449" b="16147"/>
          <a:stretch/>
        </p:blipFill>
        <p:spPr>
          <a:xfrm>
            <a:off x="1400875" y="1593275"/>
            <a:ext cx="1821127" cy="1393925"/>
          </a:xfrm>
          <a:prstGeom prst="rect">
            <a:avLst/>
          </a:prstGeom>
          <a:noFill/>
          <a:ln>
            <a:noFill/>
          </a:ln>
        </p:spPr>
      </p:pic>
      <p:pic>
        <p:nvPicPr>
          <p:cNvPr id="1244" name="Google Shape;1244;p109"/>
          <p:cNvPicPr preferRelativeResize="0"/>
          <p:nvPr/>
        </p:nvPicPr>
        <p:blipFill>
          <a:blip r:embed="rId5">
            <a:alphaModFix/>
          </a:blip>
          <a:stretch>
            <a:fillRect/>
          </a:stretch>
        </p:blipFill>
        <p:spPr>
          <a:xfrm>
            <a:off x="3958925" y="3202175"/>
            <a:ext cx="1623451" cy="1623451"/>
          </a:xfrm>
          <a:prstGeom prst="rect">
            <a:avLst/>
          </a:prstGeom>
          <a:noFill/>
          <a:ln>
            <a:noFill/>
          </a:ln>
        </p:spPr>
      </p:pic>
      <p:pic>
        <p:nvPicPr>
          <p:cNvPr id="1245" name="Google Shape;1245;p109"/>
          <p:cNvPicPr preferRelativeResize="0"/>
          <p:nvPr/>
        </p:nvPicPr>
        <p:blipFill rotWithShape="1">
          <a:blip r:embed="rId6">
            <a:alphaModFix/>
          </a:blip>
          <a:srcRect l="5926" t="11326" b="10773"/>
          <a:stretch/>
        </p:blipFill>
        <p:spPr>
          <a:xfrm>
            <a:off x="6747188" y="4628263"/>
            <a:ext cx="2299400" cy="1903876"/>
          </a:xfrm>
          <a:prstGeom prst="rect">
            <a:avLst/>
          </a:prstGeom>
          <a:noFill/>
          <a:ln>
            <a:noFill/>
          </a:ln>
        </p:spPr>
      </p:pic>
      <p:sp>
        <p:nvSpPr>
          <p:cNvPr id="1246" name="Google Shape;1246;p109"/>
          <p:cNvSpPr/>
          <p:nvPr/>
        </p:nvSpPr>
        <p:spPr>
          <a:xfrm rot="5400000">
            <a:off x="2510175" y="2994425"/>
            <a:ext cx="1428000" cy="1228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247" name="Google Shape;1247;p109"/>
          <p:cNvSpPr txBox="1"/>
          <p:nvPr/>
        </p:nvSpPr>
        <p:spPr>
          <a:xfrm>
            <a:off x="3187425" y="1634600"/>
            <a:ext cx="5997200" cy="1107981"/>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b="1" i="1" kern="0">
                <a:solidFill>
                  <a:srgbClr val="222222"/>
                </a:solidFill>
                <a:latin typeface="Arial"/>
                <a:cs typeface="Arial"/>
                <a:sym typeface="Arial"/>
              </a:rPr>
              <a:t>biologist/epidemiologist/entomologists</a:t>
            </a:r>
            <a:r>
              <a:rPr lang="en" sz="2000" i="1" kern="0">
                <a:solidFill>
                  <a:srgbClr val="222222"/>
                </a:solidFill>
                <a:latin typeface="Arial"/>
                <a:cs typeface="Arial"/>
                <a:sym typeface="Arial"/>
              </a:rPr>
              <a:t>:</a:t>
            </a:r>
            <a:endParaRPr sz="2000" i="1" kern="0">
              <a:solidFill>
                <a:srgbClr val="222222"/>
              </a:solidFill>
              <a:latin typeface="Arial"/>
              <a:cs typeface="Arial"/>
              <a:sym typeface="Arial"/>
            </a:endParaRPr>
          </a:p>
          <a:p>
            <a:pPr defTabSz="1219170">
              <a:buClr>
                <a:srgbClr val="000000"/>
              </a:buClr>
            </a:pPr>
            <a:r>
              <a:rPr lang="en" sz="2000" i="1" kern="0">
                <a:solidFill>
                  <a:srgbClr val="222222"/>
                </a:solidFill>
                <a:latin typeface="Arial"/>
                <a:cs typeface="Arial"/>
                <a:sym typeface="Arial"/>
              </a:rPr>
              <a:t>translate biological and population-level observations into flow diagrams</a:t>
            </a:r>
            <a:endParaRPr sz="2000" i="1" kern="0">
              <a:solidFill>
                <a:srgbClr val="222222"/>
              </a:solidFill>
              <a:latin typeface="Arial"/>
              <a:cs typeface="Arial"/>
              <a:sym typeface="Arial"/>
            </a:endParaRPr>
          </a:p>
        </p:txBody>
      </p:sp>
      <p:sp>
        <p:nvSpPr>
          <p:cNvPr id="1248" name="Google Shape;1248;p109"/>
          <p:cNvSpPr/>
          <p:nvPr/>
        </p:nvSpPr>
        <p:spPr>
          <a:xfrm rot="5400000">
            <a:off x="5036400" y="4829475"/>
            <a:ext cx="1428000" cy="1228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249" name="Google Shape;1249;p109"/>
          <p:cNvSpPr txBox="1"/>
          <p:nvPr/>
        </p:nvSpPr>
        <p:spPr>
          <a:xfrm>
            <a:off x="5723412" y="3490251"/>
            <a:ext cx="4605600" cy="800205"/>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b="1" i="1" kern="0">
                <a:solidFill>
                  <a:srgbClr val="222222"/>
                </a:solidFill>
                <a:latin typeface="Arial"/>
                <a:cs typeface="Arial"/>
                <a:sym typeface="Arial"/>
              </a:rPr>
              <a:t>mathematician: </a:t>
            </a:r>
            <a:endParaRPr sz="2000" b="1" i="1" kern="0">
              <a:solidFill>
                <a:srgbClr val="222222"/>
              </a:solidFill>
              <a:latin typeface="Arial"/>
              <a:cs typeface="Arial"/>
              <a:sym typeface="Arial"/>
            </a:endParaRPr>
          </a:p>
          <a:p>
            <a:pPr defTabSz="1219170">
              <a:buClr>
                <a:srgbClr val="000000"/>
              </a:buClr>
            </a:pPr>
            <a:r>
              <a:rPr lang="en" sz="2000" i="1" kern="0">
                <a:solidFill>
                  <a:srgbClr val="222222"/>
                </a:solidFill>
                <a:latin typeface="Arial"/>
                <a:cs typeface="Arial"/>
                <a:sym typeface="Arial"/>
              </a:rPr>
              <a:t>translates flow diagrams into equations</a:t>
            </a:r>
            <a:endParaRPr sz="2000" i="1" kern="0">
              <a:solidFill>
                <a:srgbClr val="222222"/>
              </a:solidFill>
              <a:latin typeface="Arial"/>
              <a:cs typeface="Arial"/>
              <a:sym typeface="Arial"/>
            </a:endParaRPr>
          </a:p>
        </p:txBody>
      </p:sp>
      <p:sp>
        <p:nvSpPr>
          <p:cNvPr id="1250" name="Google Shape;1250;p109"/>
          <p:cNvSpPr txBox="1"/>
          <p:nvPr/>
        </p:nvSpPr>
        <p:spPr>
          <a:xfrm>
            <a:off x="76200" y="5256212"/>
            <a:ext cx="4842400" cy="800205"/>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b="1" i="1" kern="0">
                <a:solidFill>
                  <a:srgbClr val="222222"/>
                </a:solidFill>
                <a:latin typeface="Arial"/>
                <a:cs typeface="Arial"/>
                <a:sym typeface="Arial"/>
              </a:rPr>
              <a:t>software engineer/computer science: </a:t>
            </a:r>
            <a:endParaRPr sz="2000" b="1" i="1" kern="0">
              <a:solidFill>
                <a:srgbClr val="222222"/>
              </a:solidFill>
              <a:latin typeface="Arial"/>
              <a:cs typeface="Arial"/>
              <a:sym typeface="Arial"/>
            </a:endParaRPr>
          </a:p>
          <a:p>
            <a:pPr defTabSz="1219170">
              <a:buClr>
                <a:srgbClr val="000000"/>
              </a:buClr>
              <a:buSzPts val="800"/>
            </a:pPr>
            <a:r>
              <a:rPr lang="en" sz="2000" i="1" kern="0">
                <a:solidFill>
                  <a:srgbClr val="222222"/>
                </a:solidFill>
                <a:latin typeface="Arial"/>
                <a:cs typeface="Arial"/>
                <a:sym typeface="Arial"/>
              </a:rPr>
              <a:t>translates equations into computer code</a:t>
            </a:r>
            <a:endParaRPr sz="2000" i="1" kern="0">
              <a:solidFill>
                <a:srgbClr val="222222"/>
              </a:solidFill>
              <a:latin typeface="Arial"/>
              <a:cs typeface="Arial"/>
              <a:sym typeface="Arial"/>
            </a:endParaRPr>
          </a:p>
        </p:txBody>
      </p:sp>
      <p:pic>
        <p:nvPicPr>
          <p:cNvPr id="1251" name="Google Shape;1251;p109"/>
          <p:cNvPicPr preferRelativeResize="0"/>
          <p:nvPr/>
        </p:nvPicPr>
        <p:blipFill>
          <a:blip r:embed="rId7">
            <a:alphaModFix/>
          </a:blip>
          <a:stretch>
            <a:fillRect/>
          </a:stretch>
        </p:blipFill>
        <p:spPr>
          <a:xfrm>
            <a:off x="3062453" y="6248549"/>
            <a:ext cx="493916" cy="493916"/>
          </a:xfrm>
          <a:prstGeom prst="rect">
            <a:avLst/>
          </a:prstGeom>
          <a:noFill/>
          <a:ln>
            <a:noFill/>
          </a:ln>
        </p:spPr>
      </p:pic>
      <p:pic>
        <p:nvPicPr>
          <p:cNvPr id="1252" name="Google Shape;1252;p109"/>
          <p:cNvPicPr preferRelativeResize="0"/>
          <p:nvPr/>
        </p:nvPicPr>
        <p:blipFill>
          <a:blip r:embed="rId8">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110"/>
          <p:cNvSpPr txBox="1">
            <a:spLocks noGrp="1"/>
          </p:cNvSpPr>
          <p:nvPr>
            <p:ph type="sldNum" idx="12"/>
          </p:nvPr>
        </p:nvSpPr>
        <p:spPr>
          <a:xfrm>
            <a:off x="10896533" y="6308723"/>
            <a:ext cx="620400" cy="366400"/>
          </a:xfrm>
          <a:prstGeom prst="rect">
            <a:avLst/>
          </a:prstGeom>
        </p:spPr>
        <p:txBody>
          <a:bodyPr spcFirstLastPara="1" wrap="square" lIns="91433" tIns="45700" rIns="91433" bIns="45700" anchor="ctr" anchorCtr="0">
            <a:noAutofit/>
          </a:bodyPr>
          <a:lstStyle/>
          <a:p>
            <a:pPr defTabSz="1219170"/>
            <a:fld id="{00000000-1234-1234-1234-123412341234}" type="slidenum">
              <a:rPr lang="en" kern="0"/>
              <a:pPr defTabSz="1219170"/>
              <a:t>6</a:t>
            </a:fld>
            <a:endParaRPr kern="0"/>
          </a:p>
        </p:txBody>
      </p:sp>
      <p:sp>
        <p:nvSpPr>
          <p:cNvPr id="1259" name="Google Shape;1259;p110"/>
          <p:cNvSpPr txBox="1">
            <a:spLocks noGrp="1"/>
          </p:cNvSpPr>
          <p:nvPr>
            <p:ph type="title"/>
          </p:nvPr>
        </p:nvSpPr>
        <p:spPr>
          <a:xfrm>
            <a:off x="666751" y="366187"/>
            <a:ext cx="10850000" cy="745200"/>
          </a:xfrm>
          <a:prstGeom prst="rect">
            <a:avLst/>
          </a:prstGeom>
        </p:spPr>
        <p:txBody>
          <a:bodyPr spcFirstLastPara="1" wrap="square" lIns="0" tIns="45700" rIns="91433" bIns="45700" anchor="ctr" anchorCtr="0">
            <a:noAutofit/>
          </a:bodyPr>
          <a:lstStyle/>
          <a:p>
            <a:pPr algn="ctr"/>
            <a:r>
              <a:rPr lang="en" b="1">
                <a:solidFill>
                  <a:schemeClr val="dk1"/>
                </a:solidFill>
              </a:rPr>
              <a:t>Modeling = a process where people from different worlds meet on a common ground</a:t>
            </a:r>
            <a:endParaRPr b="1">
              <a:solidFill>
                <a:schemeClr val="dk1"/>
              </a:solidFill>
            </a:endParaRPr>
          </a:p>
        </p:txBody>
      </p:sp>
      <p:pic>
        <p:nvPicPr>
          <p:cNvPr id="1260" name="Google Shape;1260;p110"/>
          <p:cNvPicPr preferRelativeResize="0"/>
          <p:nvPr/>
        </p:nvPicPr>
        <p:blipFill>
          <a:blip r:embed="rId3">
            <a:alphaModFix/>
          </a:blip>
          <a:stretch>
            <a:fillRect/>
          </a:stretch>
        </p:blipFill>
        <p:spPr>
          <a:xfrm>
            <a:off x="42451" y="1486000"/>
            <a:ext cx="1362875" cy="1362875"/>
          </a:xfrm>
          <a:prstGeom prst="rect">
            <a:avLst/>
          </a:prstGeom>
          <a:noFill/>
          <a:ln>
            <a:noFill/>
          </a:ln>
        </p:spPr>
      </p:pic>
      <p:pic>
        <p:nvPicPr>
          <p:cNvPr id="1261" name="Google Shape;1261;p110"/>
          <p:cNvPicPr preferRelativeResize="0"/>
          <p:nvPr/>
        </p:nvPicPr>
        <p:blipFill rotWithShape="1">
          <a:blip r:embed="rId4">
            <a:alphaModFix/>
          </a:blip>
          <a:srcRect l="3269" t="14906" r="51449" b="16147"/>
          <a:stretch/>
        </p:blipFill>
        <p:spPr>
          <a:xfrm>
            <a:off x="1400875" y="1593275"/>
            <a:ext cx="1821127" cy="1393925"/>
          </a:xfrm>
          <a:prstGeom prst="rect">
            <a:avLst/>
          </a:prstGeom>
          <a:noFill/>
          <a:ln>
            <a:noFill/>
          </a:ln>
        </p:spPr>
      </p:pic>
      <p:pic>
        <p:nvPicPr>
          <p:cNvPr id="1262" name="Google Shape;1262;p110"/>
          <p:cNvPicPr preferRelativeResize="0"/>
          <p:nvPr/>
        </p:nvPicPr>
        <p:blipFill>
          <a:blip r:embed="rId5">
            <a:alphaModFix/>
          </a:blip>
          <a:stretch>
            <a:fillRect/>
          </a:stretch>
        </p:blipFill>
        <p:spPr>
          <a:xfrm>
            <a:off x="3958925" y="3202175"/>
            <a:ext cx="1623451" cy="1623451"/>
          </a:xfrm>
          <a:prstGeom prst="rect">
            <a:avLst/>
          </a:prstGeom>
          <a:noFill/>
          <a:ln>
            <a:noFill/>
          </a:ln>
        </p:spPr>
      </p:pic>
      <p:pic>
        <p:nvPicPr>
          <p:cNvPr id="1263" name="Google Shape;1263;p110"/>
          <p:cNvPicPr preferRelativeResize="0"/>
          <p:nvPr/>
        </p:nvPicPr>
        <p:blipFill rotWithShape="1">
          <a:blip r:embed="rId6">
            <a:alphaModFix/>
          </a:blip>
          <a:srcRect l="5926" t="11326" b="10773"/>
          <a:stretch/>
        </p:blipFill>
        <p:spPr>
          <a:xfrm>
            <a:off x="6747188" y="4628263"/>
            <a:ext cx="2299400" cy="1903876"/>
          </a:xfrm>
          <a:prstGeom prst="rect">
            <a:avLst/>
          </a:prstGeom>
          <a:noFill/>
          <a:ln>
            <a:noFill/>
          </a:ln>
        </p:spPr>
      </p:pic>
      <p:sp>
        <p:nvSpPr>
          <p:cNvPr id="1264" name="Google Shape;1264;p110"/>
          <p:cNvSpPr/>
          <p:nvPr/>
        </p:nvSpPr>
        <p:spPr>
          <a:xfrm rot="5400000">
            <a:off x="2510175" y="2994425"/>
            <a:ext cx="1428000" cy="1228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265" name="Google Shape;1265;p110"/>
          <p:cNvSpPr txBox="1"/>
          <p:nvPr/>
        </p:nvSpPr>
        <p:spPr>
          <a:xfrm>
            <a:off x="3187425" y="1634600"/>
            <a:ext cx="5997200" cy="1107981"/>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b="1" i="1" kern="0">
                <a:solidFill>
                  <a:srgbClr val="222222"/>
                </a:solidFill>
                <a:latin typeface="Arial"/>
                <a:cs typeface="Arial"/>
                <a:sym typeface="Arial"/>
              </a:rPr>
              <a:t>biologist/epidemiologist/entomologists</a:t>
            </a:r>
            <a:r>
              <a:rPr lang="en" sz="2000" i="1" kern="0">
                <a:solidFill>
                  <a:srgbClr val="222222"/>
                </a:solidFill>
                <a:latin typeface="Arial"/>
                <a:cs typeface="Arial"/>
                <a:sym typeface="Arial"/>
              </a:rPr>
              <a:t>:</a:t>
            </a:r>
            <a:endParaRPr sz="2000" i="1" kern="0">
              <a:solidFill>
                <a:srgbClr val="222222"/>
              </a:solidFill>
              <a:latin typeface="Arial"/>
              <a:cs typeface="Arial"/>
              <a:sym typeface="Arial"/>
            </a:endParaRPr>
          </a:p>
          <a:p>
            <a:pPr defTabSz="1219170">
              <a:buClr>
                <a:srgbClr val="000000"/>
              </a:buClr>
            </a:pPr>
            <a:r>
              <a:rPr lang="en" sz="2000" i="1" kern="0">
                <a:solidFill>
                  <a:srgbClr val="222222"/>
                </a:solidFill>
                <a:latin typeface="Arial"/>
                <a:cs typeface="Arial"/>
                <a:sym typeface="Arial"/>
              </a:rPr>
              <a:t>translate biological and population-level observations into flow diagrams</a:t>
            </a:r>
            <a:endParaRPr sz="2000" i="1" kern="0">
              <a:solidFill>
                <a:srgbClr val="222222"/>
              </a:solidFill>
              <a:latin typeface="Arial"/>
              <a:cs typeface="Arial"/>
              <a:sym typeface="Arial"/>
            </a:endParaRPr>
          </a:p>
        </p:txBody>
      </p:sp>
      <p:sp>
        <p:nvSpPr>
          <p:cNvPr id="1266" name="Google Shape;1266;p110"/>
          <p:cNvSpPr/>
          <p:nvPr/>
        </p:nvSpPr>
        <p:spPr>
          <a:xfrm rot="5400000">
            <a:off x="5036400" y="4829475"/>
            <a:ext cx="1428000" cy="1228400"/>
          </a:xfrm>
          <a:prstGeom prst="bentUpArrow">
            <a:avLst>
              <a:gd name="adj1" fmla="val 25000"/>
              <a:gd name="adj2" fmla="val 25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267" name="Google Shape;1267;p110"/>
          <p:cNvSpPr txBox="1"/>
          <p:nvPr/>
        </p:nvSpPr>
        <p:spPr>
          <a:xfrm>
            <a:off x="5723412" y="3490251"/>
            <a:ext cx="4605600" cy="800205"/>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b="1" i="1" kern="0">
                <a:solidFill>
                  <a:srgbClr val="222222"/>
                </a:solidFill>
                <a:latin typeface="Arial"/>
                <a:cs typeface="Arial"/>
                <a:sym typeface="Arial"/>
              </a:rPr>
              <a:t>mathematician: </a:t>
            </a:r>
            <a:endParaRPr sz="2000" b="1" i="1" kern="0">
              <a:solidFill>
                <a:srgbClr val="222222"/>
              </a:solidFill>
              <a:latin typeface="Arial"/>
              <a:cs typeface="Arial"/>
              <a:sym typeface="Arial"/>
            </a:endParaRPr>
          </a:p>
          <a:p>
            <a:pPr defTabSz="1219170">
              <a:buClr>
                <a:srgbClr val="000000"/>
              </a:buClr>
            </a:pPr>
            <a:r>
              <a:rPr lang="en" sz="2000" i="1" kern="0">
                <a:solidFill>
                  <a:srgbClr val="222222"/>
                </a:solidFill>
                <a:latin typeface="Arial"/>
                <a:cs typeface="Arial"/>
                <a:sym typeface="Arial"/>
              </a:rPr>
              <a:t>translates flow diagrams into equations</a:t>
            </a:r>
            <a:endParaRPr sz="2000" i="1" kern="0">
              <a:solidFill>
                <a:srgbClr val="222222"/>
              </a:solidFill>
              <a:latin typeface="Arial"/>
              <a:cs typeface="Arial"/>
              <a:sym typeface="Arial"/>
            </a:endParaRPr>
          </a:p>
        </p:txBody>
      </p:sp>
      <p:sp>
        <p:nvSpPr>
          <p:cNvPr id="1268" name="Google Shape;1268;p110"/>
          <p:cNvSpPr txBox="1"/>
          <p:nvPr/>
        </p:nvSpPr>
        <p:spPr>
          <a:xfrm>
            <a:off x="76200" y="5256212"/>
            <a:ext cx="4842400" cy="800205"/>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b="1" i="1" kern="0">
                <a:solidFill>
                  <a:srgbClr val="222222"/>
                </a:solidFill>
                <a:latin typeface="Arial"/>
                <a:cs typeface="Arial"/>
                <a:sym typeface="Arial"/>
              </a:rPr>
              <a:t>software engineer/computer science: </a:t>
            </a:r>
            <a:endParaRPr sz="2000" b="1" i="1" kern="0">
              <a:solidFill>
                <a:srgbClr val="222222"/>
              </a:solidFill>
              <a:latin typeface="Arial"/>
              <a:cs typeface="Arial"/>
              <a:sym typeface="Arial"/>
            </a:endParaRPr>
          </a:p>
          <a:p>
            <a:pPr defTabSz="1219170">
              <a:buClr>
                <a:srgbClr val="000000"/>
              </a:buClr>
              <a:buSzPts val="800"/>
            </a:pPr>
            <a:r>
              <a:rPr lang="en" sz="2000" i="1" kern="0">
                <a:solidFill>
                  <a:srgbClr val="222222"/>
                </a:solidFill>
                <a:latin typeface="Arial"/>
                <a:cs typeface="Arial"/>
                <a:sym typeface="Arial"/>
              </a:rPr>
              <a:t>translates equations into computer code</a:t>
            </a:r>
            <a:endParaRPr sz="2000" i="1" kern="0">
              <a:solidFill>
                <a:srgbClr val="222222"/>
              </a:solidFill>
              <a:latin typeface="Arial"/>
              <a:cs typeface="Arial"/>
              <a:sym typeface="Arial"/>
            </a:endParaRPr>
          </a:p>
        </p:txBody>
      </p:sp>
      <p:pic>
        <p:nvPicPr>
          <p:cNvPr id="1269" name="Google Shape;1269;p110"/>
          <p:cNvPicPr preferRelativeResize="0"/>
          <p:nvPr/>
        </p:nvPicPr>
        <p:blipFill>
          <a:blip r:embed="rId7">
            <a:alphaModFix/>
          </a:blip>
          <a:stretch>
            <a:fillRect/>
          </a:stretch>
        </p:blipFill>
        <p:spPr>
          <a:xfrm>
            <a:off x="3062453" y="6248549"/>
            <a:ext cx="493916" cy="493916"/>
          </a:xfrm>
          <a:prstGeom prst="rect">
            <a:avLst/>
          </a:prstGeom>
          <a:noFill/>
          <a:ln>
            <a:noFill/>
          </a:ln>
        </p:spPr>
      </p:pic>
      <p:pic>
        <p:nvPicPr>
          <p:cNvPr id="1270" name="Google Shape;1270;p110"/>
          <p:cNvPicPr preferRelativeResize="0"/>
          <p:nvPr/>
        </p:nvPicPr>
        <p:blipFill>
          <a:blip r:embed="rId8">
            <a:alphaModFix/>
          </a:blip>
          <a:stretch>
            <a:fillRect/>
          </a:stretch>
        </p:blipFill>
        <p:spPr>
          <a:xfrm>
            <a:off x="2061002" y="6348573"/>
            <a:ext cx="954108" cy="246915"/>
          </a:xfrm>
          <a:prstGeom prst="rect">
            <a:avLst/>
          </a:prstGeom>
          <a:noFill/>
          <a:ln>
            <a:noFill/>
          </a:ln>
        </p:spPr>
      </p:pic>
      <p:sp>
        <p:nvSpPr>
          <p:cNvPr id="1271" name="Google Shape;1271;p110"/>
          <p:cNvSpPr/>
          <p:nvPr/>
        </p:nvSpPr>
        <p:spPr>
          <a:xfrm>
            <a:off x="0" y="1378500"/>
            <a:ext cx="11516800" cy="1623600"/>
          </a:xfrm>
          <a:prstGeom prst="roundRect">
            <a:avLst>
              <a:gd name="adj" fmla="val 16667"/>
            </a:avLst>
          </a:prstGeom>
          <a:noFill/>
          <a:ln w="7620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FFFFFF"/>
              </a:solidFill>
              <a:latin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111"/>
          <p:cNvSpPr txBox="1">
            <a:spLocks noGrp="1"/>
          </p:cNvSpPr>
          <p:nvPr>
            <p:ph type="body" idx="2"/>
          </p:nvPr>
        </p:nvSpPr>
        <p:spPr>
          <a:xfrm>
            <a:off x="4375600" y="4773133"/>
            <a:ext cx="7816400" cy="466800"/>
          </a:xfrm>
          <a:prstGeom prst="rect">
            <a:avLst/>
          </a:prstGeom>
          <a:noFill/>
          <a:ln>
            <a:noFill/>
          </a:ln>
        </p:spPr>
        <p:txBody>
          <a:bodyPr spcFirstLastPara="1" wrap="square" lIns="0" tIns="60933" rIns="121900" bIns="60933" anchor="t" anchorCtr="0">
            <a:noAutofit/>
          </a:bodyPr>
          <a:lstStyle/>
          <a:p>
            <a:pPr marL="0" indent="0">
              <a:lnSpc>
                <a:spcPct val="93000"/>
              </a:lnSpc>
              <a:spcBef>
                <a:spcPts val="0"/>
              </a:spcBef>
              <a:buSzPts val="2500"/>
            </a:pPr>
            <a:r>
              <a:rPr lang="en" sz="3333"/>
              <a:t>From Storytelling to Logic of contagion (mind map)</a:t>
            </a:r>
            <a:endParaRPr sz="3067"/>
          </a:p>
        </p:txBody>
      </p:sp>
      <p:sp>
        <p:nvSpPr>
          <p:cNvPr id="1277" name="Google Shape;1277;p111"/>
          <p:cNvSpPr txBox="1">
            <a:spLocks noGrp="1"/>
          </p:cNvSpPr>
          <p:nvPr>
            <p:ph type="body" idx="1"/>
          </p:nvPr>
        </p:nvSpPr>
        <p:spPr>
          <a:xfrm>
            <a:off x="5186289" y="3547455"/>
            <a:ext cx="5935600" cy="824000"/>
          </a:xfrm>
          <a:prstGeom prst="rect">
            <a:avLst/>
          </a:prstGeom>
          <a:noFill/>
          <a:ln>
            <a:noFill/>
          </a:ln>
        </p:spPr>
        <p:txBody>
          <a:bodyPr spcFirstLastPara="1" wrap="square" lIns="0" tIns="60933" rIns="121900" bIns="60933" anchor="b" anchorCtr="0">
            <a:noAutofit/>
          </a:bodyPr>
          <a:lstStyle/>
          <a:p>
            <a:pPr marL="0" indent="0" algn="just">
              <a:spcBef>
                <a:spcPts val="0"/>
              </a:spcBef>
            </a:pPr>
            <a:r>
              <a:rPr lang="en"/>
              <a:t>Learning Objective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sp>
        <p:nvSpPr>
          <p:cNvPr id="1283" name="Google Shape;1283;p112"/>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Individual destinies</a:t>
            </a:r>
            <a:endParaRPr/>
          </a:p>
        </p:txBody>
      </p:sp>
      <p:sp>
        <p:nvSpPr>
          <p:cNvPr id="1284" name="Google Shape;1284;p112"/>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a:t>
            </a:r>
            <a:endParaRPr/>
          </a:p>
        </p:txBody>
      </p:sp>
      <p:pic>
        <p:nvPicPr>
          <p:cNvPr id="1285" name="Google Shape;1285;p112"/>
          <p:cNvPicPr preferRelativeResize="0"/>
          <p:nvPr/>
        </p:nvPicPr>
        <p:blipFill rotWithShape="1">
          <a:blip r:embed="rId3">
            <a:alphaModFix/>
          </a:blip>
          <a:srcRect l="29628" r="29928"/>
          <a:stretch/>
        </p:blipFill>
        <p:spPr>
          <a:xfrm>
            <a:off x="4325800" y="2119200"/>
            <a:ext cx="502624" cy="1242800"/>
          </a:xfrm>
          <a:prstGeom prst="rect">
            <a:avLst/>
          </a:prstGeom>
          <a:noFill/>
          <a:ln>
            <a:noFill/>
          </a:ln>
        </p:spPr>
      </p:pic>
      <p:pic>
        <p:nvPicPr>
          <p:cNvPr id="1286" name="Google Shape;1286;p112"/>
          <p:cNvPicPr preferRelativeResize="0"/>
          <p:nvPr/>
        </p:nvPicPr>
        <p:blipFill rotWithShape="1">
          <a:blip r:embed="rId3">
            <a:alphaModFix/>
          </a:blip>
          <a:srcRect l="29628" r="29928"/>
          <a:stretch/>
        </p:blipFill>
        <p:spPr>
          <a:xfrm>
            <a:off x="3270251" y="4137675"/>
            <a:ext cx="502624" cy="1242800"/>
          </a:xfrm>
          <a:prstGeom prst="rect">
            <a:avLst/>
          </a:prstGeom>
          <a:noFill/>
          <a:ln>
            <a:noFill/>
          </a:ln>
        </p:spPr>
      </p:pic>
      <p:pic>
        <p:nvPicPr>
          <p:cNvPr id="1287" name="Google Shape;1287;p112"/>
          <p:cNvPicPr preferRelativeResize="0"/>
          <p:nvPr/>
        </p:nvPicPr>
        <p:blipFill rotWithShape="1">
          <a:blip r:embed="rId3">
            <a:alphaModFix/>
          </a:blip>
          <a:srcRect l="29628" r="29928"/>
          <a:stretch/>
        </p:blipFill>
        <p:spPr>
          <a:xfrm>
            <a:off x="4941551" y="2119200"/>
            <a:ext cx="502624" cy="1242800"/>
          </a:xfrm>
          <a:prstGeom prst="rect">
            <a:avLst/>
          </a:prstGeom>
          <a:noFill/>
          <a:ln>
            <a:noFill/>
          </a:ln>
        </p:spPr>
      </p:pic>
      <p:pic>
        <p:nvPicPr>
          <p:cNvPr id="1288" name="Google Shape;1288;p112"/>
          <p:cNvPicPr preferRelativeResize="0"/>
          <p:nvPr/>
        </p:nvPicPr>
        <p:blipFill rotWithShape="1">
          <a:blip r:embed="rId4">
            <a:alphaModFix/>
          </a:blip>
          <a:srcRect l="29628" r="29928"/>
          <a:stretch/>
        </p:blipFill>
        <p:spPr>
          <a:xfrm>
            <a:off x="4856975" y="3362000"/>
            <a:ext cx="502624" cy="1242800"/>
          </a:xfrm>
          <a:prstGeom prst="rect">
            <a:avLst/>
          </a:prstGeom>
          <a:noFill/>
          <a:ln>
            <a:noFill/>
          </a:ln>
        </p:spPr>
      </p:pic>
      <p:pic>
        <p:nvPicPr>
          <p:cNvPr id="1289" name="Google Shape;1289;p112"/>
          <p:cNvPicPr preferRelativeResize="0"/>
          <p:nvPr/>
        </p:nvPicPr>
        <p:blipFill rotWithShape="1">
          <a:blip r:embed="rId3">
            <a:alphaModFix/>
          </a:blip>
          <a:srcRect l="29628" r="29928"/>
          <a:stretch/>
        </p:blipFill>
        <p:spPr>
          <a:xfrm>
            <a:off x="4004251" y="3567051"/>
            <a:ext cx="502624" cy="1242800"/>
          </a:xfrm>
          <a:prstGeom prst="rect">
            <a:avLst/>
          </a:prstGeom>
          <a:noFill/>
          <a:ln>
            <a:noFill/>
          </a:ln>
        </p:spPr>
      </p:pic>
      <p:pic>
        <p:nvPicPr>
          <p:cNvPr id="1290" name="Google Shape;1290;p112"/>
          <p:cNvPicPr preferRelativeResize="0"/>
          <p:nvPr/>
        </p:nvPicPr>
        <p:blipFill rotWithShape="1">
          <a:blip r:embed="rId3">
            <a:alphaModFix/>
          </a:blip>
          <a:srcRect l="29628" r="29928"/>
          <a:stretch/>
        </p:blipFill>
        <p:spPr>
          <a:xfrm>
            <a:off x="6001851" y="3690400"/>
            <a:ext cx="502624" cy="1242800"/>
          </a:xfrm>
          <a:prstGeom prst="rect">
            <a:avLst/>
          </a:prstGeom>
          <a:noFill/>
          <a:ln>
            <a:noFill/>
          </a:ln>
        </p:spPr>
      </p:pic>
      <p:pic>
        <p:nvPicPr>
          <p:cNvPr id="1291" name="Google Shape;1291;p112"/>
          <p:cNvPicPr preferRelativeResize="0"/>
          <p:nvPr/>
        </p:nvPicPr>
        <p:blipFill rotWithShape="1">
          <a:blip r:embed="rId3">
            <a:alphaModFix/>
          </a:blip>
          <a:srcRect l="29628" r="29928"/>
          <a:stretch/>
        </p:blipFill>
        <p:spPr>
          <a:xfrm>
            <a:off x="5797351" y="2324251"/>
            <a:ext cx="502624" cy="1242800"/>
          </a:xfrm>
          <a:prstGeom prst="rect">
            <a:avLst/>
          </a:prstGeom>
          <a:noFill/>
          <a:ln>
            <a:noFill/>
          </a:ln>
        </p:spPr>
      </p:pic>
      <p:pic>
        <p:nvPicPr>
          <p:cNvPr id="1292" name="Google Shape;1292;p112"/>
          <p:cNvPicPr preferRelativeResize="0"/>
          <p:nvPr/>
        </p:nvPicPr>
        <p:blipFill rotWithShape="1">
          <a:blip r:embed="rId3">
            <a:alphaModFix/>
          </a:blip>
          <a:srcRect l="29628" r="29928"/>
          <a:stretch/>
        </p:blipFill>
        <p:spPr>
          <a:xfrm>
            <a:off x="5359600" y="4313975"/>
            <a:ext cx="502624" cy="1242800"/>
          </a:xfrm>
          <a:prstGeom prst="rect">
            <a:avLst/>
          </a:prstGeom>
          <a:noFill/>
          <a:ln>
            <a:noFill/>
          </a:ln>
        </p:spPr>
      </p:pic>
      <p:pic>
        <p:nvPicPr>
          <p:cNvPr id="1293" name="Google Shape;1293;p112"/>
          <p:cNvPicPr preferRelativeResize="0"/>
          <p:nvPr/>
        </p:nvPicPr>
        <p:blipFill rotWithShape="1">
          <a:blip r:embed="rId3">
            <a:alphaModFix/>
          </a:blip>
          <a:srcRect l="29628" r="29928"/>
          <a:stretch/>
        </p:blipFill>
        <p:spPr>
          <a:xfrm>
            <a:off x="3399100" y="2600000"/>
            <a:ext cx="502624" cy="1242800"/>
          </a:xfrm>
          <a:prstGeom prst="rect">
            <a:avLst/>
          </a:prstGeom>
          <a:noFill/>
          <a:ln>
            <a:noFill/>
          </a:ln>
        </p:spPr>
      </p:pic>
      <p:sp>
        <p:nvSpPr>
          <p:cNvPr id="1294" name="Google Shape;1294;p112"/>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9</a:t>
            </a:r>
            <a:endParaRPr sz="2400" kern="0">
              <a:solidFill>
                <a:srgbClr val="0070C0"/>
              </a:solidFill>
              <a:latin typeface="Arial"/>
              <a:ea typeface="Arial"/>
              <a:cs typeface="Arial"/>
              <a:sym typeface="Arial"/>
            </a:endParaRPr>
          </a:p>
        </p:txBody>
      </p:sp>
      <p:sp>
        <p:nvSpPr>
          <p:cNvPr id="1295" name="Google Shape;1295;p112"/>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1</a:t>
            </a:r>
            <a:endParaRPr sz="2400" kern="0">
              <a:solidFill>
                <a:srgbClr val="0070C0"/>
              </a:solidFill>
              <a:latin typeface="Arial"/>
              <a:ea typeface="Arial"/>
              <a:cs typeface="Arial"/>
              <a:sym typeface="Arial"/>
            </a:endParaRPr>
          </a:p>
        </p:txBody>
      </p:sp>
      <p:pic>
        <p:nvPicPr>
          <p:cNvPr id="1296" name="Google Shape;1296;p112"/>
          <p:cNvPicPr preferRelativeResize="0"/>
          <p:nvPr/>
        </p:nvPicPr>
        <p:blipFill rotWithShape="1">
          <a:blip r:embed="rId3">
            <a:alphaModFix/>
          </a:blip>
          <a:srcRect l="29628" r="29928"/>
          <a:stretch/>
        </p:blipFill>
        <p:spPr>
          <a:xfrm>
            <a:off x="2635175" y="2119200"/>
            <a:ext cx="502624" cy="1242800"/>
          </a:xfrm>
          <a:prstGeom prst="rect">
            <a:avLst/>
          </a:prstGeom>
          <a:noFill/>
          <a:ln>
            <a:noFill/>
          </a:ln>
        </p:spPr>
      </p:pic>
      <p:sp>
        <p:nvSpPr>
          <p:cNvPr id="1297" name="Google Shape;1297;p112"/>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0</a:t>
            </a:r>
            <a:endParaRPr sz="2400" kern="0">
              <a:solidFill>
                <a:srgbClr val="0070C0"/>
              </a:solidFill>
              <a:latin typeface="Arial"/>
              <a:ea typeface="Arial"/>
              <a:cs typeface="Arial"/>
              <a:sym typeface="Arial"/>
            </a:endParaRPr>
          </a:p>
        </p:txBody>
      </p:sp>
      <p:sp>
        <p:nvSpPr>
          <p:cNvPr id="1298" name="Google Shape;1298;p112"/>
          <p:cNvSpPr txBox="1"/>
          <p:nvPr/>
        </p:nvSpPr>
        <p:spPr>
          <a:xfrm>
            <a:off x="2910867" y="5853834"/>
            <a:ext cx="8998000" cy="61551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400" i="1" kern="0">
                <a:solidFill>
                  <a:srgbClr val="000000"/>
                </a:solidFill>
                <a:latin typeface="Arial"/>
                <a:cs typeface="Arial"/>
                <a:sym typeface="Arial"/>
              </a:rPr>
              <a:t>“At first, </a:t>
            </a:r>
            <a:r>
              <a:rPr lang="en" sz="2400" b="1" i="1" kern="0">
                <a:solidFill>
                  <a:srgbClr val="000000"/>
                </a:solidFill>
                <a:latin typeface="Arial"/>
                <a:cs typeface="Arial"/>
                <a:sym typeface="Arial"/>
              </a:rPr>
              <a:t>Z</a:t>
            </a:r>
            <a:r>
              <a:rPr lang="en" sz="2400" i="1" kern="0">
                <a:solidFill>
                  <a:srgbClr val="000000"/>
                </a:solidFill>
                <a:latin typeface="Arial"/>
                <a:cs typeface="Arial"/>
                <a:sym typeface="Arial"/>
              </a:rPr>
              <a:t>enabu feels really sick. But she still comes to class.”</a:t>
            </a:r>
            <a:endParaRPr sz="2400" i="1" kern="0">
              <a:solidFill>
                <a:srgbClr val="000000"/>
              </a:solidFill>
              <a:latin typeface="Arial"/>
              <a:cs typeface="Arial"/>
              <a:sym typeface="Arial"/>
            </a:endParaRPr>
          </a:p>
        </p:txBody>
      </p:sp>
      <p:sp>
        <p:nvSpPr>
          <p:cNvPr id="1299" name="Google Shape;1299;p112"/>
          <p:cNvSpPr txBox="1"/>
          <p:nvPr/>
        </p:nvSpPr>
        <p:spPr>
          <a:xfrm>
            <a:off x="4873128" y="35456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pic>
        <p:nvPicPr>
          <p:cNvPr id="1300" name="Google Shape;1300;p112"/>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301" name="Google Shape;1301;p112"/>
          <p:cNvPicPr preferRelativeResize="0"/>
          <p:nvPr/>
        </p:nvPicPr>
        <p:blipFill>
          <a:blip r:embed="rId6">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sp>
        <p:nvSpPr>
          <p:cNvPr id="1307" name="Google Shape;1307;p113"/>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Individual destinies</a:t>
            </a:r>
            <a:endParaRPr/>
          </a:p>
        </p:txBody>
      </p:sp>
      <p:sp>
        <p:nvSpPr>
          <p:cNvPr id="1308" name="Google Shape;1308;p113"/>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a:t>
            </a:r>
            <a:endParaRPr/>
          </a:p>
        </p:txBody>
      </p:sp>
      <p:pic>
        <p:nvPicPr>
          <p:cNvPr id="1309" name="Google Shape;1309;p113"/>
          <p:cNvPicPr preferRelativeResize="0"/>
          <p:nvPr/>
        </p:nvPicPr>
        <p:blipFill rotWithShape="1">
          <a:blip r:embed="rId3">
            <a:alphaModFix/>
          </a:blip>
          <a:srcRect l="29628" r="29928"/>
          <a:stretch/>
        </p:blipFill>
        <p:spPr>
          <a:xfrm>
            <a:off x="4325800" y="2119200"/>
            <a:ext cx="502624" cy="1242800"/>
          </a:xfrm>
          <a:prstGeom prst="rect">
            <a:avLst/>
          </a:prstGeom>
          <a:noFill/>
          <a:ln>
            <a:noFill/>
          </a:ln>
        </p:spPr>
      </p:pic>
      <p:pic>
        <p:nvPicPr>
          <p:cNvPr id="1310" name="Google Shape;1310;p113"/>
          <p:cNvPicPr preferRelativeResize="0"/>
          <p:nvPr/>
        </p:nvPicPr>
        <p:blipFill rotWithShape="1">
          <a:blip r:embed="rId3">
            <a:alphaModFix/>
          </a:blip>
          <a:srcRect l="29628" r="29928"/>
          <a:stretch/>
        </p:blipFill>
        <p:spPr>
          <a:xfrm>
            <a:off x="3270251" y="4137675"/>
            <a:ext cx="502624" cy="1242800"/>
          </a:xfrm>
          <a:prstGeom prst="rect">
            <a:avLst/>
          </a:prstGeom>
          <a:noFill/>
          <a:ln>
            <a:noFill/>
          </a:ln>
        </p:spPr>
      </p:pic>
      <p:pic>
        <p:nvPicPr>
          <p:cNvPr id="1311" name="Google Shape;1311;p113"/>
          <p:cNvPicPr preferRelativeResize="0"/>
          <p:nvPr/>
        </p:nvPicPr>
        <p:blipFill rotWithShape="1">
          <a:blip r:embed="rId3">
            <a:alphaModFix/>
          </a:blip>
          <a:srcRect l="29628" r="29928"/>
          <a:stretch/>
        </p:blipFill>
        <p:spPr>
          <a:xfrm>
            <a:off x="4941551" y="2119200"/>
            <a:ext cx="502624" cy="1242800"/>
          </a:xfrm>
          <a:prstGeom prst="rect">
            <a:avLst/>
          </a:prstGeom>
          <a:noFill/>
          <a:ln>
            <a:noFill/>
          </a:ln>
        </p:spPr>
      </p:pic>
      <p:pic>
        <p:nvPicPr>
          <p:cNvPr id="1312" name="Google Shape;1312;p113"/>
          <p:cNvPicPr preferRelativeResize="0"/>
          <p:nvPr/>
        </p:nvPicPr>
        <p:blipFill rotWithShape="1">
          <a:blip r:embed="rId4">
            <a:alphaModFix/>
          </a:blip>
          <a:srcRect l="29628" r="29928"/>
          <a:stretch/>
        </p:blipFill>
        <p:spPr>
          <a:xfrm>
            <a:off x="4856975" y="3362000"/>
            <a:ext cx="502624" cy="1242800"/>
          </a:xfrm>
          <a:prstGeom prst="rect">
            <a:avLst/>
          </a:prstGeom>
          <a:noFill/>
          <a:ln>
            <a:noFill/>
          </a:ln>
        </p:spPr>
      </p:pic>
      <p:pic>
        <p:nvPicPr>
          <p:cNvPr id="1313" name="Google Shape;1313;p113"/>
          <p:cNvPicPr preferRelativeResize="0"/>
          <p:nvPr/>
        </p:nvPicPr>
        <p:blipFill rotWithShape="1">
          <a:blip r:embed="rId4">
            <a:alphaModFix/>
          </a:blip>
          <a:srcRect l="29628" r="29928"/>
          <a:stretch/>
        </p:blipFill>
        <p:spPr>
          <a:xfrm>
            <a:off x="4004251" y="3567051"/>
            <a:ext cx="502624" cy="1242800"/>
          </a:xfrm>
          <a:prstGeom prst="rect">
            <a:avLst/>
          </a:prstGeom>
          <a:noFill/>
          <a:ln>
            <a:noFill/>
          </a:ln>
        </p:spPr>
      </p:pic>
      <p:pic>
        <p:nvPicPr>
          <p:cNvPr id="1314" name="Google Shape;1314;p113"/>
          <p:cNvPicPr preferRelativeResize="0"/>
          <p:nvPr/>
        </p:nvPicPr>
        <p:blipFill rotWithShape="1">
          <a:blip r:embed="rId3">
            <a:alphaModFix/>
          </a:blip>
          <a:srcRect l="29628" r="29928"/>
          <a:stretch/>
        </p:blipFill>
        <p:spPr>
          <a:xfrm>
            <a:off x="6001851" y="3690400"/>
            <a:ext cx="502624" cy="1242800"/>
          </a:xfrm>
          <a:prstGeom prst="rect">
            <a:avLst/>
          </a:prstGeom>
          <a:noFill/>
          <a:ln>
            <a:noFill/>
          </a:ln>
        </p:spPr>
      </p:pic>
      <p:pic>
        <p:nvPicPr>
          <p:cNvPr id="1315" name="Google Shape;1315;p113"/>
          <p:cNvPicPr preferRelativeResize="0"/>
          <p:nvPr/>
        </p:nvPicPr>
        <p:blipFill rotWithShape="1">
          <a:blip r:embed="rId3">
            <a:alphaModFix/>
          </a:blip>
          <a:srcRect l="29628" r="29928"/>
          <a:stretch/>
        </p:blipFill>
        <p:spPr>
          <a:xfrm>
            <a:off x="5797351" y="2324251"/>
            <a:ext cx="502624" cy="1242800"/>
          </a:xfrm>
          <a:prstGeom prst="rect">
            <a:avLst/>
          </a:prstGeom>
          <a:noFill/>
          <a:ln>
            <a:noFill/>
          </a:ln>
        </p:spPr>
      </p:pic>
      <p:pic>
        <p:nvPicPr>
          <p:cNvPr id="1316" name="Google Shape;1316;p113"/>
          <p:cNvPicPr preferRelativeResize="0"/>
          <p:nvPr/>
        </p:nvPicPr>
        <p:blipFill rotWithShape="1">
          <a:blip r:embed="rId3">
            <a:alphaModFix/>
          </a:blip>
          <a:srcRect l="29628" r="29928"/>
          <a:stretch/>
        </p:blipFill>
        <p:spPr>
          <a:xfrm>
            <a:off x="5359600" y="4313975"/>
            <a:ext cx="502624" cy="1242800"/>
          </a:xfrm>
          <a:prstGeom prst="rect">
            <a:avLst/>
          </a:prstGeom>
          <a:noFill/>
          <a:ln>
            <a:noFill/>
          </a:ln>
        </p:spPr>
      </p:pic>
      <p:pic>
        <p:nvPicPr>
          <p:cNvPr id="1317" name="Google Shape;1317;p113"/>
          <p:cNvPicPr preferRelativeResize="0"/>
          <p:nvPr/>
        </p:nvPicPr>
        <p:blipFill rotWithShape="1">
          <a:blip r:embed="rId3">
            <a:alphaModFix/>
          </a:blip>
          <a:srcRect l="29628" r="29928"/>
          <a:stretch/>
        </p:blipFill>
        <p:spPr>
          <a:xfrm>
            <a:off x="3399100" y="2600000"/>
            <a:ext cx="502624" cy="1242800"/>
          </a:xfrm>
          <a:prstGeom prst="rect">
            <a:avLst/>
          </a:prstGeom>
          <a:noFill/>
          <a:ln>
            <a:noFill/>
          </a:ln>
        </p:spPr>
      </p:pic>
      <p:sp>
        <p:nvSpPr>
          <p:cNvPr id="1318" name="Google Shape;1318;p113"/>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8</a:t>
            </a:r>
            <a:endParaRPr sz="2400" kern="0">
              <a:solidFill>
                <a:srgbClr val="0070C0"/>
              </a:solidFill>
              <a:latin typeface="Arial"/>
              <a:ea typeface="Arial"/>
              <a:cs typeface="Arial"/>
              <a:sym typeface="Arial"/>
            </a:endParaRPr>
          </a:p>
        </p:txBody>
      </p:sp>
      <p:sp>
        <p:nvSpPr>
          <p:cNvPr id="1319" name="Google Shape;1319;p113"/>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2</a:t>
            </a:r>
            <a:endParaRPr sz="2400" kern="0">
              <a:solidFill>
                <a:srgbClr val="0070C0"/>
              </a:solidFill>
              <a:latin typeface="Arial"/>
              <a:ea typeface="Arial"/>
              <a:cs typeface="Arial"/>
              <a:sym typeface="Arial"/>
            </a:endParaRPr>
          </a:p>
        </p:txBody>
      </p:sp>
      <p:pic>
        <p:nvPicPr>
          <p:cNvPr id="1320" name="Google Shape;1320;p113"/>
          <p:cNvPicPr preferRelativeResize="0"/>
          <p:nvPr/>
        </p:nvPicPr>
        <p:blipFill rotWithShape="1">
          <a:blip r:embed="rId3">
            <a:alphaModFix/>
          </a:blip>
          <a:srcRect l="29628" r="29928"/>
          <a:stretch/>
        </p:blipFill>
        <p:spPr>
          <a:xfrm>
            <a:off x="2635175" y="2119200"/>
            <a:ext cx="502624" cy="1242800"/>
          </a:xfrm>
          <a:prstGeom prst="rect">
            <a:avLst/>
          </a:prstGeom>
          <a:noFill/>
          <a:ln>
            <a:noFill/>
          </a:ln>
        </p:spPr>
      </p:pic>
      <p:sp>
        <p:nvSpPr>
          <p:cNvPr id="1321" name="Google Shape;1321;p113"/>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1</a:t>
            </a:r>
            <a:endParaRPr sz="2400" kern="0">
              <a:solidFill>
                <a:srgbClr val="0070C0"/>
              </a:solidFill>
              <a:latin typeface="Arial"/>
              <a:ea typeface="Arial"/>
              <a:cs typeface="Arial"/>
              <a:sym typeface="Arial"/>
            </a:endParaRPr>
          </a:p>
        </p:txBody>
      </p:sp>
      <p:sp>
        <p:nvSpPr>
          <p:cNvPr id="1322" name="Google Shape;1322;p113"/>
          <p:cNvSpPr txBox="1"/>
          <p:nvPr/>
        </p:nvSpPr>
        <p:spPr>
          <a:xfrm>
            <a:off x="3772867" y="5691667"/>
            <a:ext cx="8419200" cy="984845"/>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400" i="1" kern="0">
                <a:solidFill>
                  <a:srgbClr val="000000"/>
                </a:solidFill>
                <a:latin typeface="Arial"/>
                <a:cs typeface="Arial"/>
                <a:sym typeface="Arial"/>
              </a:rPr>
              <a:t>“The following day, Z feels a bit better, but her colleague, </a:t>
            </a:r>
            <a:r>
              <a:rPr lang="en" sz="2400" b="1" i="1" kern="0">
                <a:solidFill>
                  <a:srgbClr val="000000"/>
                </a:solidFill>
                <a:latin typeface="Arial"/>
                <a:cs typeface="Arial"/>
                <a:sym typeface="Arial"/>
              </a:rPr>
              <a:t>A</a:t>
            </a:r>
            <a:r>
              <a:rPr lang="en" sz="2400" i="1" kern="0">
                <a:solidFill>
                  <a:srgbClr val="000000"/>
                </a:solidFill>
                <a:latin typeface="Arial"/>
                <a:cs typeface="Arial"/>
                <a:sym typeface="Arial"/>
              </a:rPr>
              <a:t>gnes, starts to have similar symptoms, fever, nausea, etc.”</a:t>
            </a:r>
            <a:endParaRPr sz="2400" i="1" kern="0">
              <a:solidFill>
                <a:srgbClr val="000000"/>
              </a:solidFill>
              <a:latin typeface="Arial"/>
              <a:cs typeface="Arial"/>
              <a:sym typeface="Arial"/>
            </a:endParaRPr>
          </a:p>
        </p:txBody>
      </p:sp>
      <p:sp>
        <p:nvSpPr>
          <p:cNvPr id="1323" name="Google Shape;1323;p113"/>
          <p:cNvSpPr txBox="1"/>
          <p:nvPr/>
        </p:nvSpPr>
        <p:spPr>
          <a:xfrm>
            <a:off x="4873128" y="35456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pic>
        <p:nvPicPr>
          <p:cNvPr id="1324" name="Google Shape;1324;p113"/>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325" name="Google Shape;1325;p113"/>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326" name="Google Shape;1326;p113"/>
          <p:cNvSpPr txBox="1"/>
          <p:nvPr/>
        </p:nvSpPr>
        <p:spPr>
          <a:xfrm>
            <a:off x="4026777" y="38284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1"/>
        <p:cNvGrpSpPr/>
        <p:nvPr/>
      </p:nvGrpSpPr>
      <p:grpSpPr>
        <a:xfrm>
          <a:off x="0" y="0"/>
          <a:ext cx="0" cy="0"/>
          <a:chOff x="0" y="0"/>
          <a:chExt cx="0" cy="0"/>
        </a:xfrm>
      </p:grpSpPr>
      <p:sp>
        <p:nvSpPr>
          <p:cNvPr id="1332" name="Google Shape;1332;p114"/>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Individual destinies</a:t>
            </a:r>
            <a:endParaRPr/>
          </a:p>
        </p:txBody>
      </p:sp>
      <p:sp>
        <p:nvSpPr>
          <p:cNvPr id="1333" name="Google Shape;1333;p114"/>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a:t>
            </a:r>
            <a:endParaRPr/>
          </a:p>
        </p:txBody>
      </p:sp>
      <p:pic>
        <p:nvPicPr>
          <p:cNvPr id="1334" name="Google Shape;1334;p114"/>
          <p:cNvPicPr preferRelativeResize="0"/>
          <p:nvPr/>
        </p:nvPicPr>
        <p:blipFill rotWithShape="1">
          <a:blip r:embed="rId3">
            <a:alphaModFix/>
          </a:blip>
          <a:srcRect l="29628" r="29928"/>
          <a:stretch/>
        </p:blipFill>
        <p:spPr>
          <a:xfrm>
            <a:off x="4325800" y="2119200"/>
            <a:ext cx="502624" cy="1242800"/>
          </a:xfrm>
          <a:prstGeom prst="rect">
            <a:avLst/>
          </a:prstGeom>
          <a:noFill/>
          <a:ln>
            <a:noFill/>
          </a:ln>
        </p:spPr>
      </p:pic>
      <p:pic>
        <p:nvPicPr>
          <p:cNvPr id="1335" name="Google Shape;1335;p114"/>
          <p:cNvPicPr preferRelativeResize="0"/>
          <p:nvPr/>
        </p:nvPicPr>
        <p:blipFill rotWithShape="1">
          <a:blip r:embed="rId4">
            <a:alphaModFix/>
          </a:blip>
          <a:srcRect l="29628" r="29928"/>
          <a:stretch/>
        </p:blipFill>
        <p:spPr>
          <a:xfrm>
            <a:off x="3270251" y="4137675"/>
            <a:ext cx="502624" cy="1242800"/>
          </a:xfrm>
          <a:prstGeom prst="rect">
            <a:avLst/>
          </a:prstGeom>
          <a:noFill/>
          <a:ln>
            <a:noFill/>
          </a:ln>
        </p:spPr>
      </p:pic>
      <p:pic>
        <p:nvPicPr>
          <p:cNvPr id="1336" name="Google Shape;1336;p114"/>
          <p:cNvPicPr preferRelativeResize="0"/>
          <p:nvPr/>
        </p:nvPicPr>
        <p:blipFill rotWithShape="1">
          <a:blip r:embed="rId4">
            <a:alphaModFix/>
          </a:blip>
          <a:srcRect l="29628" r="29928"/>
          <a:stretch/>
        </p:blipFill>
        <p:spPr>
          <a:xfrm>
            <a:off x="4941551" y="2119200"/>
            <a:ext cx="502624" cy="1242800"/>
          </a:xfrm>
          <a:prstGeom prst="rect">
            <a:avLst/>
          </a:prstGeom>
          <a:noFill/>
          <a:ln>
            <a:noFill/>
          </a:ln>
        </p:spPr>
      </p:pic>
      <p:pic>
        <p:nvPicPr>
          <p:cNvPr id="1337" name="Google Shape;1337;p114"/>
          <p:cNvPicPr preferRelativeResize="0"/>
          <p:nvPr/>
        </p:nvPicPr>
        <p:blipFill rotWithShape="1">
          <a:blip r:embed="rId3">
            <a:alphaModFix/>
          </a:blip>
          <a:srcRect l="29628" r="29928"/>
          <a:stretch/>
        </p:blipFill>
        <p:spPr>
          <a:xfrm>
            <a:off x="4856975" y="3362000"/>
            <a:ext cx="502624" cy="1242800"/>
          </a:xfrm>
          <a:prstGeom prst="rect">
            <a:avLst/>
          </a:prstGeom>
          <a:noFill/>
          <a:ln>
            <a:noFill/>
          </a:ln>
        </p:spPr>
      </p:pic>
      <p:pic>
        <p:nvPicPr>
          <p:cNvPr id="1338" name="Google Shape;1338;p114"/>
          <p:cNvPicPr preferRelativeResize="0"/>
          <p:nvPr/>
        </p:nvPicPr>
        <p:blipFill rotWithShape="1">
          <a:blip r:embed="rId3">
            <a:alphaModFix/>
          </a:blip>
          <a:srcRect l="29628" r="29928"/>
          <a:stretch/>
        </p:blipFill>
        <p:spPr>
          <a:xfrm>
            <a:off x="4004251" y="3567051"/>
            <a:ext cx="502624" cy="1242800"/>
          </a:xfrm>
          <a:prstGeom prst="rect">
            <a:avLst/>
          </a:prstGeom>
          <a:noFill/>
          <a:ln>
            <a:noFill/>
          </a:ln>
        </p:spPr>
      </p:pic>
      <p:pic>
        <p:nvPicPr>
          <p:cNvPr id="1339" name="Google Shape;1339;p114"/>
          <p:cNvPicPr preferRelativeResize="0"/>
          <p:nvPr/>
        </p:nvPicPr>
        <p:blipFill rotWithShape="1">
          <a:blip r:embed="rId4">
            <a:alphaModFix/>
          </a:blip>
          <a:srcRect l="29628" r="29928"/>
          <a:stretch/>
        </p:blipFill>
        <p:spPr>
          <a:xfrm>
            <a:off x="6001851" y="3690400"/>
            <a:ext cx="502624" cy="1242800"/>
          </a:xfrm>
          <a:prstGeom prst="rect">
            <a:avLst/>
          </a:prstGeom>
          <a:noFill/>
          <a:ln>
            <a:noFill/>
          </a:ln>
        </p:spPr>
      </p:pic>
      <p:pic>
        <p:nvPicPr>
          <p:cNvPr id="1340" name="Google Shape;1340;p114"/>
          <p:cNvPicPr preferRelativeResize="0"/>
          <p:nvPr/>
        </p:nvPicPr>
        <p:blipFill rotWithShape="1">
          <a:blip r:embed="rId4">
            <a:alphaModFix/>
          </a:blip>
          <a:srcRect l="29628" r="29928"/>
          <a:stretch/>
        </p:blipFill>
        <p:spPr>
          <a:xfrm>
            <a:off x="5797351" y="2324251"/>
            <a:ext cx="502624" cy="1242800"/>
          </a:xfrm>
          <a:prstGeom prst="rect">
            <a:avLst/>
          </a:prstGeom>
          <a:noFill/>
          <a:ln>
            <a:noFill/>
          </a:ln>
        </p:spPr>
      </p:pic>
      <p:pic>
        <p:nvPicPr>
          <p:cNvPr id="1341" name="Google Shape;1341;p114"/>
          <p:cNvPicPr preferRelativeResize="0"/>
          <p:nvPr/>
        </p:nvPicPr>
        <p:blipFill rotWithShape="1">
          <a:blip r:embed="rId4">
            <a:alphaModFix/>
          </a:blip>
          <a:srcRect l="29628" r="29928"/>
          <a:stretch/>
        </p:blipFill>
        <p:spPr>
          <a:xfrm>
            <a:off x="5359600" y="4313975"/>
            <a:ext cx="502624" cy="1242800"/>
          </a:xfrm>
          <a:prstGeom prst="rect">
            <a:avLst/>
          </a:prstGeom>
          <a:noFill/>
          <a:ln>
            <a:noFill/>
          </a:ln>
        </p:spPr>
      </p:pic>
      <p:pic>
        <p:nvPicPr>
          <p:cNvPr id="1342" name="Google Shape;1342;p114"/>
          <p:cNvPicPr preferRelativeResize="0"/>
          <p:nvPr/>
        </p:nvPicPr>
        <p:blipFill rotWithShape="1">
          <a:blip r:embed="rId4">
            <a:alphaModFix/>
          </a:blip>
          <a:srcRect l="29628" r="29928"/>
          <a:stretch/>
        </p:blipFill>
        <p:spPr>
          <a:xfrm>
            <a:off x="3399100" y="2600000"/>
            <a:ext cx="502624" cy="1242800"/>
          </a:xfrm>
          <a:prstGeom prst="rect">
            <a:avLst/>
          </a:prstGeom>
          <a:noFill/>
          <a:ln>
            <a:noFill/>
          </a:ln>
        </p:spPr>
      </p:pic>
      <p:sp>
        <p:nvSpPr>
          <p:cNvPr id="1343" name="Google Shape;1343;p114"/>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7</a:t>
            </a:r>
            <a:endParaRPr sz="2400" kern="0">
              <a:solidFill>
                <a:srgbClr val="0070C0"/>
              </a:solidFill>
              <a:latin typeface="Arial"/>
              <a:ea typeface="Arial"/>
              <a:cs typeface="Arial"/>
              <a:sym typeface="Arial"/>
            </a:endParaRPr>
          </a:p>
        </p:txBody>
      </p:sp>
      <p:sp>
        <p:nvSpPr>
          <p:cNvPr id="1344" name="Google Shape;1344;p114"/>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3</a:t>
            </a:r>
            <a:endParaRPr sz="2400" kern="0">
              <a:solidFill>
                <a:srgbClr val="0070C0"/>
              </a:solidFill>
              <a:latin typeface="Arial"/>
              <a:ea typeface="Arial"/>
              <a:cs typeface="Arial"/>
              <a:sym typeface="Arial"/>
            </a:endParaRPr>
          </a:p>
        </p:txBody>
      </p:sp>
      <p:pic>
        <p:nvPicPr>
          <p:cNvPr id="1345" name="Google Shape;1345;p114"/>
          <p:cNvPicPr preferRelativeResize="0"/>
          <p:nvPr/>
        </p:nvPicPr>
        <p:blipFill rotWithShape="1">
          <a:blip r:embed="rId4">
            <a:alphaModFix/>
          </a:blip>
          <a:srcRect l="29628" r="29928"/>
          <a:stretch/>
        </p:blipFill>
        <p:spPr>
          <a:xfrm>
            <a:off x="2635175" y="2119200"/>
            <a:ext cx="502624" cy="1242800"/>
          </a:xfrm>
          <a:prstGeom prst="rect">
            <a:avLst/>
          </a:prstGeom>
          <a:noFill/>
          <a:ln>
            <a:noFill/>
          </a:ln>
        </p:spPr>
      </p:pic>
      <p:sp>
        <p:nvSpPr>
          <p:cNvPr id="1346" name="Google Shape;1346;p114"/>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2</a:t>
            </a:r>
            <a:endParaRPr sz="2400" kern="0">
              <a:solidFill>
                <a:srgbClr val="0070C0"/>
              </a:solidFill>
              <a:latin typeface="Arial"/>
              <a:ea typeface="Arial"/>
              <a:cs typeface="Arial"/>
              <a:sym typeface="Arial"/>
            </a:endParaRPr>
          </a:p>
        </p:txBody>
      </p:sp>
      <p:sp>
        <p:nvSpPr>
          <p:cNvPr id="1347" name="Google Shape;1347;p114"/>
          <p:cNvSpPr txBox="1"/>
          <p:nvPr/>
        </p:nvSpPr>
        <p:spPr>
          <a:xfrm>
            <a:off x="3603733" y="5822601"/>
            <a:ext cx="8305200" cy="984845"/>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400" i="1" kern="0">
                <a:solidFill>
                  <a:srgbClr val="000000"/>
                </a:solidFill>
                <a:latin typeface="Arial"/>
                <a:cs typeface="Arial"/>
                <a:sym typeface="Arial"/>
              </a:rPr>
              <a:t>“On day 2, three people in class (</a:t>
            </a:r>
            <a:r>
              <a:rPr lang="en" sz="2400" b="1" i="1" kern="0">
                <a:solidFill>
                  <a:srgbClr val="000000"/>
                </a:solidFill>
                <a:latin typeface="Arial"/>
                <a:cs typeface="Arial"/>
                <a:sym typeface="Arial"/>
              </a:rPr>
              <a:t>Z</a:t>
            </a:r>
            <a:r>
              <a:rPr lang="en" sz="2400" i="1" kern="0">
                <a:solidFill>
                  <a:srgbClr val="000000"/>
                </a:solidFill>
                <a:latin typeface="Arial"/>
                <a:cs typeface="Arial"/>
                <a:sym typeface="Arial"/>
              </a:rPr>
              <a:t>, </a:t>
            </a:r>
            <a:r>
              <a:rPr lang="en" sz="2400" b="1" i="1" kern="0">
                <a:solidFill>
                  <a:srgbClr val="000000"/>
                </a:solidFill>
                <a:latin typeface="Arial"/>
                <a:cs typeface="Arial"/>
                <a:sym typeface="Arial"/>
              </a:rPr>
              <a:t>A</a:t>
            </a:r>
            <a:r>
              <a:rPr lang="en" sz="2400" i="1" kern="0">
                <a:solidFill>
                  <a:srgbClr val="000000"/>
                </a:solidFill>
                <a:latin typeface="Arial"/>
                <a:cs typeface="Arial"/>
                <a:sym typeface="Arial"/>
              </a:rPr>
              <a:t>, and </a:t>
            </a:r>
            <a:r>
              <a:rPr lang="en" sz="2400" b="1" i="1" kern="0">
                <a:solidFill>
                  <a:srgbClr val="000000"/>
                </a:solidFill>
                <a:latin typeface="Arial"/>
                <a:cs typeface="Arial"/>
                <a:sym typeface="Arial"/>
              </a:rPr>
              <a:t>B</a:t>
            </a:r>
            <a:r>
              <a:rPr lang="en" sz="2400" i="1" kern="0">
                <a:solidFill>
                  <a:srgbClr val="000000"/>
                </a:solidFill>
                <a:latin typeface="Arial"/>
                <a:cs typeface="Arial"/>
                <a:sym typeface="Arial"/>
              </a:rPr>
              <a:t>ashir) have the same symptoms, but with different intensity.”</a:t>
            </a:r>
            <a:endParaRPr sz="2400" i="1" kern="0">
              <a:solidFill>
                <a:srgbClr val="000000"/>
              </a:solidFill>
              <a:latin typeface="Arial"/>
              <a:cs typeface="Arial"/>
              <a:sym typeface="Arial"/>
            </a:endParaRPr>
          </a:p>
        </p:txBody>
      </p:sp>
      <p:sp>
        <p:nvSpPr>
          <p:cNvPr id="1348" name="Google Shape;1348;p114"/>
          <p:cNvSpPr txBox="1"/>
          <p:nvPr/>
        </p:nvSpPr>
        <p:spPr>
          <a:xfrm>
            <a:off x="4873128" y="35456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pic>
        <p:nvPicPr>
          <p:cNvPr id="1349" name="Google Shape;1349;p114"/>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350" name="Google Shape;1350;p114"/>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351" name="Google Shape;1351;p114"/>
          <p:cNvSpPr txBox="1"/>
          <p:nvPr/>
        </p:nvSpPr>
        <p:spPr>
          <a:xfrm>
            <a:off x="4026761" y="38284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352" name="Google Shape;1352;p114"/>
          <p:cNvSpPr txBox="1"/>
          <p:nvPr/>
        </p:nvSpPr>
        <p:spPr>
          <a:xfrm>
            <a:off x="4348311" y="23917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sp>
        <p:nvSpPr>
          <p:cNvPr id="1358" name="Google Shape;1358;p115"/>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Individual destinies</a:t>
            </a:r>
            <a:endParaRPr/>
          </a:p>
        </p:txBody>
      </p:sp>
      <p:sp>
        <p:nvSpPr>
          <p:cNvPr id="1359" name="Google Shape;1359;p115"/>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a:t>
            </a:r>
            <a:endParaRPr/>
          </a:p>
        </p:txBody>
      </p:sp>
      <p:pic>
        <p:nvPicPr>
          <p:cNvPr id="1360" name="Google Shape;1360;p115"/>
          <p:cNvPicPr preferRelativeResize="0"/>
          <p:nvPr/>
        </p:nvPicPr>
        <p:blipFill rotWithShape="1">
          <a:blip r:embed="rId3">
            <a:alphaModFix/>
          </a:blip>
          <a:srcRect l="29628" r="29928"/>
          <a:stretch/>
        </p:blipFill>
        <p:spPr>
          <a:xfrm>
            <a:off x="4325800" y="2119200"/>
            <a:ext cx="502624" cy="1242800"/>
          </a:xfrm>
          <a:prstGeom prst="rect">
            <a:avLst/>
          </a:prstGeom>
          <a:noFill/>
          <a:ln>
            <a:noFill/>
          </a:ln>
        </p:spPr>
      </p:pic>
      <p:pic>
        <p:nvPicPr>
          <p:cNvPr id="1361" name="Google Shape;1361;p115"/>
          <p:cNvPicPr preferRelativeResize="0"/>
          <p:nvPr/>
        </p:nvPicPr>
        <p:blipFill rotWithShape="1">
          <a:blip r:embed="rId4">
            <a:alphaModFix/>
          </a:blip>
          <a:srcRect l="29628" r="29928"/>
          <a:stretch/>
        </p:blipFill>
        <p:spPr>
          <a:xfrm>
            <a:off x="3270251" y="4137675"/>
            <a:ext cx="502624" cy="1242800"/>
          </a:xfrm>
          <a:prstGeom prst="rect">
            <a:avLst/>
          </a:prstGeom>
          <a:noFill/>
          <a:ln>
            <a:noFill/>
          </a:ln>
        </p:spPr>
      </p:pic>
      <p:pic>
        <p:nvPicPr>
          <p:cNvPr id="1362" name="Google Shape;1362;p115"/>
          <p:cNvPicPr preferRelativeResize="0"/>
          <p:nvPr/>
        </p:nvPicPr>
        <p:blipFill rotWithShape="1">
          <a:blip r:embed="rId4">
            <a:alphaModFix/>
          </a:blip>
          <a:srcRect l="29628" r="29928"/>
          <a:stretch/>
        </p:blipFill>
        <p:spPr>
          <a:xfrm>
            <a:off x="4941551" y="2119200"/>
            <a:ext cx="502624" cy="1242800"/>
          </a:xfrm>
          <a:prstGeom prst="rect">
            <a:avLst/>
          </a:prstGeom>
          <a:noFill/>
          <a:ln>
            <a:noFill/>
          </a:ln>
        </p:spPr>
      </p:pic>
      <p:pic>
        <p:nvPicPr>
          <p:cNvPr id="1363" name="Google Shape;1363;p115"/>
          <p:cNvPicPr preferRelativeResize="0"/>
          <p:nvPr/>
        </p:nvPicPr>
        <p:blipFill rotWithShape="1">
          <a:blip r:embed="rId4">
            <a:alphaModFix/>
          </a:blip>
          <a:srcRect l="29628" r="29928"/>
          <a:stretch/>
        </p:blipFill>
        <p:spPr>
          <a:xfrm>
            <a:off x="4856975" y="3362000"/>
            <a:ext cx="502624" cy="1242800"/>
          </a:xfrm>
          <a:prstGeom prst="rect">
            <a:avLst/>
          </a:prstGeom>
          <a:noFill/>
          <a:ln>
            <a:noFill/>
          </a:ln>
        </p:spPr>
      </p:pic>
      <p:pic>
        <p:nvPicPr>
          <p:cNvPr id="1364" name="Google Shape;1364;p115"/>
          <p:cNvPicPr preferRelativeResize="0"/>
          <p:nvPr/>
        </p:nvPicPr>
        <p:blipFill rotWithShape="1">
          <a:blip r:embed="rId3">
            <a:alphaModFix/>
          </a:blip>
          <a:srcRect l="29628" r="29928"/>
          <a:stretch/>
        </p:blipFill>
        <p:spPr>
          <a:xfrm>
            <a:off x="4004251" y="3567051"/>
            <a:ext cx="502624" cy="1242800"/>
          </a:xfrm>
          <a:prstGeom prst="rect">
            <a:avLst/>
          </a:prstGeom>
          <a:noFill/>
          <a:ln>
            <a:noFill/>
          </a:ln>
        </p:spPr>
      </p:pic>
      <p:pic>
        <p:nvPicPr>
          <p:cNvPr id="1365" name="Google Shape;1365;p115"/>
          <p:cNvPicPr preferRelativeResize="0"/>
          <p:nvPr/>
        </p:nvPicPr>
        <p:blipFill rotWithShape="1">
          <a:blip r:embed="rId4">
            <a:alphaModFix/>
          </a:blip>
          <a:srcRect l="29628" r="29928"/>
          <a:stretch/>
        </p:blipFill>
        <p:spPr>
          <a:xfrm>
            <a:off x="6001851" y="3690400"/>
            <a:ext cx="502624" cy="1242800"/>
          </a:xfrm>
          <a:prstGeom prst="rect">
            <a:avLst/>
          </a:prstGeom>
          <a:noFill/>
          <a:ln>
            <a:noFill/>
          </a:ln>
        </p:spPr>
      </p:pic>
      <p:pic>
        <p:nvPicPr>
          <p:cNvPr id="1366" name="Google Shape;1366;p115"/>
          <p:cNvPicPr preferRelativeResize="0"/>
          <p:nvPr/>
        </p:nvPicPr>
        <p:blipFill rotWithShape="1">
          <a:blip r:embed="rId4">
            <a:alphaModFix/>
          </a:blip>
          <a:srcRect l="29628" r="29928"/>
          <a:stretch/>
        </p:blipFill>
        <p:spPr>
          <a:xfrm>
            <a:off x="5797351" y="2324251"/>
            <a:ext cx="502624" cy="1242800"/>
          </a:xfrm>
          <a:prstGeom prst="rect">
            <a:avLst/>
          </a:prstGeom>
          <a:noFill/>
          <a:ln>
            <a:noFill/>
          </a:ln>
        </p:spPr>
      </p:pic>
      <p:pic>
        <p:nvPicPr>
          <p:cNvPr id="1367" name="Google Shape;1367;p115"/>
          <p:cNvPicPr preferRelativeResize="0"/>
          <p:nvPr/>
        </p:nvPicPr>
        <p:blipFill rotWithShape="1">
          <a:blip r:embed="rId4">
            <a:alphaModFix/>
          </a:blip>
          <a:srcRect l="29628" r="29928"/>
          <a:stretch/>
        </p:blipFill>
        <p:spPr>
          <a:xfrm>
            <a:off x="5359600" y="4313975"/>
            <a:ext cx="502624" cy="1242800"/>
          </a:xfrm>
          <a:prstGeom prst="rect">
            <a:avLst/>
          </a:prstGeom>
          <a:noFill/>
          <a:ln>
            <a:noFill/>
          </a:ln>
        </p:spPr>
      </p:pic>
      <p:pic>
        <p:nvPicPr>
          <p:cNvPr id="1368" name="Google Shape;1368;p115"/>
          <p:cNvPicPr preferRelativeResize="0"/>
          <p:nvPr/>
        </p:nvPicPr>
        <p:blipFill rotWithShape="1">
          <a:blip r:embed="rId4">
            <a:alphaModFix/>
          </a:blip>
          <a:srcRect l="29628" r="29928"/>
          <a:stretch/>
        </p:blipFill>
        <p:spPr>
          <a:xfrm>
            <a:off x="3399100" y="2600000"/>
            <a:ext cx="502624" cy="1242800"/>
          </a:xfrm>
          <a:prstGeom prst="rect">
            <a:avLst/>
          </a:prstGeom>
          <a:noFill/>
          <a:ln>
            <a:noFill/>
          </a:ln>
        </p:spPr>
      </p:pic>
      <p:sp>
        <p:nvSpPr>
          <p:cNvPr id="1369" name="Google Shape;1369;p115"/>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8</a:t>
            </a:r>
            <a:endParaRPr sz="2400" kern="0">
              <a:solidFill>
                <a:srgbClr val="0070C0"/>
              </a:solidFill>
              <a:latin typeface="Arial"/>
              <a:ea typeface="Arial"/>
              <a:cs typeface="Arial"/>
              <a:sym typeface="Arial"/>
            </a:endParaRPr>
          </a:p>
        </p:txBody>
      </p:sp>
      <p:sp>
        <p:nvSpPr>
          <p:cNvPr id="1370" name="Google Shape;1370;p115"/>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2</a:t>
            </a:r>
            <a:endParaRPr sz="2400" kern="0">
              <a:solidFill>
                <a:srgbClr val="0070C0"/>
              </a:solidFill>
              <a:latin typeface="Arial"/>
              <a:ea typeface="Arial"/>
              <a:cs typeface="Arial"/>
              <a:sym typeface="Arial"/>
            </a:endParaRPr>
          </a:p>
        </p:txBody>
      </p:sp>
      <p:pic>
        <p:nvPicPr>
          <p:cNvPr id="1371" name="Google Shape;1371;p115"/>
          <p:cNvPicPr preferRelativeResize="0"/>
          <p:nvPr/>
        </p:nvPicPr>
        <p:blipFill rotWithShape="1">
          <a:blip r:embed="rId4">
            <a:alphaModFix/>
          </a:blip>
          <a:srcRect l="29628" r="29928"/>
          <a:stretch/>
        </p:blipFill>
        <p:spPr>
          <a:xfrm>
            <a:off x="2635175" y="2119200"/>
            <a:ext cx="502624" cy="1242800"/>
          </a:xfrm>
          <a:prstGeom prst="rect">
            <a:avLst/>
          </a:prstGeom>
          <a:noFill/>
          <a:ln>
            <a:noFill/>
          </a:ln>
        </p:spPr>
      </p:pic>
      <p:sp>
        <p:nvSpPr>
          <p:cNvPr id="1372" name="Google Shape;1372;p115"/>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3</a:t>
            </a:r>
            <a:endParaRPr sz="2400" kern="0">
              <a:solidFill>
                <a:srgbClr val="0070C0"/>
              </a:solidFill>
              <a:latin typeface="Arial"/>
              <a:ea typeface="Arial"/>
              <a:cs typeface="Arial"/>
              <a:sym typeface="Arial"/>
            </a:endParaRPr>
          </a:p>
        </p:txBody>
      </p:sp>
      <p:sp>
        <p:nvSpPr>
          <p:cNvPr id="1373" name="Google Shape;1373;p115"/>
          <p:cNvSpPr txBox="1"/>
          <p:nvPr/>
        </p:nvSpPr>
        <p:spPr>
          <a:xfrm>
            <a:off x="4146433" y="5822600"/>
            <a:ext cx="7762400" cy="61551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400" i="1" kern="0">
                <a:solidFill>
                  <a:srgbClr val="000000"/>
                </a:solidFill>
                <a:latin typeface="Arial"/>
                <a:cs typeface="Arial"/>
                <a:sym typeface="Arial"/>
              </a:rPr>
              <a:t>“Finally, </a:t>
            </a:r>
            <a:r>
              <a:rPr lang="en" sz="2400" b="1" i="1" kern="0">
                <a:solidFill>
                  <a:srgbClr val="000000"/>
                </a:solidFill>
                <a:latin typeface="Arial"/>
                <a:cs typeface="Arial"/>
                <a:sym typeface="Arial"/>
              </a:rPr>
              <a:t>Z</a:t>
            </a:r>
            <a:r>
              <a:rPr lang="en" sz="2400" i="1" kern="0">
                <a:solidFill>
                  <a:srgbClr val="000000"/>
                </a:solidFill>
                <a:latin typeface="Arial"/>
                <a:cs typeface="Arial"/>
                <a:sym typeface="Arial"/>
              </a:rPr>
              <a:t> is healthy again.”</a:t>
            </a:r>
            <a:endParaRPr sz="2400" i="1" kern="0">
              <a:solidFill>
                <a:srgbClr val="000000"/>
              </a:solidFill>
              <a:latin typeface="Arial"/>
              <a:cs typeface="Arial"/>
              <a:sym typeface="Arial"/>
            </a:endParaRPr>
          </a:p>
        </p:txBody>
      </p:sp>
      <p:sp>
        <p:nvSpPr>
          <p:cNvPr id="1374" name="Google Shape;1374;p115"/>
          <p:cNvSpPr txBox="1"/>
          <p:nvPr/>
        </p:nvSpPr>
        <p:spPr>
          <a:xfrm>
            <a:off x="4873128" y="35456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pic>
        <p:nvPicPr>
          <p:cNvPr id="1375" name="Google Shape;1375;p115"/>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376" name="Google Shape;1376;p115"/>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377" name="Google Shape;1377;p115"/>
          <p:cNvSpPr txBox="1"/>
          <p:nvPr/>
        </p:nvSpPr>
        <p:spPr>
          <a:xfrm>
            <a:off x="4026768" y="3828433"/>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378" name="Google Shape;1378;p115"/>
          <p:cNvSpPr txBox="1"/>
          <p:nvPr/>
        </p:nvSpPr>
        <p:spPr>
          <a:xfrm>
            <a:off x="4348311" y="23917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Google Shape;1384;p116"/>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Individual destinies</a:t>
            </a:r>
            <a:endParaRPr/>
          </a:p>
        </p:txBody>
      </p:sp>
      <p:sp>
        <p:nvSpPr>
          <p:cNvPr id="1385" name="Google Shape;1385;p116"/>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a:t>
            </a:r>
            <a:endParaRPr/>
          </a:p>
        </p:txBody>
      </p:sp>
      <p:pic>
        <p:nvPicPr>
          <p:cNvPr id="1386" name="Google Shape;1386;p116"/>
          <p:cNvPicPr preferRelativeResize="0"/>
          <p:nvPr/>
        </p:nvPicPr>
        <p:blipFill rotWithShape="1">
          <a:blip r:embed="rId3">
            <a:alphaModFix/>
          </a:blip>
          <a:srcRect l="29628" r="29928"/>
          <a:stretch/>
        </p:blipFill>
        <p:spPr>
          <a:xfrm>
            <a:off x="4325800" y="2119200"/>
            <a:ext cx="502624" cy="1242800"/>
          </a:xfrm>
          <a:prstGeom prst="rect">
            <a:avLst/>
          </a:prstGeom>
          <a:noFill/>
          <a:ln>
            <a:noFill/>
          </a:ln>
        </p:spPr>
      </p:pic>
      <p:pic>
        <p:nvPicPr>
          <p:cNvPr id="1387" name="Google Shape;1387;p116"/>
          <p:cNvPicPr preferRelativeResize="0"/>
          <p:nvPr/>
        </p:nvPicPr>
        <p:blipFill rotWithShape="1">
          <a:blip r:embed="rId3">
            <a:alphaModFix/>
          </a:blip>
          <a:srcRect l="29628" r="29928"/>
          <a:stretch/>
        </p:blipFill>
        <p:spPr>
          <a:xfrm>
            <a:off x="3270251" y="4137675"/>
            <a:ext cx="502624" cy="1242800"/>
          </a:xfrm>
          <a:prstGeom prst="rect">
            <a:avLst/>
          </a:prstGeom>
          <a:noFill/>
          <a:ln>
            <a:noFill/>
          </a:ln>
        </p:spPr>
      </p:pic>
      <p:pic>
        <p:nvPicPr>
          <p:cNvPr id="1388" name="Google Shape;1388;p116"/>
          <p:cNvPicPr preferRelativeResize="0"/>
          <p:nvPr/>
        </p:nvPicPr>
        <p:blipFill rotWithShape="1">
          <a:blip r:embed="rId4">
            <a:alphaModFix/>
          </a:blip>
          <a:srcRect l="29628" r="29928"/>
          <a:stretch/>
        </p:blipFill>
        <p:spPr>
          <a:xfrm>
            <a:off x="4941551" y="2119200"/>
            <a:ext cx="502624" cy="1242800"/>
          </a:xfrm>
          <a:prstGeom prst="rect">
            <a:avLst/>
          </a:prstGeom>
          <a:noFill/>
          <a:ln>
            <a:noFill/>
          </a:ln>
        </p:spPr>
      </p:pic>
      <p:pic>
        <p:nvPicPr>
          <p:cNvPr id="1389" name="Google Shape;1389;p116"/>
          <p:cNvPicPr preferRelativeResize="0"/>
          <p:nvPr/>
        </p:nvPicPr>
        <p:blipFill rotWithShape="1">
          <a:blip r:embed="rId4">
            <a:alphaModFix/>
          </a:blip>
          <a:srcRect l="29628" r="29928"/>
          <a:stretch/>
        </p:blipFill>
        <p:spPr>
          <a:xfrm>
            <a:off x="4856975" y="3362000"/>
            <a:ext cx="502624" cy="1242800"/>
          </a:xfrm>
          <a:prstGeom prst="rect">
            <a:avLst/>
          </a:prstGeom>
          <a:noFill/>
          <a:ln>
            <a:noFill/>
          </a:ln>
        </p:spPr>
      </p:pic>
      <p:pic>
        <p:nvPicPr>
          <p:cNvPr id="1390" name="Google Shape;1390;p116"/>
          <p:cNvPicPr preferRelativeResize="0"/>
          <p:nvPr/>
        </p:nvPicPr>
        <p:blipFill rotWithShape="1">
          <a:blip r:embed="rId3">
            <a:alphaModFix/>
          </a:blip>
          <a:srcRect l="29628" r="29928"/>
          <a:stretch/>
        </p:blipFill>
        <p:spPr>
          <a:xfrm>
            <a:off x="4004251" y="3567051"/>
            <a:ext cx="502624" cy="1242800"/>
          </a:xfrm>
          <a:prstGeom prst="rect">
            <a:avLst/>
          </a:prstGeom>
          <a:noFill/>
          <a:ln>
            <a:noFill/>
          </a:ln>
        </p:spPr>
      </p:pic>
      <p:pic>
        <p:nvPicPr>
          <p:cNvPr id="1391" name="Google Shape;1391;p116"/>
          <p:cNvPicPr preferRelativeResize="0"/>
          <p:nvPr/>
        </p:nvPicPr>
        <p:blipFill rotWithShape="1">
          <a:blip r:embed="rId4">
            <a:alphaModFix/>
          </a:blip>
          <a:srcRect l="29628" r="29928"/>
          <a:stretch/>
        </p:blipFill>
        <p:spPr>
          <a:xfrm>
            <a:off x="6001851" y="3690400"/>
            <a:ext cx="502624" cy="1242800"/>
          </a:xfrm>
          <a:prstGeom prst="rect">
            <a:avLst/>
          </a:prstGeom>
          <a:noFill/>
          <a:ln>
            <a:noFill/>
          </a:ln>
        </p:spPr>
      </p:pic>
      <p:pic>
        <p:nvPicPr>
          <p:cNvPr id="1392" name="Google Shape;1392;p116"/>
          <p:cNvPicPr preferRelativeResize="0"/>
          <p:nvPr/>
        </p:nvPicPr>
        <p:blipFill rotWithShape="1">
          <a:blip r:embed="rId4">
            <a:alphaModFix/>
          </a:blip>
          <a:srcRect l="29628" r="29928"/>
          <a:stretch/>
        </p:blipFill>
        <p:spPr>
          <a:xfrm>
            <a:off x="5797351" y="2324251"/>
            <a:ext cx="502624" cy="1242800"/>
          </a:xfrm>
          <a:prstGeom prst="rect">
            <a:avLst/>
          </a:prstGeom>
          <a:noFill/>
          <a:ln>
            <a:noFill/>
          </a:ln>
        </p:spPr>
      </p:pic>
      <p:pic>
        <p:nvPicPr>
          <p:cNvPr id="1393" name="Google Shape;1393;p116"/>
          <p:cNvPicPr preferRelativeResize="0"/>
          <p:nvPr/>
        </p:nvPicPr>
        <p:blipFill rotWithShape="1">
          <a:blip r:embed="rId4">
            <a:alphaModFix/>
          </a:blip>
          <a:srcRect l="29628" r="29928"/>
          <a:stretch/>
        </p:blipFill>
        <p:spPr>
          <a:xfrm>
            <a:off x="5359600" y="4313975"/>
            <a:ext cx="502624" cy="1242800"/>
          </a:xfrm>
          <a:prstGeom prst="rect">
            <a:avLst/>
          </a:prstGeom>
          <a:noFill/>
          <a:ln>
            <a:noFill/>
          </a:ln>
        </p:spPr>
      </p:pic>
      <p:pic>
        <p:nvPicPr>
          <p:cNvPr id="1394" name="Google Shape;1394;p116"/>
          <p:cNvPicPr preferRelativeResize="0"/>
          <p:nvPr/>
        </p:nvPicPr>
        <p:blipFill rotWithShape="1">
          <a:blip r:embed="rId3">
            <a:alphaModFix/>
          </a:blip>
          <a:srcRect l="29628" r="29928"/>
          <a:stretch/>
        </p:blipFill>
        <p:spPr>
          <a:xfrm>
            <a:off x="3399100" y="2600000"/>
            <a:ext cx="502624" cy="1242800"/>
          </a:xfrm>
          <a:prstGeom prst="rect">
            <a:avLst/>
          </a:prstGeom>
          <a:noFill/>
          <a:ln>
            <a:noFill/>
          </a:ln>
        </p:spPr>
      </p:pic>
      <p:sp>
        <p:nvSpPr>
          <p:cNvPr id="1395" name="Google Shape;1395;p116"/>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6</a:t>
            </a:r>
            <a:endParaRPr sz="2400" kern="0">
              <a:solidFill>
                <a:srgbClr val="0070C0"/>
              </a:solidFill>
              <a:latin typeface="Arial"/>
              <a:ea typeface="Arial"/>
              <a:cs typeface="Arial"/>
              <a:sym typeface="Arial"/>
            </a:endParaRPr>
          </a:p>
        </p:txBody>
      </p:sp>
      <p:sp>
        <p:nvSpPr>
          <p:cNvPr id="1396" name="Google Shape;1396;p116"/>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4</a:t>
            </a:r>
            <a:endParaRPr sz="2400" kern="0">
              <a:solidFill>
                <a:srgbClr val="0070C0"/>
              </a:solidFill>
              <a:latin typeface="Arial"/>
              <a:ea typeface="Arial"/>
              <a:cs typeface="Arial"/>
              <a:sym typeface="Arial"/>
            </a:endParaRPr>
          </a:p>
        </p:txBody>
      </p:sp>
      <p:pic>
        <p:nvPicPr>
          <p:cNvPr id="1397" name="Google Shape;1397;p116"/>
          <p:cNvPicPr preferRelativeResize="0"/>
          <p:nvPr/>
        </p:nvPicPr>
        <p:blipFill rotWithShape="1">
          <a:blip r:embed="rId4">
            <a:alphaModFix/>
          </a:blip>
          <a:srcRect l="29628" r="29928"/>
          <a:stretch/>
        </p:blipFill>
        <p:spPr>
          <a:xfrm>
            <a:off x="2635175" y="2119200"/>
            <a:ext cx="502624" cy="1242800"/>
          </a:xfrm>
          <a:prstGeom prst="rect">
            <a:avLst/>
          </a:prstGeom>
          <a:noFill/>
          <a:ln>
            <a:noFill/>
          </a:ln>
        </p:spPr>
      </p:pic>
      <p:sp>
        <p:nvSpPr>
          <p:cNvPr id="1398" name="Google Shape;1398;p116"/>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4</a:t>
            </a:r>
            <a:endParaRPr sz="2400" kern="0">
              <a:solidFill>
                <a:srgbClr val="0070C0"/>
              </a:solidFill>
              <a:latin typeface="Arial"/>
              <a:ea typeface="Arial"/>
              <a:cs typeface="Arial"/>
              <a:sym typeface="Arial"/>
            </a:endParaRPr>
          </a:p>
        </p:txBody>
      </p:sp>
      <p:sp>
        <p:nvSpPr>
          <p:cNvPr id="1399" name="Google Shape;1399;p116"/>
          <p:cNvSpPr txBox="1"/>
          <p:nvPr/>
        </p:nvSpPr>
        <p:spPr>
          <a:xfrm>
            <a:off x="3901733" y="5822601"/>
            <a:ext cx="8007200" cy="984845"/>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400" i="1" kern="0">
                <a:solidFill>
                  <a:srgbClr val="000000"/>
                </a:solidFill>
                <a:latin typeface="Arial"/>
                <a:cs typeface="Arial"/>
                <a:sym typeface="Arial"/>
              </a:rPr>
              <a:t>“On day 4, two new colleagues (</a:t>
            </a:r>
            <a:r>
              <a:rPr lang="en" sz="2400" b="1" i="1" kern="0">
                <a:solidFill>
                  <a:srgbClr val="000000"/>
                </a:solidFill>
                <a:latin typeface="Arial"/>
                <a:cs typeface="Arial"/>
                <a:sym typeface="Arial"/>
              </a:rPr>
              <a:t>C</a:t>
            </a:r>
            <a:r>
              <a:rPr lang="en" sz="2400" i="1" kern="0">
                <a:solidFill>
                  <a:srgbClr val="000000"/>
                </a:solidFill>
                <a:latin typeface="Arial"/>
                <a:cs typeface="Arial"/>
                <a:sym typeface="Arial"/>
              </a:rPr>
              <a:t>harles and </a:t>
            </a:r>
            <a:r>
              <a:rPr lang="en" sz="2400" b="1" i="1" kern="0">
                <a:solidFill>
                  <a:srgbClr val="000000"/>
                </a:solidFill>
                <a:latin typeface="Arial"/>
                <a:cs typeface="Arial"/>
                <a:sym typeface="Arial"/>
              </a:rPr>
              <a:t>D</a:t>
            </a:r>
            <a:r>
              <a:rPr lang="en" sz="2400" i="1" kern="0">
                <a:solidFill>
                  <a:srgbClr val="000000"/>
                </a:solidFill>
                <a:latin typeface="Arial"/>
                <a:cs typeface="Arial"/>
                <a:sym typeface="Arial"/>
              </a:rPr>
              <a:t>avid) become infected.”</a:t>
            </a:r>
            <a:endParaRPr sz="2400" i="1" kern="0">
              <a:solidFill>
                <a:srgbClr val="000000"/>
              </a:solidFill>
              <a:latin typeface="Arial"/>
              <a:cs typeface="Arial"/>
              <a:sym typeface="Arial"/>
            </a:endParaRPr>
          </a:p>
        </p:txBody>
      </p:sp>
      <p:sp>
        <p:nvSpPr>
          <p:cNvPr id="1400" name="Google Shape;1400;p116"/>
          <p:cNvSpPr txBox="1"/>
          <p:nvPr/>
        </p:nvSpPr>
        <p:spPr>
          <a:xfrm>
            <a:off x="4873128" y="35456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pic>
        <p:nvPicPr>
          <p:cNvPr id="1401" name="Google Shape;1401;p116"/>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402" name="Google Shape;1402;p116"/>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403" name="Google Shape;1403;p116"/>
          <p:cNvSpPr txBox="1"/>
          <p:nvPr/>
        </p:nvSpPr>
        <p:spPr>
          <a:xfrm>
            <a:off x="4004277" y="36903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404" name="Google Shape;1404;p116"/>
          <p:cNvSpPr txBox="1"/>
          <p:nvPr/>
        </p:nvSpPr>
        <p:spPr>
          <a:xfrm>
            <a:off x="4348311" y="226110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
        <p:nvSpPr>
          <p:cNvPr id="1405" name="Google Shape;1405;p116"/>
          <p:cNvSpPr txBox="1"/>
          <p:nvPr/>
        </p:nvSpPr>
        <p:spPr>
          <a:xfrm>
            <a:off x="3292761" y="42432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C</a:t>
            </a:r>
            <a:endParaRPr sz="2933" kern="0">
              <a:solidFill>
                <a:srgbClr val="000000"/>
              </a:solidFill>
              <a:latin typeface="Arial"/>
              <a:cs typeface="Arial"/>
              <a:sym typeface="Arial"/>
            </a:endParaRPr>
          </a:p>
        </p:txBody>
      </p:sp>
      <p:sp>
        <p:nvSpPr>
          <p:cNvPr id="1406" name="Google Shape;1406;p116"/>
          <p:cNvSpPr txBox="1"/>
          <p:nvPr/>
        </p:nvSpPr>
        <p:spPr>
          <a:xfrm>
            <a:off x="3421611" y="28725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D</a:t>
            </a:r>
            <a:endParaRPr sz="2933" kern="0">
              <a:solidFill>
                <a:srgbClr val="000000"/>
              </a:solidFill>
              <a:latin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117"/>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Individual destinies</a:t>
            </a:r>
            <a:endParaRPr/>
          </a:p>
        </p:txBody>
      </p:sp>
      <p:sp>
        <p:nvSpPr>
          <p:cNvPr id="1413" name="Google Shape;1413;p117"/>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a:t>
            </a:r>
            <a:endParaRPr/>
          </a:p>
        </p:txBody>
      </p:sp>
      <p:pic>
        <p:nvPicPr>
          <p:cNvPr id="1414" name="Google Shape;1414;p117"/>
          <p:cNvPicPr preferRelativeResize="0"/>
          <p:nvPr/>
        </p:nvPicPr>
        <p:blipFill rotWithShape="1">
          <a:blip r:embed="rId3">
            <a:alphaModFix/>
          </a:blip>
          <a:srcRect l="29628" r="29928"/>
          <a:stretch/>
        </p:blipFill>
        <p:spPr>
          <a:xfrm>
            <a:off x="4325800" y="2119200"/>
            <a:ext cx="502624" cy="1242800"/>
          </a:xfrm>
          <a:prstGeom prst="rect">
            <a:avLst/>
          </a:prstGeom>
          <a:noFill/>
          <a:ln>
            <a:noFill/>
          </a:ln>
        </p:spPr>
      </p:pic>
      <p:pic>
        <p:nvPicPr>
          <p:cNvPr id="1415" name="Google Shape;1415;p117"/>
          <p:cNvPicPr preferRelativeResize="0"/>
          <p:nvPr/>
        </p:nvPicPr>
        <p:blipFill rotWithShape="1">
          <a:blip r:embed="rId3">
            <a:alphaModFix/>
          </a:blip>
          <a:srcRect l="29628" r="29928"/>
          <a:stretch/>
        </p:blipFill>
        <p:spPr>
          <a:xfrm>
            <a:off x="3270251" y="4137675"/>
            <a:ext cx="502624" cy="1242800"/>
          </a:xfrm>
          <a:prstGeom prst="rect">
            <a:avLst/>
          </a:prstGeom>
          <a:noFill/>
          <a:ln>
            <a:noFill/>
          </a:ln>
        </p:spPr>
      </p:pic>
      <p:pic>
        <p:nvPicPr>
          <p:cNvPr id="1416" name="Google Shape;1416;p117"/>
          <p:cNvPicPr preferRelativeResize="0"/>
          <p:nvPr/>
        </p:nvPicPr>
        <p:blipFill rotWithShape="1">
          <a:blip r:embed="rId4">
            <a:alphaModFix/>
          </a:blip>
          <a:srcRect l="29628" r="29928"/>
          <a:stretch/>
        </p:blipFill>
        <p:spPr>
          <a:xfrm>
            <a:off x="4941551" y="2119200"/>
            <a:ext cx="502624" cy="1242800"/>
          </a:xfrm>
          <a:prstGeom prst="rect">
            <a:avLst/>
          </a:prstGeom>
          <a:noFill/>
          <a:ln>
            <a:noFill/>
          </a:ln>
        </p:spPr>
      </p:pic>
      <p:pic>
        <p:nvPicPr>
          <p:cNvPr id="1417" name="Google Shape;1417;p117"/>
          <p:cNvPicPr preferRelativeResize="0"/>
          <p:nvPr/>
        </p:nvPicPr>
        <p:blipFill rotWithShape="1">
          <a:blip r:embed="rId4">
            <a:alphaModFix/>
          </a:blip>
          <a:srcRect l="29628" r="29928"/>
          <a:stretch/>
        </p:blipFill>
        <p:spPr>
          <a:xfrm>
            <a:off x="4856975" y="3362000"/>
            <a:ext cx="502624" cy="1242800"/>
          </a:xfrm>
          <a:prstGeom prst="rect">
            <a:avLst/>
          </a:prstGeom>
          <a:noFill/>
          <a:ln>
            <a:noFill/>
          </a:ln>
        </p:spPr>
      </p:pic>
      <p:pic>
        <p:nvPicPr>
          <p:cNvPr id="1418" name="Google Shape;1418;p117"/>
          <p:cNvPicPr preferRelativeResize="0"/>
          <p:nvPr/>
        </p:nvPicPr>
        <p:blipFill rotWithShape="1">
          <a:blip r:embed="rId3">
            <a:alphaModFix/>
          </a:blip>
          <a:srcRect l="29628" r="29928"/>
          <a:stretch/>
        </p:blipFill>
        <p:spPr>
          <a:xfrm>
            <a:off x="4004251" y="3567051"/>
            <a:ext cx="502624" cy="1242800"/>
          </a:xfrm>
          <a:prstGeom prst="rect">
            <a:avLst/>
          </a:prstGeom>
          <a:noFill/>
          <a:ln>
            <a:noFill/>
          </a:ln>
        </p:spPr>
      </p:pic>
      <p:pic>
        <p:nvPicPr>
          <p:cNvPr id="1419" name="Google Shape;1419;p117"/>
          <p:cNvPicPr preferRelativeResize="0"/>
          <p:nvPr/>
        </p:nvPicPr>
        <p:blipFill rotWithShape="1">
          <a:blip r:embed="rId4">
            <a:alphaModFix/>
          </a:blip>
          <a:srcRect l="29628" r="29928"/>
          <a:stretch/>
        </p:blipFill>
        <p:spPr>
          <a:xfrm>
            <a:off x="6001851" y="3690400"/>
            <a:ext cx="502624" cy="1242800"/>
          </a:xfrm>
          <a:prstGeom prst="rect">
            <a:avLst/>
          </a:prstGeom>
          <a:noFill/>
          <a:ln>
            <a:noFill/>
          </a:ln>
        </p:spPr>
      </p:pic>
      <p:pic>
        <p:nvPicPr>
          <p:cNvPr id="1420" name="Google Shape;1420;p117"/>
          <p:cNvPicPr preferRelativeResize="0"/>
          <p:nvPr/>
        </p:nvPicPr>
        <p:blipFill rotWithShape="1">
          <a:blip r:embed="rId4">
            <a:alphaModFix/>
          </a:blip>
          <a:srcRect l="29628" r="29928"/>
          <a:stretch/>
        </p:blipFill>
        <p:spPr>
          <a:xfrm>
            <a:off x="5797351" y="2324251"/>
            <a:ext cx="502624" cy="1242800"/>
          </a:xfrm>
          <a:prstGeom prst="rect">
            <a:avLst/>
          </a:prstGeom>
          <a:noFill/>
          <a:ln>
            <a:noFill/>
          </a:ln>
        </p:spPr>
      </p:pic>
      <p:pic>
        <p:nvPicPr>
          <p:cNvPr id="1421" name="Google Shape;1421;p117"/>
          <p:cNvPicPr preferRelativeResize="0"/>
          <p:nvPr/>
        </p:nvPicPr>
        <p:blipFill rotWithShape="1">
          <a:blip r:embed="rId4">
            <a:alphaModFix/>
          </a:blip>
          <a:srcRect l="29628" r="29928"/>
          <a:stretch/>
        </p:blipFill>
        <p:spPr>
          <a:xfrm>
            <a:off x="5359600" y="4313975"/>
            <a:ext cx="502624" cy="1242800"/>
          </a:xfrm>
          <a:prstGeom prst="rect">
            <a:avLst/>
          </a:prstGeom>
          <a:noFill/>
          <a:ln>
            <a:noFill/>
          </a:ln>
        </p:spPr>
      </p:pic>
      <p:pic>
        <p:nvPicPr>
          <p:cNvPr id="1422" name="Google Shape;1422;p117"/>
          <p:cNvPicPr preferRelativeResize="0"/>
          <p:nvPr/>
        </p:nvPicPr>
        <p:blipFill rotWithShape="1">
          <a:blip r:embed="rId3">
            <a:alphaModFix/>
          </a:blip>
          <a:srcRect l="29628" r="29928"/>
          <a:stretch/>
        </p:blipFill>
        <p:spPr>
          <a:xfrm>
            <a:off x="3399100" y="2600000"/>
            <a:ext cx="502624" cy="1242800"/>
          </a:xfrm>
          <a:prstGeom prst="rect">
            <a:avLst/>
          </a:prstGeom>
          <a:noFill/>
          <a:ln>
            <a:noFill/>
          </a:ln>
        </p:spPr>
      </p:pic>
      <p:pic>
        <p:nvPicPr>
          <p:cNvPr id="1423" name="Google Shape;1423;p117"/>
          <p:cNvPicPr preferRelativeResize="0"/>
          <p:nvPr/>
        </p:nvPicPr>
        <p:blipFill rotWithShape="1">
          <a:blip r:embed="rId4">
            <a:alphaModFix/>
          </a:blip>
          <a:srcRect l="29628" r="29928"/>
          <a:stretch/>
        </p:blipFill>
        <p:spPr>
          <a:xfrm>
            <a:off x="2635175" y="2119200"/>
            <a:ext cx="502624" cy="1242800"/>
          </a:xfrm>
          <a:prstGeom prst="rect">
            <a:avLst/>
          </a:prstGeom>
          <a:noFill/>
          <a:ln>
            <a:noFill/>
          </a:ln>
        </p:spPr>
      </p:pic>
      <p:sp>
        <p:nvSpPr>
          <p:cNvPr id="1424" name="Google Shape;1424;p117"/>
          <p:cNvSpPr txBox="1"/>
          <p:nvPr/>
        </p:nvSpPr>
        <p:spPr>
          <a:xfrm>
            <a:off x="4873128" y="35456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pic>
        <p:nvPicPr>
          <p:cNvPr id="1425" name="Google Shape;1425;p117"/>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426" name="Google Shape;1426;p117"/>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427" name="Google Shape;1427;p117"/>
          <p:cNvSpPr txBox="1"/>
          <p:nvPr/>
        </p:nvSpPr>
        <p:spPr>
          <a:xfrm>
            <a:off x="4004277" y="36903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428" name="Google Shape;1428;p117"/>
          <p:cNvSpPr txBox="1"/>
          <p:nvPr/>
        </p:nvSpPr>
        <p:spPr>
          <a:xfrm>
            <a:off x="4348311" y="226110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
        <p:nvSpPr>
          <p:cNvPr id="1429" name="Google Shape;1429;p117"/>
          <p:cNvSpPr txBox="1"/>
          <p:nvPr/>
        </p:nvSpPr>
        <p:spPr>
          <a:xfrm>
            <a:off x="3292761" y="4243217"/>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C</a:t>
            </a:r>
            <a:endParaRPr sz="2933" kern="0">
              <a:solidFill>
                <a:srgbClr val="000000"/>
              </a:solidFill>
              <a:latin typeface="Arial"/>
              <a:cs typeface="Arial"/>
              <a:sym typeface="Arial"/>
            </a:endParaRPr>
          </a:p>
        </p:txBody>
      </p:sp>
      <p:sp>
        <p:nvSpPr>
          <p:cNvPr id="1430" name="Google Shape;1430;p117"/>
          <p:cNvSpPr txBox="1"/>
          <p:nvPr/>
        </p:nvSpPr>
        <p:spPr>
          <a:xfrm>
            <a:off x="3421611" y="28725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D</a:t>
            </a:r>
            <a:endParaRPr sz="2933" kern="0">
              <a:solidFill>
                <a:srgbClr val="000000"/>
              </a:solidFill>
              <a:latin typeface="Arial"/>
              <a:cs typeface="Arial"/>
              <a:sym typeface="Arial"/>
            </a:endParaRPr>
          </a:p>
        </p:txBody>
      </p:sp>
      <p:sp>
        <p:nvSpPr>
          <p:cNvPr id="1431" name="Google Shape;1431;p117"/>
          <p:cNvSpPr txBox="1"/>
          <p:nvPr/>
        </p:nvSpPr>
        <p:spPr>
          <a:xfrm>
            <a:off x="6913767" y="1681801"/>
            <a:ext cx="4808800" cy="2092840"/>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400" i="1" kern="0">
                <a:solidFill>
                  <a:srgbClr val="000000"/>
                </a:solidFill>
                <a:latin typeface="Arial"/>
                <a:cs typeface="Arial"/>
                <a:sym typeface="Arial"/>
              </a:rPr>
              <a:t>After several small outbreaks, there seems to be a mechanism:</a:t>
            </a:r>
            <a:endParaRPr sz="2400" i="1" kern="0">
              <a:solidFill>
                <a:srgbClr val="000000"/>
              </a:solidFill>
              <a:latin typeface="Arial"/>
              <a:cs typeface="Arial"/>
              <a:sym typeface="Arial"/>
            </a:endParaRPr>
          </a:p>
          <a:p>
            <a:pPr defTabSz="1219170">
              <a:buClr>
                <a:srgbClr val="000000"/>
              </a:buClr>
            </a:pPr>
            <a:endParaRPr sz="2400" i="1" kern="0">
              <a:solidFill>
                <a:srgbClr val="000000"/>
              </a:solidFill>
              <a:latin typeface="Arial"/>
              <a:cs typeface="Arial"/>
              <a:sym typeface="Arial"/>
            </a:endParaRPr>
          </a:p>
          <a:p>
            <a:pPr defTabSz="1219170">
              <a:buClr>
                <a:srgbClr val="000000"/>
              </a:buClr>
            </a:pPr>
            <a:r>
              <a:rPr lang="en" sz="2400" i="1" kern="0">
                <a:solidFill>
                  <a:srgbClr val="000000"/>
                </a:solidFill>
                <a:latin typeface="Arial"/>
                <a:cs typeface="Arial"/>
                <a:sym typeface="Arial"/>
              </a:rPr>
              <a:t>More infected ⇒More new infections⇒Still more infected</a:t>
            </a:r>
            <a:endParaRPr sz="2400" i="1" kern="0">
              <a:solidFill>
                <a:srgbClr val="000000"/>
              </a:solidFill>
              <a:latin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1"/>
        <p:cNvGrpSpPr/>
        <p:nvPr/>
      </p:nvGrpSpPr>
      <p:grpSpPr>
        <a:xfrm>
          <a:off x="0" y="0"/>
          <a:ext cx="0" cy="0"/>
          <a:chOff x="0" y="0"/>
          <a:chExt cx="0" cy="0"/>
        </a:xfrm>
      </p:grpSpPr>
      <p:pic>
        <p:nvPicPr>
          <p:cNvPr id="1462" name="Google Shape;1462;p119"/>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463" name="Google Shape;1463;p119"/>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464" name="Google Shape;1464;p119"/>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465" name="Google Shape;1465;p119"/>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466" name="Google Shape;1466;p119"/>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467" name="Google Shape;1467;p119"/>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468" name="Google Shape;1468;p119"/>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469" name="Google Shape;1469;p119"/>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470" name="Google Shape;1470;p119"/>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sp>
        <p:nvSpPr>
          <p:cNvPr id="1471" name="Google Shape;1471;p119"/>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9</a:t>
            </a:r>
            <a:endParaRPr sz="2400" kern="0">
              <a:solidFill>
                <a:srgbClr val="0070C0"/>
              </a:solidFill>
              <a:latin typeface="Arial"/>
              <a:ea typeface="Arial"/>
              <a:cs typeface="Arial"/>
              <a:sym typeface="Arial"/>
            </a:endParaRPr>
          </a:p>
        </p:txBody>
      </p:sp>
      <p:sp>
        <p:nvSpPr>
          <p:cNvPr id="1472" name="Google Shape;1472;p119"/>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1</a:t>
            </a:r>
            <a:endParaRPr sz="2400" kern="0">
              <a:solidFill>
                <a:srgbClr val="0070C0"/>
              </a:solidFill>
              <a:latin typeface="Arial"/>
              <a:ea typeface="Arial"/>
              <a:cs typeface="Arial"/>
              <a:sym typeface="Arial"/>
            </a:endParaRPr>
          </a:p>
        </p:txBody>
      </p:sp>
      <p:pic>
        <p:nvPicPr>
          <p:cNvPr id="1473" name="Google Shape;1473;p119"/>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474" name="Google Shape;1474;p119"/>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0</a:t>
            </a:r>
            <a:endParaRPr sz="2400" kern="0">
              <a:solidFill>
                <a:srgbClr val="0070C0"/>
              </a:solidFill>
              <a:latin typeface="Arial"/>
              <a:ea typeface="Arial"/>
              <a:cs typeface="Arial"/>
              <a:sym typeface="Arial"/>
            </a:endParaRPr>
          </a:p>
        </p:txBody>
      </p:sp>
      <p:sp>
        <p:nvSpPr>
          <p:cNvPr id="1475" name="Google Shape;1475;p119"/>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476" name="Google Shape;1476;p119"/>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defTabSz="1219170">
              <a:buClr>
                <a:srgbClr val="000000"/>
              </a:buClr>
              <a:buSzPts val="1100"/>
            </a:pPr>
            <a:endParaRPr sz="1467" kern="0">
              <a:solidFill>
                <a:srgbClr val="000000"/>
              </a:solidFill>
              <a:latin typeface="Arial"/>
              <a:ea typeface="Arial"/>
              <a:cs typeface="Arial"/>
              <a:sym typeface="Arial"/>
            </a:endParaRPr>
          </a:p>
        </p:txBody>
      </p:sp>
      <p:sp>
        <p:nvSpPr>
          <p:cNvPr id="1477" name="Google Shape;1477;p119"/>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Putting people into boxes - compartments</a:t>
            </a:r>
            <a:endParaRPr/>
          </a:p>
        </p:txBody>
      </p:sp>
      <p:sp>
        <p:nvSpPr>
          <p:cNvPr id="1478" name="Google Shape;1478;p119"/>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solidFill>
                  <a:schemeClr val="accent1"/>
                </a:solidFill>
              </a:rPr>
              <a:t>Contagion process - simplified</a:t>
            </a:r>
            <a:endParaRPr>
              <a:solidFill>
                <a:schemeClr val="accent1"/>
              </a:solidFill>
            </a:endParaRPr>
          </a:p>
          <a:p>
            <a:pPr marL="0" indent="0"/>
            <a:endParaRPr/>
          </a:p>
        </p:txBody>
      </p:sp>
      <p:pic>
        <p:nvPicPr>
          <p:cNvPr id="1479" name="Google Shape;1479;p119"/>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480" name="Google Shape;1480;p119"/>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481" name="Google Shape;1481;p119"/>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6"/>
        <p:cNvGrpSpPr/>
        <p:nvPr/>
      </p:nvGrpSpPr>
      <p:grpSpPr>
        <a:xfrm>
          <a:off x="0" y="0"/>
          <a:ext cx="0" cy="0"/>
          <a:chOff x="0" y="0"/>
          <a:chExt cx="0" cy="0"/>
        </a:xfrm>
      </p:grpSpPr>
      <p:sp>
        <p:nvSpPr>
          <p:cNvPr id="1487" name="Google Shape;1487;p120"/>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Putting people into boxes - compartments</a:t>
            </a:r>
            <a:endParaRPr/>
          </a:p>
        </p:txBody>
      </p:sp>
      <p:sp>
        <p:nvSpPr>
          <p:cNvPr id="1488" name="Google Shape;1488;p120"/>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buClr>
                <a:schemeClr val="dk1"/>
              </a:buClr>
              <a:buSzPts val="800"/>
            </a:pPr>
            <a:r>
              <a:rPr lang="en">
                <a:solidFill>
                  <a:schemeClr val="accent1"/>
                </a:solidFill>
              </a:rPr>
              <a:t>Contagion process - simplified</a:t>
            </a:r>
            <a:endParaRPr>
              <a:solidFill>
                <a:schemeClr val="accent1"/>
              </a:solidFill>
            </a:endParaRPr>
          </a:p>
          <a:p>
            <a:pPr marL="0" indent="0"/>
            <a:endParaRPr/>
          </a:p>
        </p:txBody>
      </p:sp>
      <p:sp>
        <p:nvSpPr>
          <p:cNvPr id="1489" name="Google Shape;1489;p120"/>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8</a:t>
            </a:r>
            <a:endParaRPr sz="2400" kern="0">
              <a:solidFill>
                <a:srgbClr val="0070C0"/>
              </a:solidFill>
              <a:latin typeface="Arial"/>
              <a:ea typeface="Arial"/>
              <a:cs typeface="Arial"/>
              <a:sym typeface="Arial"/>
            </a:endParaRPr>
          </a:p>
        </p:txBody>
      </p:sp>
      <p:sp>
        <p:nvSpPr>
          <p:cNvPr id="1490" name="Google Shape;1490;p120"/>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2</a:t>
            </a:r>
            <a:endParaRPr sz="2400" kern="0">
              <a:solidFill>
                <a:srgbClr val="0070C0"/>
              </a:solidFill>
              <a:latin typeface="Arial"/>
              <a:ea typeface="Arial"/>
              <a:cs typeface="Arial"/>
              <a:sym typeface="Arial"/>
            </a:endParaRPr>
          </a:p>
        </p:txBody>
      </p:sp>
      <p:sp>
        <p:nvSpPr>
          <p:cNvPr id="1491" name="Google Shape;1491;p120"/>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1</a:t>
            </a:r>
            <a:endParaRPr sz="2400" kern="0">
              <a:solidFill>
                <a:srgbClr val="0070C0"/>
              </a:solidFill>
              <a:latin typeface="Arial"/>
              <a:ea typeface="Arial"/>
              <a:cs typeface="Arial"/>
              <a:sym typeface="Arial"/>
            </a:endParaRPr>
          </a:p>
        </p:txBody>
      </p:sp>
      <p:pic>
        <p:nvPicPr>
          <p:cNvPr id="1492" name="Google Shape;1492;p120"/>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493" name="Google Shape;1493;p120"/>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494" name="Google Shape;1494;p120"/>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495" name="Google Shape;1495;p120"/>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496" name="Google Shape;1496;p120"/>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497" name="Google Shape;1497;p120"/>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498" name="Google Shape;1498;p120"/>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499" name="Google Shape;1499;p120"/>
          <p:cNvPicPr preferRelativeResize="0"/>
          <p:nvPr/>
        </p:nvPicPr>
        <p:blipFill rotWithShape="1">
          <a:blip r:embed="rId4">
            <a:alphaModFix/>
          </a:blip>
          <a:srcRect l="29628" r="29928"/>
          <a:stretch/>
        </p:blipFill>
        <p:spPr>
          <a:xfrm>
            <a:off x="6020800" y="2878351"/>
            <a:ext cx="502624" cy="1242800"/>
          </a:xfrm>
          <a:prstGeom prst="rect">
            <a:avLst/>
          </a:prstGeom>
          <a:noFill/>
          <a:ln>
            <a:noFill/>
          </a:ln>
        </p:spPr>
      </p:pic>
      <p:pic>
        <p:nvPicPr>
          <p:cNvPr id="1500" name="Google Shape;1500;p120"/>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501" name="Google Shape;1501;p120"/>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502" name="Google Shape;1502;p120"/>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03" name="Google Shape;1503;p120"/>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504" name="Google Shape;1504;p120"/>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505" name="Google Shape;1505;p120"/>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506" name="Google Shape;1506;p120"/>
          <p:cNvSpPr txBox="1"/>
          <p:nvPr/>
        </p:nvSpPr>
        <p:spPr>
          <a:xfrm>
            <a:off x="60173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507" name="Google Shape;1507;p120"/>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2"/>
        <p:cNvGrpSpPr/>
        <p:nvPr/>
      </p:nvGrpSpPr>
      <p:grpSpPr>
        <a:xfrm>
          <a:off x="0" y="0"/>
          <a:ext cx="0" cy="0"/>
          <a:chOff x="0" y="0"/>
          <a:chExt cx="0" cy="0"/>
        </a:xfrm>
      </p:grpSpPr>
      <p:sp>
        <p:nvSpPr>
          <p:cNvPr id="1513" name="Google Shape;1513;p121"/>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buClr>
                <a:schemeClr val="dk1"/>
              </a:buClr>
              <a:buSzPts val="800"/>
            </a:pPr>
            <a:r>
              <a:rPr lang="en">
                <a:solidFill>
                  <a:schemeClr val="accent1"/>
                </a:solidFill>
              </a:rPr>
              <a:t>Contagion process - simplified</a:t>
            </a:r>
            <a:endParaRPr/>
          </a:p>
        </p:txBody>
      </p:sp>
      <p:sp>
        <p:nvSpPr>
          <p:cNvPr id="1514" name="Google Shape;1514;p121"/>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7</a:t>
            </a:r>
            <a:endParaRPr sz="2400" kern="0">
              <a:solidFill>
                <a:srgbClr val="0070C0"/>
              </a:solidFill>
              <a:latin typeface="Arial"/>
              <a:ea typeface="Arial"/>
              <a:cs typeface="Arial"/>
              <a:sym typeface="Arial"/>
            </a:endParaRPr>
          </a:p>
        </p:txBody>
      </p:sp>
      <p:sp>
        <p:nvSpPr>
          <p:cNvPr id="1515" name="Google Shape;1515;p121"/>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3</a:t>
            </a:r>
            <a:endParaRPr sz="2400" kern="0">
              <a:solidFill>
                <a:srgbClr val="0070C0"/>
              </a:solidFill>
              <a:latin typeface="Arial"/>
              <a:ea typeface="Arial"/>
              <a:cs typeface="Arial"/>
              <a:sym typeface="Arial"/>
            </a:endParaRPr>
          </a:p>
        </p:txBody>
      </p:sp>
      <p:sp>
        <p:nvSpPr>
          <p:cNvPr id="1516" name="Google Shape;1516;p121"/>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2</a:t>
            </a:r>
            <a:endParaRPr sz="2400" kern="0">
              <a:solidFill>
                <a:srgbClr val="0070C0"/>
              </a:solidFill>
              <a:latin typeface="Arial"/>
              <a:ea typeface="Arial"/>
              <a:cs typeface="Arial"/>
              <a:sym typeface="Arial"/>
            </a:endParaRPr>
          </a:p>
        </p:txBody>
      </p:sp>
      <p:pic>
        <p:nvPicPr>
          <p:cNvPr id="1517" name="Google Shape;1517;p121"/>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518" name="Google Shape;1518;p121"/>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519" name="Google Shape;1519;p121"/>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520" name="Google Shape;1520;p121"/>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521" name="Google Shape;1521;p121"/>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522" name="Google Shape;1522;p121"/>
          <p:cNvPicPr preferRelativeResize="0"/>
          <p:nvPr/>
        </p:nvPicPr>
        <p:blipFill rotWithShape="1">
          <a:blip r:embed="rId4">
            <a:alphaModFix/>
          </a:blip>
          <a:srcRect l="29628" r="29928"/>
          <a:stretch/>
        </p:blipFill>
        <p:spPr>
          <a:xfrm>
            <a:off x="5425937" y="4121151"/>
            <a:ext cx="502624" cy="1242800"/>
          </a:xfrm>
          <a:prstGeom prst="rect">
            <a:avLst/>
          </a:prstGeom>
          <a:noFill/>
          <a:ln>
            <a:noFill/>
          </a:ln>
        </p:spPr>
      </p:pic>
      <p:pic>
        <p:nvPicPr>
          <p:cNvPr id="1523" name="Google Shape;1523;p121"/>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524" name="Google Shape;1524;p121"/>
          <p:cNvPicPr preferRelativeResize="0"/>
          <p:nvPr/>
        </p:nvPicPr>
        <p:blipFill rotWithShape="1">
          <a:blip r:embed="rId4">
            <a:alphaModFix/>
          </a:blip>
          <a:srcRect l="29628" r="29928"/>
          <a:stretch/>
        </p:blipFill>
        <p:spPr>
          <a:xfrm>
            <a:off x="6020800" y="2878351"/>
            <a:ext cx="502624" cy="1242800"/>
          </a:xfrm>
          <a:prstGeom prst="rect">
            <a:avLst/>
          </a:prstGeom>
          <a:noFill/>
          <a:ln>
            <a:noFill/>
          </a:ln>
        </p:spPr>
      </p:pic>
      <p:pic>
        <p:nvPicPr>
          <p:cNvPr id="1525" name="Google Shape;1525;p121"/>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526" name="Google Shape;1526;p121"/>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527" name="Google Shape;1527;p121"/>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28" name="Google Shape;1528;p121"/>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29" name="Google Shape;1529;p121"/>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Putting people into boxes - compartments</a:t>
            </a:r>
            <a:endParaRPr/>
          </a:p>
        </p:txBody>
      </p:sp>
      <p:pic>
        <p:nvPicPr>
          <p:cNvPr id="1530" name="Google Shape;1530;p121"/>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531" name="Google Shape;1531;p121"/>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532" name="Google Shape;1532;p121"/>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
        <p:nvSpPr>
          <p:cNvPr id="1533" name="Google Shape;1533;p121"/>
          <p:cNvSpPr txBox="1"/>
          <p:nvPr/>
        </p:nvSpPr>
        <p:spPr>
          <a:xfrm>
            <a:off x="60173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534" name="Google Shape;1534;p121"/>
          <p:cNvSpPr txBox="1"/>
          <p:nvPr/>
        </p:nvSpPr>
        <p:spPr>
          <a:xfrm>
            <a:off x="5448428" y="43937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9"/>
        <p:cNvGrpSpPr/>
        <p:nvPr/>
      </p:nvGrpSpPr>
      <p:grpSpPr>
        <a:xfrm>
          <a:off x="0" y="0"/>
          <a:ext cx="0" cy="0"/>
          <a:chOff x="0" y="0"/>
          <a:chExt cx="0" cy="0"/>
        </a:xfrm>
      </p:grpSpPr>
      <p:sp>
        <p:nvSpPr>
          <p:cNvPr id="1540" name="Google Shape;1540;p122"/>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buClr>
                <a:schemeClr val="dk1"/>
              </a:buClr>
              <a:buSzPts val="800"/>
            </a:pPr>
            <a:r>
              <a:rPr lang="en">
                <a:solidFill>
                  <a:schemeClr val="accent1"/>
                </a:solidFill>
              </a:rPr>
              <a:t>Contagion process - simplified</a:t>
            </a:r>
            <a:endParaRPr/>
          </a:p>
        </p:txBody>
      </p:sp>
      <p:sp>
        <p:nvSpPr>
          <p:cNvPr id="1541" name="Google Shape;1541;p122"/>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8</a:t>
            </a:r>
            <a:endParaRPr sz="2400" kern="0">
              <a:solidFill>
                <a:srgbClr val="0070C0"/>
              </a:solidFill>
              <a:latin typeface="Arial"/>
              <a:ea typeface="Arial"/>
              <a:cs typeface="Arial"/>
              <a:sym typeface="Arial"/>
            </a:endParaRPr>
          </a:p>
        </p:txBody>
      </p:sp>
      <p:sp>
        <p:nvSpPr>
          <p:cNvPr id="1542" name="Google Shape;1542;p122"/>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2</a:t>
            </a:r>
            <a:endParaRPr sz="2400" kern="0">
              <a:solidFill>
                <a:srgbClr val="0070C0"/>
              </a:solidFill>
              <a:latin typeface="Arial"/>
              <a:ea typeface="Arial"/>
              <a:cs typeface="Arial"/>
              <a:sym typeface="Arial"/>
            </a:endParaRPr>
          </a:p>
        </p:txBody>
      </p:sp>
      <p:sp>
        <p:nvSpPr>
          <p:cNvPr id="1543" name="Google Shape;1543;p122"/>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3</a:t>
            </a:r>
            <a:endParaRPr sz="2400" kern="0">
              <a:solidFill>
                <a:srgbClr val="0070C0"/>
              </a:solidFill>
              <a:latin typeface="Arial"/>
              <a:ea typeface="Arial"/>
              <a:cs typeface="Arial"/>
              <a:sym typeface="Arial"/>
            </a:endParaRPr>
          </a:p>
        </p:txBody>
      </p:sp>
      <p:pic>
        <p:nvPicPr>
          <p:cNvPr id="1544" name="Google Shape;1544;p122"/>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545" name="Google Shape;1545;p122"/>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546" name="Google Shape;1546;p122"/>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547" name="Google Shape;1547;p122"/>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548" name="Google Shape;1548;p122"/>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549" name="Google Shape;1549;p122"/>
          <p:cNvPicPr preferRelativeResize="0"/>
          <p:nvPr/>
        </p:nvPicPr>
        <p:blipFill rotWithShape="1">
          <a:blip r:embed="rId3">
            <a:alphaModFix/>
          </a:blip>
          <a:srcRect l="29628" r="29928"/>
          <a:stretch/>
        </p:blipFill>
        <p:spPr>
          <a:xfrm>
            <a:off x="2211163" y="4465500"/>
            <a:ext cx="502624" cy="1242800"/>
          </a:xfrm>
          <a:prstGeom prst="rect">
            <a:avLst/>
          </a:prstGeom>
          <a:noFill/>
          <a:ln>
            <a:noFill/>
          </a:ln>
        </p:spPr>
      </p:pic>
      <p:pic>
        <p:nvPicPr>
          <p:cNvPr id="1550" name="Google Shape;1550;p122"/>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551" name="Google Shape;1551;p122"/>
          <p:cNvPicPr preferRelativeResize="0"/>
          <p:nvPr/>
        </p:nvPicPr>
        <p:blipFill rotWithShape="1">
          <a:blip r:embed="rId4">
            <a:alphaModFix/>
          </a:blip>
          <a:srcRect l="29628" r="29928"/>
          <a:stretch/>
        </p:blipFill>
        <p:spPr>
          <a:xfrm>
            <a:off x="6020800" y="2878351"/>
            <a:ext cx="502624" cy="1242800"/>
          </a:xfrm>
          <a:prstGeom prst="rect">
            <a:avLst/>
          </a:prstGeom>
          <a:noFill/>
          <a:ln>
            <a:noFill/>
          </a:ln>
        </p:spPr>
      </p:pic>
      <p:pic>
        <p:nvPicPr>
          <p:cNvPr id="1552" name="Google Shape;1552;p122"/>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553" name="Google Shape;1553;p122"/>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554" name="Google Shape;1554;p122"/>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55" name="Google Shape;1555;p122"/>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56" name="Google Shape;1556;p122"/>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Putting people into boxes - compartments</a:t>
            </a:r>
            <a:endParaRPr/>
          </a:p>
        </p:txBody>
      </p:sp>
      <p:pic>
        <p:nvPicPr>
          <p:cNvPr id="1557" name="Google Shape;1557;p122"/>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558" name="Google Shape;1558;p122"/>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559" name="Google Shape;1559;p122"/>
          <p:cNvSpPr txBox="1"/>
          <p:nvPr/>
        </p:nvSpPr>
        <p:spPr>
          <a:xfrm>
            <a:off x="60173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
        <p:nvSpPr>
          <p:cNvPr id="1560" name="Google Shape;1560;p122"/>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561" name="Google Shape;1561;p122"/>
          <p:cNvSpPr txBox="1"/>
          <p:nvPr/>
        </p:nvSpPr>
        <p:spPr>
          <a:xfrm>
            <a:off x="2233661" y="47380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6"/>
        <p:cNvGrpSpPr/>
        <p:nvPr/>
      </p:nvGrpSpPr>
      <p:grpSpPr>
        <a:xfrm>
          <a:off x="0" y="0"/>
          <a:ext cx="0" cy="0"/>
          <a:chOff x="0" y="0"/>
          <a:chExt cx="0" cy="0"/>
        </a:xfrm>
      </p:grpSpPr>
      <p:sp>
        <p:nvSpPr>
          <p:cNvPr id="1567" name="Google Shape;1567;p123"/>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buClr>
                <a:schemeClr val="dk1"/>
              </a:buClr>
              <a:buSzPts val="800"/>
            </a:pPr>
            <a:r>
              <a:rPr lang="en">
                <a:solidFill>
                  <a:schemeClr val="accent1"/>
                </a:solidFill>
              </a:rPr>
              <a:t>Contagion process - simplified</a:t>
            </a:r>
            <a:endParaRPr/>
          </a:p>
        </p:txBody>
      </p:sp>
      <p:sp>
        <p:nvSpPr>
          <p:cNvPr id="1568" name="Google Shape;1568;p123"/>
          <p:cNvSpPr txBox="1"/>
          <p:nvPr/>
        </p:nvSpPr>
        <p:spPr>
          <a:xfrm>
            <a:off x="7952851" y="1652752"/>
            <a:ext cx="1553200" cy="553984"/>
          </a:xfrm>
          <a:prstGeom prst="rect">
            <a:avLst/>
          </a:prstGeom>
          <a:solidFill>
            <a:srgbClr val="95C0DA"/>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healthy: 6</a:t>
            </a:r>
            <a:endParaRPr sz="2400" kern="0">
              <a:solidFill>
                <a:srgbClr val="0070C0"/>
              </a:solidFill>
              <a:latin typeface="Arial"/>
              <a:ea typeface="Arial"/>
              <a:cs typeface="Arial"/>
              <a:sym typeface="Arial"/>
            </a:endParaRPr>
          </a:p>
        </p:txBody>
      </p:sp>
      <p:sp>
        <p:nvSpPr>
          <p:cNvPr id="1569" name="Google Shape;1569;p123"/>
          <p:cNvSpPr txBox="1"/>
          <p:nvPr/>
        </p:nvSpPr>
        <p:spPr>
          <a:xfrm>
            <a:off x="7952851" y="2324251"/>
            <a:ext cx="1553200" cy="553984"/>
          </a:xfrm>
          <a:prstGeom prst="rect">
            <a:avLst/>
          </a:prstGeom>
          <a:solidFill>
            <a:srgbClr val="E97F77"/>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sick: 4</a:t>
            </a:r>
            <a:endParaRPr sz="2400" kern="0">
              <a:solidFill>
                <a:srgbClr val="0070C0"/>
              </a:solidFill>
              <a:latin typeface="Arial"/>
              <a:ea typeface="Arial"/>
              <a:cs typeface="Arial"/>
              <a:sym typeface="Arial"/>
            </a:endParaRPr>
          </a:p>
        </p:txBody>
      </p:sp>
      <p:sp>
        <p:nvSpPr>
          <p:cNvPr id="1570" name="Google Shape;1570;p123"/>
          <p:cNvSpPr txBox="1"/>
          <p:nvPr/>
        </p:nvSpPr>
        <p:spPr>
          <a:xfrm>
            <a:off x="7952851" y="2995751"/>
            <a:ext cx="1553200" cy="553984"/>
          </a:xfrm>
          <a:prstGeom prst="rect">
            <a:avLst/>
          </a:prstGeom>
          <a:solidFill>
            <a:srgbClr val="FFFFFF"/>
          </a:solid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day: 4</a:t>
            </a:r>
            <a:endParaRPr sz="2400" kern="0">
              <a:solidFill>
                <a:srgbClr val="0070C0"/>
              </a:solidFill>
              <a:latin typeface="Arial"/>
              <a:ea typeface="Arial"/>
              <a:cs typeface="Arial"/>
              <a:sym typeface="Arial"/>
            </a:endParaRPr>
          </a:p>
        </p:txBody>
      </p:sp>
      <p:pic>
        <p:nvPicPr>
          <p:cNvPr id="1571" name="Google Shape;1571;p123"/>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572" name="Google Shape;1572;p123"/>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573" name="Google Shape;1573;p123"/>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574" name="Google Shape;1574;p123"/>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575" name="Google Shape;1575;p123"/>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576" name="Google Shape;1576;p123"/>
          <p:cNvPicPr preferRelativeResize="0"/>
          <p:nvPr/>
        </p:nvPicPr>
        <p:blipFill rotWithShape="1">
          <a:blip r:embed="rId4">
            <a:alphaModFix/>
          </a:blip>
          <a:srcRect l="29628" r="29928"/>
          <a:stretch/>
        </p:blipFill>
        <p:spPr>
          <a:xfrm>
            <a:off x="6020800" y="2878351"/>
            <a:ext cx="502624" cy="1242800"/>
          </a:xfrm>
          <a:prstGeom prst="rect">
            <a:avLst/>
          </a:prstGeom>
          <a:noFill/>
          <a:ln>
            <a:noFill/>
          </a:ln>
        </p:spPr>
      </p:pic>
      <p:pic>
        <p:nvPicPr>
          <p:cNvPr id="1577" name="Google Shape;1577;p123"/>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578" name="Google Shape;1578;p123"/>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pic>
        <p:nvPicPr>
          <p:cNvPr id="1579" name="Google Shape;1579;p123"/>
          <p:cNvPicPr preferRelativeResize="0"/>
          <p:nvPr/>
        </p:nvPicPr>
        <p:blipFill rotWithShape="1">
          <a:blip r:embed="rId4">
            <a:alphaModFix/>
          </a:blip>
          <a:srcRect l="29628" r="29928"/>
          <a:stretch/>
        </p:blipFill>
        <p:spPr>
          <a:xfrm>
            <a:off x="5425925" y="4121151"/>
            <a:ext cx="502624" cy="1242800"/>
          </a:xfrm>
          <a:prstGeom prst="rect">
            <a:avLst/>
          </a:prstGeom>
          <a:noFill/>
          <a:ln>
            <a:noFill/>
          </a:ln>
        </p:spPr>
      </p:pic>
      <p:pic>
        <p:nvPicPr>
          <p:cNvPr id="1580" name="Google Shape;1580;p123"/>
          <p:cNvPicPr preferRelativeResize="0"/>
          <p:nvPr/>
        </p:nvPicPr>
        <p:blipFill rotWithShape="1">
          <a:blip r:embed="rId4">
            <a:alphaModFix/>
          </a:blip>
          <a:srcRect l="29628" r="29928"/>
          <a:stretch/>
        </p:blipFill>
        <p:spPr>
          <a:xfrm>
            <a:off x="6020800" y="4121151"/>
            <a:ext cx="502624" cy="1242800"/>
          </a:xfrm>
          <a:prstGeom prst="rect">
            <a:avLst/>
          </a:prstGeom>
          <a:noFill/>
          <a:ln>
            <a:noFill/>
          </a:ln>
        </p:spPr>
      </p:pic>
      <p:sp>
        <p:nvSpPr>
          <p:cNvPr id="1581" name="Google Shape;1581;p123"/>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82" name="Google Shape;1582;p123"/>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583" name="Google Shape;1583;p123"/>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Putting people into boxes - compartments</a:t>
            </a:r>
            <a:endParaRPr/>
          </a:p>
        </p:txBody>
      </p:sp>
      <p:pic>
        <p:nvPicPr>
          <p:cNvPr id="1584" name="Google Shape;1584;p123"/>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585" name="Google Shape;1585;p123"/>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586" name="Google Shape;1586;p123"/>
          <p:cNvSpPr txBox="1"/>
          <p:nvPr/>
        </p:nvSpPr>
        <p:spPr>
          <a:xfrm>
            <a:off x="60173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B</a:t>
            </a:r>
            <a:endParaRPr sz="2933" kern="0">
              <a:solidFill>
                <a:srgbClr val="000000"/>
              </a:solidFill>
              <a:latin typeface="Arial"/>
              <a:cs typeface="Arial"/>
              <a:sym typeface="Arial"/>
            </a:endParaRPr>
          </a:p>
        </p:txBody>
      </p:sp>
      <p:sp>
        <p:nvSpPr>
          <p:cNvPr id="1587" name="Google Shape;1587;p123"/>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588" name="Google Shape;1588;p123"/>
          <p:cNvSpPr txBox="1"/>
          <p:nvPr/>
        </p:nvSpPr>
        <p:spPr>
          <a:xfrm>
            <a:off x="5448428" y="43937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C</a:t>
            </a:r>
            <a:endParaRPr sz="2933" kern="0">
              <a:solidFill>
                <a:srgbClr val="000000"/>
              </a:solidFill>
              <a:latin typeface="Arial"/>
              <a:cs typeface="Arial"/>
              <a:sym typeface="Arial"/>
            </a:endParaRPr>
          </a:p>
        </p:txBody>
      </p:sp>
      <p:sp>
        <p:nvSpPr>
          <p:cNvPr id="1589" name="Google Shape;1589;p123"/>
          <p:cNvSpPr txBox="1"/>
          <p:nvPr/>
        </p:nvSpPr>
        <p:spPr>
          <a:xfrm>
            <a:off x="6043311" y="43937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D</a:t>
            </a:r>
            <a:endParaRPr sz="2933" kern="0">
              <a:solidFill>
                <a:srgbClr val="000000"/>
              </a:solidFill>
              <a:latin typeface="Arial"/>
              <a:cs typeface="Arial"/>
              <a:sym typeface="Arial"/>
            </a:endParaRPr>
          </a:p>
        </p:txBody>
      </p:sp>
      <p:sp>
        <p:nvSpPr>
          <p:cNvPr id="1590" name="Google Shape;1590;p123"/>
          <p:cNvSpPr txBox="1"/>
          <p:nvPr/>
        </p:nvSpPr>
        <p:spPr>
          <a:xfrm>
            <a:off x="1706028" y="34952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4"/>
        <p:cNvGrpSpPr/>
        <p:nvPr/>
      </p:nvGrpSpPr>
      <p:grpSpPr>
        <a:xfrm>
          <a:off x="0" y="0"/>
          <a:ext cx="0" cy="0"/>
          <a:chOff x="0" y="0"/>
          <a:chExt cx="0" cy="0"/>
        </a:xfrm>
      </p:grpSpPr>
      <p:sp>
        <p:nvSpPr>
          <p:cNvPr id="1595" name="Google Shape;1595;p124"/>
          <p:cNvSpPr txBox="1">
            <a:spLocks noGrp="1"/>
          </p:cNvSpPr>
          <p:nvPr>
            <p:ph type="body" idx="2"/>
          </p:nvPr>
        </p:nvSpPr>
        <p:spPr>
          <a:xfrm>
            <a:off x="4375600" y="4773133"/>
            <a:ext cx="7816400" cy="466800"/>
          </a:xfrm>
          <a:prstGeom prst="rect">
            <a:avLst/>
          </a:prstGeom>
          <a:noFill/>
          <a:ln>
            <a:noFill/>
          </a:ln>
        </p:spPr>
        <p:txBody>
          <a:bodyPr spcFirstLastPara="1" wrap="square" lIns="0" tIns="60933" rIns="121900" bIns="60933" anchor="t" anchorCtr="0">
            <a:noAutofit/>
          </a:bodyPr>
          <a:lstStyle/>
          <a:p>
            <a:pPr marL="0" indent="0">
              <a:lnSpc>
                <a:spcPct val="93000"/>
              </a:lnSpc>
              <a:spcBef>
                <a:spcPts val="0"/>
              </a:spcBef>
              <a:buSzPts val="2500"/>
            </a:pPr>
            <a:r>
              <a:rPr lang="en" sz="3333"/>
              <a:t>From Logic of contagion to flow diagrams</a:t>
            </a:r>
            <a:endParaRPr sz="3067"/>
          </a:p>
        </p:txBody>
      </p:sp>
      <p:sp>
        <p:nvSpPr>
          <p:cNvPr id="1596" name="Google Shape;1596;p124"/>
          <p:cNvSpPr txBox="1">
            <a:spLocks noGrp="1"/>
          </p:cNvSpPr>
          <p:nvPr>
            <p:ph type="body" idx="1"/>
          </p:nvPr>
        </p:nvSpPr>
        <p:spPr>
          <a:xfrm>
            <a:off x="5186289" y="3547455"/>
            <a:ext cx="5935600" cy="824000"/>
          </a:xfrm>
          <a:prstGeom prst="rect">
            <a:avLst/>
          </a:prstGeom>
          <a:noFill/>
          <a:ln>
            <a:noFill/>
          </a:ln>
        </p:spPr>
        <p:txBody>
          <a:bodyPr spcFirstLastPara="1" wrap="square" lIns="0" tIns="60933" rIns="121900" bIns="60933" anchor="b" anchorCtr="0">
            <a:noAutofit/>
          </a:bodyPr>
          <a:lstStyle/>
          <a:p>
            <a:pPr marL="0" indent="0" algn="just">
              <a:spcBef>
                <a:spcPts val="0"/>
              </a:spcBef>
            </a:pPr>
            <a:r>
              <a:rPr lang="en"/>
              <a:t>Learning Objective 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sp>
        <p:nvSpPr>
          <p:cNvPr id="1602" name="Google Shape;1602;p125"/>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 - simplified</a:t>
            </a:r>
            <a:endParaRPr/>
          </a:p>
        </p:txBody>
      </p:sp>
      <p:pic>
        <p:nvPicPr>
          <p:cNvPr id="1603" name="Google Shape;1603;p125"/>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604" name="Google Shape;1604;p125"/>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605" name="Google Shape;1605;p125"/>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606" name="Google Shape;1606;p125"/>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607" name="Google Shape;1607;p125"/>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608" name="Google Shape;1608;p125"/>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609" name="Google Shape;1609;p125"/>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610" name="Google Shape;1610;p125"/>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611" name="Google Shape;1611;p125"/>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612" name="Google Shape;1612;p125"/>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613" name="Google Shape;1613;p125"/>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14" name="Google Shape;1614;p125"/>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15" name="Google Shape;1615;p125"/>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Transferring people between boxes - transitions</a:t>
            </a:r>
            <a:endParaRPr/>
          </a:p>
        </p:txBody>
      </p:sp>
      <p:sp>
        <p:nvSpPr>
          <p:cNvPr id="1616" name="Google Shape;1616;p125"/>
          <p:cNvSpPr/>
          <p:nvPr/>
        </p:nvSpPr>
        <p:spPr>
          <a:xfrm>
            <a:off x="4066025" y="2991751"/>
            <a:ext cx="1368800" cy="400000"/>
          </a:xfrm>
          <a:prstGeom prst="lef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617" name="Google Shape;1617;p125"/>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618" name="Google Shape;1618;p125"/>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619" name="Google Shape;1619;p125"/>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
        <p:nvSpPr>
          <p:cNvPr id="1620" name="Google Shape;1620;p125"/>
          <p:cNvSpPr txBox="1"/>
          <p:nvPr/>
        </p:nvSpPr>
        <p:spPr>
          <a:xfrm>
            <a:off x="3293411" y="2842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5"/>
        <p:cNvGrpSpPr/>
        <p:nvPr/>
      </p:nvGrpSpPr>
      <p:grpSpPr>
        <a:xfrm>
          <a:off x="0" y="0"/>
          <a:ext cx="0" cy="0"/>
          <a:chOff x="0" y="0"/>
          <a:chExt cx="0" cy="0"/>
        </a:xfrm>
      </p:grpSpPr>
      <p:sp>
        <p:nvSpPr>
          <p:cNvPr id="1626" name="Google Shape;1626;p126"/>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 - simplified</a:t>
            </a:r>
            <a:endParaRPr/>
          </a:p>
        </p:txBody>
      </p:sp>
      <p:pic>
        <p:nvPicPr>
          <p:cNvPr id="1627" name="Google Shape;1627;p126"/>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628" name="Google Shape;1628;p126"/>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629" name="Google Shape;1629;p126"/>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630" name="Google Shape;1630;p126"/>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631" name="Google Shape;1631;p126"/>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632" name="Google Shape;1632;p126"/>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633" name="Google Shape;1633;p126"/>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634" name="Google Shape;1634;p126"/>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635" name="Google Shape;1635;p126"/>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636" name="Google Shape;1636;p126"/>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637" name="Google Shape;1637;p126"/>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38" name="Google Shape;1638;p126"/>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39" name="Google Shape;1639;p126"/>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Transferring people between boxes - transitions</a:t>
            </a:r>
            <a:endParaRPr/>
          </a:p>
        </p:txBody>
      </p:sp>
      <p:sp>
        <p:nvSpPr>
          <p:cNvPr id="1640" name="Google Shape;1640;p126"/>
          <p:cNvSpPr/>
          <p:nvPr/>
        </p:nvSpPr>
        <p:spPr>
          <a:xfrm rot="-9725020" flipH="1">
            <a:off x="3896693" y="3923443"/>
            <a:ext cx="1495312" cy="412379"/>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641" name="Google Shape;1641;p126"/>
          <p:cNvPicPr preferRelativeResize="0"/>
          <p:nvPr/>
        </p:nvPicPr>
        <p:blipFill rotWithShape="1">
          <a:blip r:embed="rId4">
            <a:alphaModFix/>
          </a:blip>
          <a:srcRect l="29628" r="29928"/>
          <a:stretch/>
        </p:blipFill>
        <p:spPr>
          <a:xfrm>
            <a:off x="5495775" y="4238551"/>
            <a:ext cx="502624" cy="1242800"/>
          </a:xfrm>
          <a:prstGeom prst="rect">
            <a:avLst/>
          </a:prstGeom>
          <a:noFill/>
          <a:ln>
            <a:noFill/>
          </a:ln>
        </p:spPr>
      </p:pic>
      <p:pic>
        <p:nvPicPr>
          <p:cNvPr id="1642" name="Google Shape;1642;p126"/>
          <p:cNvPicPr preferRelativeResize="0"/>
          <p:nvPr/>
        </p:nvPicPr>
        <p:blipFill rotWithShape="1">
          <a:blip r:embed="rId5">
            <a:alphaModFix/>
          </a:blip>
          <a:srcRect l="29628" r="29928"/>
          <a:stretch/>
        </p:blipFill>
        <p:spPr>
          <a:xfrm>
            <a:off x="3252351" y="2570300"/>
            <a:ext cx="502624" cy="1242800"/>
          </a:xfrm>
          <a:prstGeom prst="rect">
            <a:avLst/>
          </a:prstGeom>
          <a:noFill/>
          <a:ln>
            <a:noFill/>
          </a:ln>
        </p:spPr>
      </p:pic>
      <p:sp>
        <p:nvSpPr>
          <p:cNvPr id="1643" name="Google Shape;1643;p126"/>
          <p:cNvSpPr/>
          <p:nvPr/>
        </p:nvSpPr>
        <p:spPr>
          <a:xfrm>
            <a:off x="4066025" y="2991751"/>
            <a:ext cx="1368800" cy="400000"/>
          </a:xfrm>
          <a:prstGeom prst="lef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44" name="Google Shape;1644;p126"/>
          <p:cNvSpPr txBox="1"/>
          <p:nvPr/>
        </p:nvSpPr>
        <p:spPr>
          <a:xfrm>
            <a:off x="7793700" y="1220751"/>
            <a:ext cx="4320800" cy="2400643"/>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800"/>
            </a:pPr>
            <a:r>
              <a:rPr lang="en" sz="2400" kern="0">
                <a:solidFill>
                  <a:srgbClr val="222222"/>
                </a:solidFill>
                <a:latin typeface="Arial"/>
                <a:ea typeface="Arial"/>
                <a:cs typeface="Arial"/>
                <a:sym typeface="Arial"/>
              </a:rPr>
              <a:t>from healthy to sick </a:t>
            </a:r>
            <a:r>
              <a:rPr lang="en" sz="2400" b="1" kern="0">
                <a:solidFill>
                  <a:srgbClr val="222222"/>
                </a:solidFill>
                <a:latin typeface="Arial"/>
                <a:ea typeface="Arial"/>
                <a:cs typeface="Arial"/>
                <a:sym typeface="Arial"/>
              </a:rPr>
              <a:t>TRANSMISSION</a:t>
            </a:r>
            <a:endParaRPr sz="2400" b="1" kern="0">
              <a:solidFill>
                <a:srgbClr val="222222"/>
              </a:solidFill>
              <a:latin typeface="Arial"/>
              <a:ea typeface="Arial"/>
              <a:cs typeface="Arial"/>
              <a:sym typeface="Arial"/>
            </a:endParaRPr>
          </a:p>
          <a:p>
            <a:pPr algn="ctr" defTabSz="1219170">
              <a:buClr>
                <a:srgbClr val="000000"/>
              </a:buClr>
              <a:buSzPts val="800"/>
            </a:pPr>
            <a:endParaRPr sz="2400" kern="0">
              <a:solidFill>
                <a:srgbClr val="222222"/>
              </a:solidFill>
              <a:latin typeface="Arial"/>
              <a:ea typeface="Arial"/>
              <a:cs typeface="Arial"/>
              <a:sym typeface="Arial"/>
            </a:endParaRPr>
          </a:p>
          <a:p>
            <a:pPr algn="ctr" defTabSz="1219170">
              <a:buClr>
                <a:srgbClr val="000000"/>
              </a:buClr>
              <a:buSzPts val="1800"/>
            </a:pPr>
            <a:r>
              <a:rPr lang="en" sz="2400" kern="0">
                <a:solidFill>
                  <a:srgbClr val="222222"/>
                </a:solidFill>
                <a:latin typeface="Arial"/>
                <a:ea typeface="Arial"/>
                <a:cs typeface="Arial"/>
                <a:sym typeface="Arial"/>
              </a:rPr>
              <a:t>depends on </a:t>
            </a:r>
            <a:r>
              <a:rPr lang="en" sz="2400" b="1" kern="0">
                <a:solidFill>
                  <a:srgbClr val="222222"/>
                </a:solidFill>
                <a:latin typeface="Arial"/>
                <a:ea typeface="Arial"/>
                <a:cs typeface="Arial"/>
                <a:sym typeface="Arial"/>
              </a:rPr>
              <a:t>encounter </a:t>
            </a:r>
            <a:r>
              <a:rPr lang="en" sz="2400" kern="0">
                <a:solidFill>
                  <a:srgbClr val="222222"/>
                </a:solidFill>
                <a:latin typeface="Arial"/>
                <a:ea typeface="Arial"/>
                <a:cs typeface="Arial"/>
                <a:sym typeface="Arial"/>
              </a:rPr>
              <a:t>between sick and healthy individual</a:t>
            </a:r>
            <a:endParaRPr sz="2400" b="1" kern="0">
              <a:solidFill>
                <a:srgbClr val="222222"/>
              </a:solidFill>
              <a:latin typeface="Arial"/>
              <a:ea typeface="Arial"/>
              <a:cs typeface="Arial"/>
              <a:sym typeface="Arial"/>
            </a:endParaRPr>
          </a:p>
        </p:txBody>
      </p:sp>
      <p:pic>
        <p:nvPicPr>
          <p:cNvPr id="1645" name="Google Shape;1645;p126"/>
          <p:cNvPicPr preferRelativeResize="0"/>
          <p:nvPr/>
        </p:nvPicPr>
        <p:blipFill>
          <a:blip r:embed="rId6">
            <a:alphaModFix/>
          </a:blip>
          <a:stretch>
            <a:fillRect/>
          </a:stretch>
        </p:blipFill>
        <p:spPr>
          <a:xfrm>
            <a:off x="3062453" y="6248549"/>
            <a:ext cx="493916" cy="493916"/>
          </a:xfrm>
          <a:prstGeom prst="rect">
            <a:avLst/>
          </a:prstGeom>
          <a:noFill/>
          <a:ln>
            <a:noFill/>
          </a:ln>
        </p:spPr>
      </p:pic>
      <p:pic>
        <p:nvPicPr>
          <p:cNvPr id="1646" name="Google Shape;1646;p126"/>
          <p:cNvPicPr preferRelativeResize="0"/>
          <p:nvPr/>
        </p:nvPicPr>
        <p:blipFill>
          <a:blip r:embed="rId7">
            <a:alphaModFix/>
          </a:blip>
          <a:stretch>
            <a:fillRect/>
          </a:stretch>
        </p:blipFill>
        <p:spPr>
          <a:xfrm>
            <a:off x="2061002" y="6348573"/>
            <a:ext cx="954108" cy="246915"/>
          </a:xfrm>
          <a:prstGeom prst="rect">
            <a:avLst/>
          </a:prstGeom>
          <a:noFill/>
          <a:ln>
            <a:noFill/>
          </a:ln>
        </p:spPr>
      </p:pic>
      <p:sp>
        <p:nvSpPr>
          <p:cNvPr id="1647" name="Google Shape;1647;p126"/>
          <p:cNvSpPr txBox="1"/>
          <p:nvPr/>
        </p:nvSpPr>
        <p:spPr>
          <a:xfrm>
            <a:off x="5448444"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
        <p:nvSpPr>
          <p:cNvPr id="1648" name="Google Shape;1648;p126"/>
          <p:cNvSpPr txBox="1"/>
          <p:nvPr/>
        </p:nvSpPr>
        <p:spPr>
          <a:xfrm>
            <a:off x="5518277" y="45111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53"/>
        <p:cNvGrpSpPr/>
        <p:nvPr/>
      </p:nvGrpSpPr>
      <p:grpSpPr>
        <a:xfrm>
          <a:off x="0" y="0"/>
          <a:ext cx="0" cy="0"/>
          <a:chOff x="0" y="0"/>
          <a:chExt cx="0" cy="0"/>
        </a:xfrm>
      </p:grpSpPr>
      <p:sp>
        <p:nvSpPr>
          <p:cNvPr id="1654" name="Google Shape;1654;p127"/>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 - simplified</a:t>
            </a:r>
            <a:endParaRPr/>
          </a:p>
        </p:txBody>
      </p:sp>
      <p:pic>
        <p:nvPicPr>
          <p:cNvPr id="1655" name="Google Shape;1655;p127"/>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656" name="Google Shape;1656;p127"/>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657" name="Google Shape;1657;p127"/>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658" name="Google Shape;1658;p127"/>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659" name="Google Shape;1659;p127"/>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660" name="Google Shape;1660;p127"/>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661" name="Google Shape;1661;p127"/>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662" name="Google Shape;1662;p127"/>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663" name="Google Shape;1663;p127"/>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664" name="Google Shape;1664;p127"/>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665" name="Google Shape;1665;p127"/>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66" name="Google Shape;1666;p127"/>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667" name="Google Shape;1667;p127"/>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Transferring people between boxes - transitions</a:t>
            </a:r>
            <a:endParaRPr/>
          </a:p>
        </p:txBody>
      </p:sp>
      <p:sp>
        <p:nvSpPr>
          <p:cNvPr id="1668" name="Google Shape;1668;p127"/>
          <p:cNvSpPr/>
          <p:nvPr/>
        </p:nvSpPr>
        <p:spPr>
          <a:xfrm rot="-9725020" flipH="1">
            <a:off x="3896693" y="3923443"/>
            <a:ext cx="1495312" cy="412379"/>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669" name="Google Shape;1669;p127"/>
          <p:cNvPicPr preferRelativeResize="0"/>
          <p:nvPr/>
        </p:nvPicPr>
        <p:blipFill rotWithShape="1">
          <a:blip r:embed="rId4">
            <a:alphaModFix/>
          </a:blip>
          <a:srcRect l="29628" r="29928"/>
          <a:stretch/>
        </p:blipFill>
        <p:spPr>
          <a:xfrm>
            <a:off x="5495775" y="4238551"/>
            <a:ext cx="502624" cy="1242800"/>
          </a:xfrm>
          <a:prstGeom prst="rect">
            <a:avLst/>
          </a:prstGeom>
          <a:noFill/>
          <a:ln>
            <a:noFill/>
          </a:ln>
        </p:spPr>
      </p:pic>
      <p:pic>
        <p:nvPicPr>
          <p:cNvPr id="1670" name="Google Shape;1670;p127"/>
          <p:cNvPicPr preferRelativeResize="0"/>
          <p:nvPr/>
        </p:nvPicPr>
        <p:blipFill rotWithShape="1">
          <a:blip r:embed="rId5">
            <a:alphaModFix/>
          </a:blip>
          <a:srcRect l="29628" r="29928"/>
          <a:stretch/>
        </p:blipFill>
        <p:spPr>
          <a:xfrm>
            <a:off x="3252351" y="2570300"/>
            <a:ext cx="502624" cy="1242800"/>
          </a:xfrm>
          <a:prstGeom prst="rect">
            <a:avLst/>
          </a:prstGeom>
          <a:noFill/>
          <a:ln>
            <a:noFill/>
          </a:ln>
        </p:spPr>
      </p:pic>
      <p:sp>
        <p:nvSpPr>
          <p:cNvPr id="1671" name="Google Shape;1671;p127"/>
          <p:cNvSpPr/>
          <p:nvPr/>
        </p:nvSpPr>
        <p:spPr>
          <a:xfrm>
            <a:off x="4066025" y="2991751"/>
            <a:ext cx="1368800" cy="400000"/>
          </a:xfrm>
          <a:prstGeom prst="lef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grpSp>
        <p:nvGrpSpPr>
          <p:cNvPr id="1672" name="Google Shape;1672;p127"/>
          <p:cNvGrpSpPr/>
          <p:nvPr/>
        </p:nvGrpSpPr>
        <p:grpSpPr>
          <a:xfrm>
            <a:off x="8203738" y="3731326"/>
            <a:ext cx="3730049" cy="1248375"/>
            <a:chOff x="8203737" y="3731325"/>
            <a:chExt cx="3730049" cy="1248375"/>
          </a:xfrm>
        </p:grpSpPr>
        <p:pic>
          <p:nvPicPr>
            <p:cNvPr id="1673" name="Google Shape;1673;p127"/>
            <p:cNvPicPr preferRelativeResize="0"/>
            <p:nvPr/>
          </p:nvPicPr>
          <p:blipFill rotWithShape="1">
            <a:blip r:embed="rId4">
              <a:alphaModFix/>
            </a:blip>
            <a:srcRect l="29628" r="29928"/>
            <a:stretch/>
          </p:blipFill>
          <p:spPr>
            <a:xfrm>
              <a:off x="8203737" y="3731325"/>
              <a:ext cx="502624" cy="1242800"/>
            </a:xfrm>
            <a:prstGeom prst="rect">
              <a:avLst/>
            </a:prstGeom>
            <a:noFill/>
            <a:ln>
              <a:noFill/>
            </a:ln>
          </p:spPr>
        </p:pic>
        <p:pic>
          <p:nvPicPr>
            <p:cNvPr id="1674" name="Google Shape;1674;p127"/>
            <p:cNvPicPr preferRelativeResize="0"/>
            <p:nvPr/>
          </p:nvPicPr>
          <p:blipFill rotWithShape="1">
            <a:blip r:embed="rId3">
              <a:alphaModFix/>
            </a:blip>
            <a:srcRect l="29628" r="29928"/>
            <a:stretch/>
          </p:blipFill>
          <p:spPr>
            <a:xfrm>
              <a:off x="9043675" y="3736900"/>
              <a:ext cx="502624" cy="1242800"/>
            </a:xfrm>
            <a:prstGeom prst="rect">
              <a:avLst/>
            </a:prstGeom>
            <a:noFill/>
            <a:ln>
              <a:noFill/>
            </a:ln>
          </p:spPr>
        </p:pic>
        <p:sp>
          <p:nvSpPr>
            <p:cNvPr id="1675" name="Google Shape;1675;p127"/>
            <p:cNvSpPr/>
            <p:nvPr/>
          </p:nvSpPr>
          <p:spPr>
            <a:xfrm rot="10800000" flipH="1">
              <a:off x="9700475" y="4157438"/>
              <a:ext cx="1204800" cy="5541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676" name="Google Shape;1676;p127"/>
            <p:cNvPicPr preferRelativeResize="0"/>
            <p:nvPr/>
          </p:nvPicPr>
          <p:blipFill rotWithShape="1">
            <a:blip r:embed="rId4">
              <a:alphaModFix/>
            </a:blip>
            <a:srcRect l="29628" r="29928"/>
            <a:stretch/>
          </p:blipFill>
          <p:spPr>
            <a:xfrm>
              <a:off x="10928762" y="3731325"/>
              <a:ext cx="502624" cy="1242800"/>
            </a:xfrm>
            <a:prstGeom prst="rect">
              <a:avLst/>
            </a:prstGeom>
            <a:noFill/>
            <a:ln>
              <a:noFill/>
            </a:ln>
          </p:spPr>
        </p:pic>
        <p:pic>
          <p:nvPicPr>
            <p:cNvPr id="1677" name="Google Shape;1677;p127"/>
            <p:cNvPicPr preferRelativeResize="0"/>
            <p:nvPr/>
          </p:nvPicPr>
          <p:blipFill rotWithShape="1">
            <a:blip r:embed="rId4">
              <a:alphaModFix/>
            </a:blip>
            <a:srcRect l="29628" r="29928"/>
            <a:stretch/>
          </p:blipFill>
          <p:spPr>
            <a:xfrm>
              <a:off x="11431162" y="3731325"/>
              <a:ext cx="502624" cy="1242800"/>
            </a:xfrm>
            <a:prstGeom prst="rect">
              <a:avLst/>
            </a:prstGeom>
            <a:noFill/>
            <a:ln>
              <a:noFill/>
            </a:ln>
          </p:spPr>
        </p:pic>
        <p:sp>
          <p:nvSpPr>
            <p:cNvPr id="1678" name="Google Shape;1678;p127"/>
            <p:cNvSpPr txBox="1"/>
            <p:nvPr/>
          </p:nvSpPr>
          <p:spPr>
            <a:xfrm>
              <a:off x="8672100" y="4121150"/>
              <a:ext cx="502500" cy="677094"/>
            </a:xfrm>
            <a:prstGeom prst="rect">
              <a:avLst/>
            </a:prstGeom>
            <a:noFill/>
            <a:ln>
              <a:noFill/>
            </a:ln>
          </p:spPr>
          <p:txBody>
            <a:bodyPr spcFirstLastPara="1" wrap="square" lIns="91433" tIns="91433" rIns="91433" bIns="91433" anchor="t" anchorCtr="0">
              <a:spAutoFit/>
            </a:bodyPr>
            <a:lstStyle/>
            <a:p>
              <a:pPr defTabSz="1219170">
                <a:buClr>
                  <a:srgbClr val="000000"/>
                </a:buClr>
                <a:buSzPts val="2400"/>
              </a:pPr>
              <a:r>
                <a:rPr lang="en" sz="3200" kern="0">
                  <a:solidFill>
                    <a:srgbClr val="222222"/>
                  </a:solidFill>
                  <a:latin typeface="Arial"/>
                  <a:ea typeface="Arial"/>
                  <a:cs typeface="Arial"/>
                  <a:sym typeface="Arial"/>
                </a:rPr>
                <a:t>+</a:t>
              </a:r>
              <a:endParaRPr sz="3200" kern="0">
                <a:solidFill>
                  <a:srgbClr val="222222"/>
                </a:solidFill>
                <a:latin typeface="Arial"/>
                <a:ea typeface="Arial"/>
                <a:cs typeface="Arial"/>
                <a:sym typeface="Arial"/>
              </a:endParaRPr>
            </a:p>
          </p:txBody>
        </p:sp>
      </p:grpSp>
      <p:sp>
        <p:nvSpPr>
          <p:cNvPr id="1679" name="Google Shape;1679;p127"/>
          <p:cNvSpPr txBox="1"/>
          <p:nvPr/>
        </p:nvSpPr>
        <p:spPr>
          <a:xfrm>
            <a:off x="7793700" y="1220751"/>
            <a:ext cx="4320800" cy="2400643"/>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800"/>
            </a:pPr>
            <a:r>
              <a:rPr lang="en" sz="2400" kern="0">
                <a:solidFill>
                  <a:srgbClr val="222222"/>
                </a:solidFill>
                <a:latin typeface="Arial"/>
                <a:ea typeface="Arial"/>
                <a:cs typeface="Arial"/>
                <a:sym typeface="Arial"/>
              </a:rPr>
              <a:t>from healthy to sick </a:t>
            </a:r>
            <a:r>
              <a:rPr lang="en" sz="2400" b="1" kern="0">
                <a:solidFill>
                  <a:srgbClr val="222222"/>
                </a:solidFill>
                <a:latin typeface="Arial"/>
                <a:ea typeface="Arial"/>
                <a:cs typeface="Arial"/>
                <a:sym typeface="Arial"/>
              </a:rPr>
              <a:t>TRANSMISSION</a:t>
            </a:r>
            <a:endParaRPr sz="2400" b="1" kern="0">
              <a:solidFill>
                <a:srgbClr val="222222"/>
              </a:solidFill>
              <a:latin typeface="Arial"/>
              <a:ea typeface="Arial"/>
              <a:cs typeface="Arial"/>
              <a:sym typeface="Arial"/>
            </a:endParaRPr>
          </a:p>
          <a:p>
            <a:pPr algn="ctr" defTabSz="1219170">
              <a:buClr>
                <a:srgbClr val="000000"/>
              </a:buClr>
              <a:buSzPts val="800"/>
            </a:pPr>
            <a:endParaRPr sz="2400" kern="0">
              <a:solidFill>
                <a:srgbClr val="222222"/>
              </a:solidFill>
              <a:latin typeface="Arial"/>
              <a:ea typeface="Arial"/>
              <a:cs typeface="Arial"/>
              <a:sym typeface="Arial"/>
            </a:endParaRPr>
          </a:p>
          <a:p>
            <a:pPr algn="ctr" defTabSz="1219170">
              <a:buClr>
                <a:srgbClr val="000000"/>
              </a:buClr>
              <a:buSzPts val="1800"/>
            </a:pPr>
            <a:r>
              <a:rPr lang="en" sz="2400" kern="0">
                <a:solidFill>
                  <a:srgbClr val="222222"/>
                </a:solidFill>
                <a:latin typeface="Arial"/>
                <a:ea typeface="Arial"/>
                <a:cs typeface="Arial"/>
                <a:sym typeface="Arial"/>
              </a:rPr>
              <a:t>depends on </a:t>
            </a:r>
            <a:r>
              <a:rPr lang="en" sz="2400" b="1" kern="0">
                <a:solidFill>
                  <a:srgbClr val="222222"/>
                </a:solidFill>
                <a:latin typeface="Arial"/>
                <a:ea typeface="Arial"/>
                <a:cs typeface="Arial"/>
                <a:sym typeface="Arial"/>
              </a:rPr>
              <a:t>encounter </a:t>
            </a:r>
            <a:r>
              <a:rPr lang="en" sz="2400" kern="0">
                <a:solidFill>
                  <a:srgbClr val="222222"/>
                </a:solidFill>
                <a:latin typeface="Arial"/>
                <a:ea typeface="Arial"/>
                <a:cs typeface="Arial"/>
                <a:sym typeface="Arial"/>
              </a:rPr>
              <a:t>between sick and healthy individual</a:t>
            </a:r>
            <a:endParaRPr sz="2400" b="1" kern="0">
              <a:solidFill>
                <a:srgbClr val="222222"/>
              </a:solidFill>
              <a:latin typeface="Arial"/>
              <a:ea typeface="Arial"/>
              <a:cs typeface="Arial"/>
              <a:sym typeface="Arial"/>
            </a:endParaRPr>
          </a:p>
        </p:txBody>
      </p:sp>
      <p:pic>
        <p:nvPicPr>
          <p:cNvPr id="1680" name="Google Shape;1680;p127"/>
          <p:cNvPicPr preferRelativeResize="0"/>
          <p:nvPr/>
        </p:nvPicPr>
        <p:blipFill>
          <a:blip r:embed="rId6">
            <a:alphaModFix/>
          </a:blip>
          <a:stretch>
            <a:fillRect/>
          </a:stretch>
        </p:blipFill>
        <p:spPr>
          <a:xfrm>
            <a:off x="3062453" y="6248549"/>
            <a:ext cx="493916" cy="493916"/>
          </a:xfrm>
          <a:prstGeom prst="rect">
            <a:avLst/>
          </a:prstGeom>
          <a:noFill/>
          <a:ln>
            <a:noFill/>
          </a:ln>
        </p:spPr>
      </p:pic>
      <p:pic>
        <p:nvPicPr>
          <p:cNvPr id="1681" name="Google Shape;1681;p127"/>
          <p:cNvPicPr preferRelativeResize="0"/>
          <p:nvPr/>
        </p:nvPicPr>
        <p:blipFill>
          <a:blip r:embed="rId7">
            <a:alphaModFix/>
          </a:blip>
          <a:stretch>
            <a:fillRect/>
          </a:stretch>
        </p:blipFill>
        <p:spPr>
          <a:xfrm>
            <a:off x="2061002" y="6348573"/>
            <a:ext cx="954108" cy="246915"/>
          </a:xfrm>
          <a:prstGeom prst="rect">
            <a:avLst/>
          </a:prstGeom>
          <a:noFill/>
          <a:ln>
            <a:noFill/>
          </a:ln>
        </p:spPr>
      </p:pic>
      <p:sp>
        <p:nvSpPr>
          <p:cNvPr id="1682" name="Google Shape;1682;p127"/>
          <p:cNvSpPr txBox="1"/>
          <p:nvPr/>
        </p:nvSpPr>
        <p:spPr>
          <a:xfrm>
            <a:off x="5518277" y="45111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A</a:t>
            </a:r>
            <a:endParaRPr sz="2933" kern="0">
              <a:solidFill>
                <a:srgbClr val="000000"/>
              </a:solidFill>
              <a:latin typeface="Arial"/>
              <a:cs typeface="Arial"/>
              <a:sym typeface="Arial"/>
            </a:endParaRPr>
          </a:p>
        </p:txBody>
      </p:sp>
      <p:sp>
        <p:nvSpPr>
          <p:cNvPr id="1683" name="Google Shape;1683;p127"/>
          <p:cNvSpPr txBox="1"/>
          <p:nvPr/>
        </p:nvSpPr>
        <p:spPr>
          <a:xfrm>
            <a:off x="5448444"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88"/>
        <p:cNvGrpSpPr/>
        <p:nvPr/>
      </p:nvGrpSpPr>
      <p:grpSpPr>
        <a:xfrm>
          <a:off x="0" y="0"/>
          <a:ext cx="0" cy="0"/>
          <a:chOff x="0" y="0"/>
          <a:chExt cx="0" cy="0"/>
        </a:xfrm>
      </p:grpSpPr>
      <p:sp>
        <p:nvSpPr>
          <p:cNvPr id="1689" name="Google Shape;1689;p128"/>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 - simplified</a:t>
            </a:r>
            <a:endParaRPr/>
          </a:p>
        </p:txBody>
      </p:sp>
      <p:pic>
        <p:nvPicPr>
          <p:cNvPr id="1690" name="Google Shape;1690;p128"/>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691" name="Google Shape;1691;p128"/>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692" name="Google Shape;1692;p128"/>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693" name="Google Shape;1693;p128"/>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694" name="Google Shape;1694;p128"/>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695" name="Google Shape;1695;p128"/>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696" name="Google Shape;1696;p128"/>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697" name="Google Shape;1697;p128"/>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698" name="Google Shape;1698;p128"/>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699" name="Google Shape;1699;p128"/>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700" name="Google Shape;1700;p128"/>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01" name="Google Shape;1701;p128"/>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02" name="Google Shape;1702;p128"/>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Transferring people between boxes - transitions</a:t>
            </a:r>
            <a:endParaRPr/>
          </a:p>
        </p:txBody>
      </p:sp>
      <p:sp>
        <p:nvSpPr>
          <p:cNvPr id="1703" name="Google Shape;1703;p128"/>
          <p:cNvSpPr/>
          <p:nvPr/>
        </p:nvSpPr>
        <p:spPr>
          <a:xfrm flipH="1">
            <a:off x="4281475" y="3813100"/>
            <a:ext cx="1204800" cy="554000"/>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704" name="Google Shape;1704;p128"/>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705" name="Google Shape;1705;p128"/>
          <p:cNvPicPr preferRelativeResize="0"/>
          <p:nvPr/>
        </p:nvPicPr>
        <p:blipFill>
          <a:blip r:embed="rId6">
            <a:alphaModFix/>
          </a:blip>
          <a:stretch>
            <a:fillRect/>
          </a:stretch>
        </p:blipFill>
        <p:spPr>
          <a:xfrm>
            <a:off x="2061002" y="6348573"/>
            <a:ext cx="954108" cy="246915"/>
          </a:xfrm>
          <a:prstGeom prst="rect">
            <a:avLst/>
          </a:prstGeom>
          <a:noFill/>
          <a:ln>
            <a:noFill/>
          </a:ln>
        </p:spPr>
      </p:pic>
      <p:sp>
        <p:nvSpPr>
          <p:cNvPr id="1706" name="Google Shape;1706;p128"/>
          <p:cNvSpPr txBox="1"/>
          <p:nvPr/>
        </p:nvSpPr>
        <p:spPr>
          <a:xfrm>
            <a:off x="5448428" y="3150951"/>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p129"/>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 - simplified</a:t>
            </a:r>
            <a:endParaRPr/>
          </a:p>
        </p:txBody>
      </p:sp>
      <p:pic>
        <p:nvPicPr>
          <p:cNvPr id="1713" name="Google Shape;1713;p129"/>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714" name="Google Shape;1714;p129"/>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715" name="Google Shape;1715;p129"/>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716" name="Google Shape;1716;p129"/>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717" name="Google Shape;1717;p129"/>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718" name="Google Shape;1718;p129"/>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719" name="Google Shape;1719;p129"/>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720" name="Google Shape;1720;p129"/>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721" name="Google Shape;1721;p129"/>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722" name="Google Shape;1722;p129"/>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723" name="Google Shape;1723;p129"/>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24" name="Google Shape;1724;p129"/>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25" name="Google Shape;1725;p129"/>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Transferring people between boxes - transitions</a:t>
            </a:r>
            <a:endParaRPr/>
          </a:p>
        </p:txBody>
      </p:sp>
      <p:pic>
        <p:nvPicPr>
          <p:cNvPr id="1726" name="Google Shape;1726;p129"/>
          <p:cNvPicPr preferRelativeResize="0"/>
          <p:nvPr/>
        </p:nvPicPr>
        <p:blipFill rotWithShape="1">
          <a:blip r:embed="rId5">
            <a:alphaModFix/>
          </a:blip>
          <a:srcRect l="29628" r="29928"/>
          <a:stretch/>
        </p:blipFill>
        <p:spPr>
          <a:xfrm>
            <a:off x="5425925" y="2878351"/>
            <a:ext cx="502624" cy="1242800"/>
          </a:xfrm>
          <a:prstGeom prst="rect">
            <a:avLst/>
          </a:prstGeom>
          <a:noFill/>
          <a:ln>
            <a:noFill/>
          </a:ln>
        </p:spPr>
      </p:pic>
      <p:sp>
        <p:nvSpPr>
          <p:cNvPr id="1727" name="Google Shape;1727;p129"/>
          <p:cNvSpPr/>
          <p:nvPr/>
        </p:nvSpPr>
        <p:spPr>
          <a:xfrm flipH="1">
            <a:off x="4281475" y="3813100"/>
            <a:ext cx="1204800" cy="554000"/>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728" name="Google Shape;1728;p129"/>
          <p:cNvPicPr preferRelativeResize="0"/>
          <p:nvPr/>
        </p:nvPicPr>
        <p:blipFill rotWithShape="1">
          <a:blip r:embed="rId3">
            <a:alphaModFix/>
          </a:blip>
          <a:srcRect l="29628" r="29928"/>
          <a:stretch/>
        </p:blipFill>
        <p:spPr>
          <a:xfrm>
            <a:off x="3709012" y="3690400"/>
            <a:ext cx="502624" cy="1242800"/>
          </a:xfrm>
          <a:prstGeom prst="rect">
            <a:avLst/>
          </a:prstGeom>
          <a:noFill/>
          <a:ln>
            <a:noFill/>
          </a:ln>
        </p:spPr>
      </p:pic>
      <p:sp>
        <p:nvSpPr>
          <p:cNvPr id="1729" name="Google Shape;1729;p129"/>
          <p:cNvSpPr txBox="1"/>
          <p:nvPr/>
        </p:nvSpPr>
        <p:spPr>
          <a:xfrm>
            <a:off x="7581600" y="1252576"/>
            <a:ext cx="4320800" cy="2031311"/>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from sick to healthy </a:t>
            </a:r>
            <a:r>
              <a:rPr lang="en" sz="2400" b="1" kern="0">
                <a:solidFill>
                  <a:srgbClr val="222222"/>
                </a:solidFill>
                <a:latin typeface="Arial"/>
                <a:ea typeface="Arial"/>
                <a:cs typeface="Arial"/>
                <a:sym typeface="Arial"/>
              </a:rPr>
              <a:t>RECOVERY</a:t>
            </a:r>
            <a:endParaRPr sz="2400" b="1" kern="0">
              <a:solidFill>
                <a:srgbClr val="222222"/>
              </a:solidFill>
              <a:latin typeface="Arial"/>
              <a:ea typeface="Arial"/>
              <a:cs typeface="Arial"/>
              <a:sym typeface="Arial"/>
            </a:endParaRPr>
          </a:p>
          <a:p>
            <a:pPr algn="ctr" defTabSz="1219170">
              <a:buClr>
                <a:srgbClr val="000000"/>
              </a:buClr>
              <a:buSzPts val="1800"/>
            </a:pPr>
            <a:endParaRPr sz="2400" kern="0">
              <a:solidFill>
                <a:srgbClr val="222222"/>
              </a:solidFill>
              <a:latin typeface="Arial"/>
              <a:ea typeface="Arial"/>
              <a:cs typeface="Arial"/>
              <a:sym typeface="Arial"/>
            </a:endParaRPr>
          </a:p>
          <a:p>
            <a:pPr algn="ctr" defTabSz="1219170">
              <a:buClr>
                <a:srgbClr val="000000"/>
              </a:buClr>
              <a:buSzPts val="1800"/>
            </a:pPr>
            <a:r>
              <a:rPr lang="en" sz="2400" kern="0">
                <a:solidFill>
                  <a:srgbClr val="222222"/>
                </a:solidFill>
                <a:latin typeface="Arial"/>
                <a:ea typeface="Arial"/>
                <a:cs typeface="Arial"/>
                <a:sym typeface="Arial"/>
              </a:rPr>
              <a:t>depends </a:t>
            </a:r>
            <a:r>
              <a:rPr lang="en" sz="2400" b="1" kern="0">
                <a:solidFill>
                  <a:srgbClr val="222222"/>
                </a:solidFill>
                <a:latin typeface="Arial"/>
                <a:ea typeface="Arial"/>
                <a:cs typeface="Arial"/>
                <a:sym typeface="Arial"/>
              </a:rPr>
              <a:t>only </a:t>
            </a:r>
            <a:r>
              <a:rPr lang="en" sz="2400" kern="0">
                <a:solidFill>
                  <a:srgbClr val="222222"/>
                </a:solidFill>
                <a:latin typeface="Arial"/>
                <a:ea typeface="Arial"/>
                <a:cs typeface="Arial"/>
                <a:sym typeface="Arial"/>
              </a:rPr>
              <a:t>on </a:t>
            </a:r>
            <a:r>
              <a:rPr lang="en" sz="2400" b="1" kern="0">
                <a:solidFill>
                  <a:srgbClr val="222222"/>
                </a:solidFill>
                <a:latin typeface="Arial"/>
                <a:ea typeface="Arial"/>
                <a:cs typeface="Arial"/>
                <a:sym typeface="Arial"/>
              </a:rPr>
              <a:t>sick individual</a:t>
            </a:r>
            <a:endParaRPr sz="2400" b="1" kern="0">
              <a:solidFill>
                <a:srgbClr val="222222"/>
              </a:solidFill>
              <a:latin typeface="Arial"/>
              <a:ea typeface="Arial"/>
              <a:cs typeface="Arial"/>
              <a:sym typeface="Arial"/>
            </a:endParaRPr>
          </a:p>
        </p:txBody>
      </p:sp>
      <p:pic>
        <p:nvPicPr>
          <p:cNvPr id="1730" name="Google Shape;1730;p129"/>
          <p:cNvPicPr preferRelativeResize="0"/>
          <p:nvPr/>
        </p:nvPicPr>
        <p:blipFill>
          <a:blip r:embed="rId6">
            <a:alphaModFix/>
          </a:blip>
          <a:stretch>
            <a:fillRect/>
          </a:stretch>
        </p:blipFill>
        <p:spPr>
          <a:xfrm>
            <a:off x="3062453" y="6248549"/>
            <a:ext cx="493916" cy="493916"/>
          </a:xfrm>
          <a:prstGeom prst="rect">
            <a:avLst/>
          </a:prstGeom>
          <a:noFill/>
          <a:ln>
            <a:noFill/>
          </a:ln>
        </p:spPr>
      </p:pic>
      <p:pic>
        <p:nvPicPr>
          <p:cNvPr id="1731" name="Google Shape;1731;p129"/>
          <p:cNvPicPr preferRelativeResize="0"/>
          <p:nvPr/>
        </p:nvPicPr>
        <p:blipFill>
          <a:blip r:embed="rId7">
            <a:alphaModFix/>
          </a:blip>
          <a:stretch>
            <a:fillRect/>
          </a:stretch>
        </p:blipFill>
        <p:spPr>
          <a:xfrm>
            <a:off x="2061002" y="6348573"/>
            <a:ext cx="954108" cy="246915"/>
          </a:xfrm>
          <a:prstGeom prst="rect">
            <a:avLst/>
          </a:prstGeom>
          <a:noFill/>
          <a:ln>
            <a:noFill/>
          </a:ln>
        </p:spPr>
      </p:pic>
      <p:sp>
        <p:nvSpPr>
          <p:cNvPr id="1732" name="Google Shape;1732;p129"/>
          <p:cNvSpPr txBox="1"/>
          <p:nvPr/>
        </p:nvSpPr>
        <p:spPr>
          <a:xfrm>
            <a:off x="3731528" y="39629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Google Shape;1738;p130"/>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Contagion process - simplified</a:t>
            </a:r>
            <a:endParaRPr/>
          </a:p>
        </p:txBody>
      </p:sp>
      <p:pic>
        <p:nvPicPr>
          <p:cNvPr id="1739" name="Google Shape;1739;p130"/>
          <p:cNvPicPr preferRelativeResize="0"/>
          <p:nvPr/>
        </p:nvPicPr>
        <p:blipFill rotWithShape="1">
          <a:blip r:embed="rId3">
            <a:alphaModFix/>
          </a:blip>
          <a:srcRect l="29628" r="29928"/>
          <a:stretch/>
        </p:blipFill>
        <p:spPr>
          <a:xfrm>
            <a:off x="1204325" y="2324251"/>
            <a:ext cx="502624" cy="1242800"/>
          </a:xfrm>
          <a:prstGeom prst="rect">
            <a:avLst/>
          </a:prstGeom>
          <a:noFill/>
          <a:ln>
            <a:noFill/>
          </a:ln>
        </p:spPr>
      </p:pic>
      <p:pic>
        <p:nvPicPr>
          <p:cNvPr id="1740" name="Google Shape;1740;p130"/>
          <p:cNvPicPr preferRelativeResize="0"/>
          <p:nvPr/>
        </p:nvPicPr>
        <p:blipFill rotWithShape="1">
          <a:blip r:embed="rId3">
            <a:alphaModFix/>
          </a:blip>
          <a:srcRect l="29628" r="29928"/>
          <a:stretch/>
        </p:blipFill>
        <p:spPr>
          <a:xfrm>
            <a:off x="2211151" y="2995751"/>
            <a:ext cx="502624" cy="1242800"/>
          </a:xfrm>
          <a:prstGeom prst="rect">
            <a:avLst/>
          </a:prstGeom>
          <a:noFill/>
          <a:ln>
            <a:noFill/>
          </a:ln>
        </p:spPr>
      </p:pic>
      <p:pic>
        <p:nvPicPr>
          <p:cNvPr id="1741" name="Google Shape;1741;p130"/>
          <p:cNvPicPr preferRelativeResize="0"/>
          <p:nvPr/>
        </p:nvPicPr>
        <p:blipFill rotWithShape="1">
          <a:blip r:embed="rId3">
            <a:alphaModFix/>
          </a:blip>
          <a:srcRect l="29628" r="29928"/>
          <a:stretch/>
        </p:blipFill>
        <p:spPr>
          <a:xfrm>
            <a:off x="1683525" y="3222700"/>
            <a:ext cx="502624" cy="1242800"/>
          </a:xfrm>
          <a:prstGeom prst="rect">
            <a:avLst/>
          </a:prstGeom>
          <a:noFill/>
          <a:ln>
            <a:noFill/>
          </a:ln>
        </p:spPr>
      </p:pic>
      <p:pic>
        <p:nvPicPr>
          <p:cNvPr id="1742" name="Google Shape;1742;p130"/>
          <p:cNvPicPr preferRelativeResize="0"/>
          <p:nvPr/>
        </p:nvPicPr>
        <p:blipFill rotWithShape="1">
          <a:blip r:embed="rId4">
            <a:alphaModFix/>
          </a:blip>
          <a:srcRect l="29628" r="29928"/>
          <a:stretch/>
        </p:blipFill>
        <p:spPr>
          <a:xfrm>
            <a:off x="5425925" y="2878351"/>
            <a:ext cx="502624" cy="1242800"/>
          </a:xfrm>
          <a:prstGeom prst="rect">
            <a:avLst/>
          </a:prstGeom>
          <a:noFill/>
          <a:ln>
            <a:noFill/>
          </a:ln>
        </p:spPr>
      </p:pic>
      <p:pic>
        <p:nvPicPr>
          <p:cNvPr id="1743" name="Google Shape;1743;p130"/>
          <p:cNvPicPr preferRelativeResize="0"/>
          <p:nvPr/>
        </p:nvPicPr>
        <p:blipFill rotWithShape="1">
          <a:blip r:embed="rId3">
            <a:alphaModFix/>
          </a:blip>
          <a:srcRect l="29628" r="29928"/>
          <a:stretch/>
        </p:blipFill>
        <p:spPr>
          <a:xfrm>
            <a:off x="975025" y="3690400"/>
            <a:ext cx="502624" cy="1242800"/>
          </a:xfrm>
          <a:prstGeom prst="rect">
            <a:avLst/>
          </a:prstGeom>
          <a:noFill/>
          <a:ln>
            <a:noFill/>
          </a:ln>
        </p:spPr>
      </p:pic>
      <p:pic>
        <p:nvPicPr>
          <p:cNvPr id="1744" name="Google Shape;1744;p130"/>
          <p:cNvPicPr preferRelativeResize="0"/>
          <p:nvPr/>
        </p:nvPicPr>
        <p:blipFill rotWithShape="1">
          <a:blip r:embed="rId3">
            <a:alphaModFix/>
          </a:blip>
          <a:srcRect l="29628" r="29928"/>
          <a:stretch/>
        </p:blipFill>
        <p:spPr>
          <a:xfrm>
            <a:off x="2738775" y="3813100"/>
            <a:ext cx="502624" cy="1242800"/>
          </a:xfrm>
          <a:prstGeom prst="rect">
            <a:avLst/>
          </a:prstGeom>
          <a:noFill/>
          <a:ln>
            <a:noFill/>
          </a:ln>
        </p:spPr>
      </p:pic>
      <p:pic>
        <p:nvPicPr>
          <p:cNvPr id="1745" name="Google Shape;1745;p130"/>
          <p:cNvPicPr preferRelativeResize="0"/>
          <p:nvPr/>
        </p:nvPicPr>
        <p:blipFill rotWithShape="1">
          <a:blip r:embed="rId3">
            <a:alphaModFix/>
          </a:blip>
          <a:srcRect l="29628" r="29928"/>
          <a:stretch/>
        </p:blipFill>
        <p:spPr>
          <a:xfrm>
            <a:off x="3270251" y="2570300"/>
            <a:ext cx="502624" cy="1242800"/>
          </a:xfrm>
          <a:prstGeom prst="rect">
            <a:avLst/>
          </a:prstGeom>
          <a:noFill/>
          <a:ln>
            <a:noFill/>
          </a:ln>
        </p:spPr>
      </p:pic>
      <p:pic>
        <p:nvPicPr>
          <p:cNvPr id="1746" name="Google Shape;1746;p130"/>
          <p:cNvPicPr preferRelativeResize="0"/>
          <p:nvPr/>
        </p:nvPicPr>
        <p:blipFill rotWithShape="1">
          <a:blip r:embed="rId3">
            <a:alphaModFix/>
          </a:blip>
          <a:srcRect l="29628" r="29928"/>
          <a:stretch/>
        </p:blipFill>
        <p:spPr>
          <a:xfrm>
            <a:off x="1992100" y="4465500"/>
            <a:ext cx="502624" cy="1242800"/>
          </a:xfrm>
          <a:prstGeom prst="rect">
            <a:avLst/>
          </a:prstGeom>
          <a:noFill/>
          <a:ln>
            <a:noFill/>
          </a:ln>
        </p:spPr>
      </p:pic>
      <p:pic>
        <p:nvPicPr>
          <p:cNvPr id="1747" name="Google Shape;1747;p130"/>
          <p:cNvPicPr preferRelativeResize="0"/>
          <p:nvPr/>
        </p:nvPicPr>
        <p:blipFill rotWithShape="1">
          <a:blip r:embed="rId3">
            <a:alphaModFix/>
          </a:blip>
          <a:srcRect l="29628" r="29928"/>
          <a:stretch/>
        </p:blipFill>
        <p:spPr>
          <a:xfrm>
            <a:off x="1830675" y="1979900"/>
            <a:ext cx="502624" cy="1242800"/>
          </a:xfrm>
          <a:prstGeom prst="rect">
            <a:avLst/>
          </a:prstGeom>
          <a:noFill/>
          <a:ln>
            <a:noFill/>
          </a:ln>
        </p:spPr>
      </p:pic>
      <p:pic>
        <p:nvPicPr>
          <p:cNvPr id="1748" name="Google Shape;1748;p130"/>
          <p:cNvPicPr preferRelativeResize="0"/>
          <p:nvPr/>
        </p:nvPicPr>
        <p:blipFill rotWithShape="1">
          <a:blip r:embed="rId3">
            <a:alphaModFix/>
          </a:blip>
          <a:srcRect l="29628" r="29928"/>
          <a:stretch/>
        </p:blipFill>
        <p:spPr>
          <a:xfrm>
            <a:off x="2635175" y="1979900"/>
            <a:ext cx="502624" cy="1242800"/>
          </a:xfrm>
          <a:prstGeom prst="rect">
            <a:avLst/>
          </a:prstGeom>
          <a:noFill/>
          <a:ln>
            <a:noFill/>
          </a:ln>
        </p:spPr>
      </p:pic>
      <p:sp>
        <p:nvSpPr>
          <p:cNvPr id="1749" name="Google Shape;1749;p130"/>
          <p:cNvSpPr/>
          <p:nvPr/>
        </p:nvSpPr>
        <p:spPr>
          <a:xfrm>
            <a:off x="479751" y="1820600"/>
            <a:ext cx="4059600" cy="4213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50" name="Google Shape;1750;p130"/>
          <p:cNvSpPr/>
          <p:nvPr/>
        </p:nvSpPr>
        <p:spPr>
          <a:xfrm>
            <a:off x="4858300" y="1838325"/>
            <a:ext cx="2775600" cy="4213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51" name="Google Shape;1751;p130"/>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Transferring people between boxes - transitions</a:t>
            </a:r>
            <a:endParaRPr/>
          </a:p>
        </p:txBody>
      </p:sp>
      <p:pic>
        <p:nvPicPr>
          <p:cNvPr id="1752" name="Google Shape;1752;p130"/>
          <p:cNvPicPr preferRelativeResize="0"/>
          <p:nvPr/>
        </p:nvPicPr>
        <p:blipFill rotWithShape="1">
          <a:blip r:embed="rId5">
            <a:alphaModFix/>
          </a:blip>
          <a:srcRect l="29628" r="29928"/>
          <a:stretch/>
        </p:blipFill>
        <p:spPr>
          <a:xfrm>
            <a:off x="5425925" y="2878351"/>
            <a:ext cx="502624" cy="1242800"/>
          </a:xfrm>
          <a:prstGeom prst="rect">
            <a:avLst/>
          </a:prstGeom>
          <a:noFill/>
          <a:ln>
            <a:noFill/>
          </a:ln>
        </p:spPr>
      </p:pic>
      <p:sp>
        <p:nvSpPr>
          <p:cNvPr id="1753" name="Google Shape;1753;p130"/>
          <p:cNvSpPr/>
          <p:nvPr/>
        </p:nvSpPr>
        <p:spPr>
          <a:xfrm flipH="1">
            <a:off x="4281475" y="3813100"/>
            <a:ext cx="1204800" cy="554000"/>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754" name="Google Shape;1754;p130"/>
          <p:cNvPicPr preferRelativeResize="0"/>
          <p:nvPr/>
        </p:nvPicPr>
        <p:blipFill rotWithShape="1">
          <a:blip r:embed="rId3">
            <a:alphaModFix/>
          </a:blip>
          <a:srcRect l="29628" r="29928"/>
          <a:stretch/>
        </p:blipFill>
        <p:spPr>
          <a:xfrm>
            <a:off x="3709012" y="3690400"/>
            <a:ext cx="502624" cy="1242800"/>
          </a:xfrm>
          <a:prstGeom prst="rect">
            <a:avLst/>
          </a:prstGeom>
          <a:noFill/>
          <a:ln>
            <a:noFill/>
          </a:ln>
        </p:spPr>
      </p:pic>
      <p:sp>
        <p:nvSpPr>
          <p:cNvPr id="1755" name="Google Shape;1755;p130"/>
          <p:cNvSpPr txBox="1"/>
          <p:nvPr/>
        </p:nvSpPr>
        <p:spPr>
          <a:xfrm>
            <a:off x="7581600" y="1252576"/>
            <a:ext cx="4320800" cy="2031311"/>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1800"/>
            </a:pPr>
            <a:r>
              <a:rPr lang="en" sz="2400" kern="0">
                <a:solidFill>
                  <a:srgbClr val="222222"/>
                </a:solidFill>
                <a:latin typeface="Arial"/>
                <a:ea typeface="Arial"/>
                <a:cs typeface="Arial"/>
                <a:sym typeface="Arial"/>
              </a:rPr>
              <a:t>from sick to healthy </a:t>
            </a:r>
            <a:r>
              <a:rPr lang="en" sz="2400" b="1" kern="0">
                <a:solidFill>
                  <a:srgbClr val="222222"/>
                </a:solidFill>
                <a:latin typeface="Arial"/>
                <a:ea typeface="Arial"/>
                <a:cs typeface="Arial"/>
                <a:sym typeface="Arial"/>
              </a:rPr>
              <a:t>RECOVERY</a:t>
            </a:r>
            <a:endParaRPr sz="2400" b="1" kern="0">
              <a:solidFill>
                <a:srgbClr val="222222"/>
              </a:solidFill>
              <a:latin typeface="Arial"/>
              <a:ea typeface="Arial"/>
              <a:cs typeface="Arial"/>
              <a:sym typeface="Arial"/>
            </a:endParaRPr>
          </a:p>
          <a:p>
            <a:pPr algn="ctr" defTabSz="1219170">
              <a:buClr>
                <a:srgbClr val="000000"/>
              </a:buClr>
              <a:buSzPts val="1800"/>
            </a:pPr>
            <a:endParaRPr sz="2400" kern="0">
              <a:solidFill>
                <a:srgbClr val="222222"/>
              </a:solidFill>
              <a:latin typeface="Arial"/>
              <a:ea typeface="Arial"/>
              <a:cs typeface="Arial"/>
              <a:sym typeface="Arial"/>
            </a:endParaRPr>
          </a:p>
          <a:p>
            <a:pPr algn="ctr" defTabSz="1219170">
              <a:buClr>
                <a:srgbClr val="000000"/>
              </a:buClr>
              <a:buSzPts val="1800"/>
            </a:pPr>
            <a:r>
              <a:rPr lang="en" sz="2400" kern="0">
                <a:solidFill>
                  <a:srgbClr val="222222"/>
                </a:solidFill>
                <a:latin typeface="Arial"/>
                <a:ea typeface="Arial"/>
                <a:cs typeface="Arial"/>
                <a:sym typeface="Arial"/>
              </a:rPr>
              <a:t>depends </a:t>
            </a:r>
            <a:r>
              <a:rPr lang="en" sz="2400" b="1" kern="0">
                <a:solidFill>
                  <a:srgbClr val="222222"/>
                </a:solidFill>
                <a:latin typeface="Arial"/>
                <a:ea typeface="Arial"/>
                <a:cs typeface="Arial"/>
                <a:sym typeface="Arial"/>
              </a:rPr>
              <a:t>only </a:t>
            </a:r>
            <a:r>
              <a:rPr lang="en" sz="2400" kern="0">
                <a:solidFill>
                  <a:srgbClr val="222222"/>
                </a:solidFill>
                <a:latin typeface="Arial"/>
                <a:ea typeface="Arial"/>
                <a:cs typeface="Arial"/>
                <a:sym typeface="Arial"/>
              </a:rPr>
              <a:t>on </a:t>
            </a:r>
            <a:r>
              <a:rPr lang="en" sz="2400" b="1" kern="0">
                <a:solidFill>
                  <a:srgbClr val="222222"/>
                </a:solidFill>
                <a:latin typeface="Arial"/>
                <a:ea typeface="Arial"/>
                <a:cs typeface="Arial"/>
                <a:sym typeface="Arial"/>
              </a:rPr>
              <a:t>sick individual</a:t>
            </a:r>
            <a:endParaRPr sz="2400" b="1" kern="0">
              <a:solidFill>
                <a:srgbClr val="222222"/>
              </a:solidFill>
              <a:latin typeface="Arial"/>
              <a:ea typeface="Arial"/>
              <a:cs typeface="Arial"/>
              <a:sym typeface="Arial"/>
            </a:endParaRPr>
          </a:p>
        </p:txBody>
      </p:sp>
      <p:grpSp>
        <p:nvGrpSpPr>
          <p:cNvPr id="1756" name="Google Shape;1756;p130"/>
          <p:cNvGrpSpPr/>
          <p:nvPr/>
        </p:nvGrpSpPr>
        <p:grpSpPr>
          <a:xfrm>
            <a:off x="8378700" y="3554935"/>
            <a:ext cx="2969261" cy="1513731"/>
            <a:chOff x="8378700" y="3554933"/>
            <a:chExt cx="2969261" cy="1513730"/>
          </a:xfrm>
        </p:grpSpPr>
        <p:sp>
          <p:nvSpPr>
            <p:cNvPr id="1757" name="Google Shape;1757;p130"/>
            <p:cNvSpPr txBox="1"/>
            <p:nvPr/>
          </p:nvSpPr>
          <p:spPr>
            <a:xfrm>
              <a:off x="9167065" y="3554933"/>
              <a:ext cx="19140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4FB043"/>
                  </a:solidFill>
                  <a:latin typeface="Arial"/>
                  <a:ea typeface="Arial"/>
                  <a:cs typeface="Arial"/>
                  <a:sym typeface="Arial"/>
                </a:rPr>
                <a:t>recovery</a:t>
              </a:r>
              <a:endParaRPr sz="2933" kern="0">
                <a:solidFill>
                  <a:srgbClr val="4FB043"/>
                </a:solidFill>
                <a:latin typeface="Arial"/>
                <a:ea typeface="Arial"/>
                <a:cs typeface="Arial"/>
                <a:sym typeface="Arial"/>
              </a:endParaRPr>
            </a:p>
          </p:txBody>
        </p:sp>
        <p:pic>
          <p:nvPicPr>
            <p:cNvPr id="1758" name="Google Shape;1758;p130"/>
            <p:cNvPicPr preferRelativeResize="0"/>
            <p:nvPr/>
          </p:nvPicPr>
          <p:blipFill rotWithShape="1">
            <a:blip r:embed="rId4">
              <a:alphaModFix/>
            </a:blip>
            <a:srcRect l="29628" r="29928"/>
            <a:stretch/>
          </p:blipFill>
          <p:spPr>
            <a:xfrm>
              <a:off x="10845337" y="3825863"/>
              <a:ext cx="502624" cy="1242800"/>
            </a:xfrm>
            <a:prstGeom prst="rect">
              <a:avLst/>
            </a:prstGeom>
            <a:noFill/>
            <a:ln>
              <a:noFill/>
            </a:ln>
          </p:spPr>
        </p:pic>
        <p:sp>
          <p:nvSpPr>
            <p:cNvPr id="1759" name="Google Shape;1759;p130"/>
            <p:cNvSpPr/>
            <p:nvPr/>
          </p:nvSpPr>
          <p:spPr>
            <a:xfrm flipH="1">
              <a:off x="9243275" y="4170213"/>
              <a:ext cx="1204800" cy="554100"/>
            </a:xfrm>
            <a:prstGeom prst="rightArrow">
              <a:avLst>
                <a:gd name="adj1" fmla="val 50000"/>
                <a:gd name="adj2" fmla="val 50000"/>
              </a:avLst>
            </a:prstGeom>
            <a:solidFill>
              <a:srgbClr val="4FB043"/>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760" name="Google Shape;1760;p130"/>
            <p:cNvPicPr preferRelativeResize="0"/>
            <p:nvPr/>
          </p:nvPicPr>
          <p:blipFill rotWithShape="1">
            <a:blip r:embed="rId3">
              <a:alphaModFix/>
            </a:blip>
            <a:srcRect l="29628" r="29928"/>
            <a:stretch/>
          </p:blipFill>
          <p:spPr>
            <a:xfrm>
              <a:off x="8378700" y="3825863"/>
              <a:ext cx="502624" cy="1242800"/>
            </a:xfrm>
            <a:prstGeom prst="rect">
              <a:avLst/>
            </a:prstGeom>
            <a:noFill/>
            <a:ln>
              <a:noFill/>
            </a:ln>
          </p:spPr>
        </p:pic>
      </p:grpSp>
      <p:pic>
        <p:nvPicPr>
          <p:cNvPr id="1761" name="Google Shape;1761;p130"/>
          <p:cNvPicPr preferRelativeResize="0"/>
          <p:nvPr/>
        </p:nvPicPr>
        <p:blipFill>
          <a:blip r:embed="rId6">
            <a:alphaModFix/>
          </a:blip>
          <a:stretch>
            <a:fillRect/>
          </a:stretch>
        </p:blipFill>
        <p:spPr>
          <a:xfrm>
            <a:off x="3062453" y="6248549"/>
            <a:ext cx="493916" cy="493916"/>
          </a:xfrm>
          <a:prstGeom prst="rect">
            <a:avLst/>
          </a:prstGeom>
          <a:noFill/>
          <a:ln>
            <a:noFill/>
          </a:ln>
        </p:spPr>
      </p:pic>
      <p:pic>
        <p:nvPicPr>
          <p:cNvPr id="1762" name="Google Shape;1762;p130"/>
          <p:cNvPicPr preferRelativeResize="0"/>
          <p:nvPr/>
        </p:nvPicPr>
        <p:blipFill>
          <a:blip r:embed="rId7">
            <a:alphaModFix/>
          </a:blip>
          <a:stretch>
            <a:fillRect/>
          </a:stretch>
        </p:blipFill>
        <p:spPr>
          <a:xfrm>
            <a:off x="2061002" y="6348573"/>
            <a:ext cx="954108" cy="246915"/>
          </a:xfrm>
          <a:prstGeom prst="rect">
            <a:avLst/>
          </a:prstGeom>
          <a:noFill/>
          <a:ln>
            <a:noFill/>
          </a:ln>
        </p:spPr>
      </p:pic>
      <p:sp>
        <p:nvSpPr>
          <p:cNvPr id="1763" name="Google Shape;1763;p130"/>
          <p:cNvSpPr txBox="1"/>
          <p:nvPr/>
        </p:nvSpPr>
        <p:spPr>
          <a:xfrm>
            <a:off x="3731528" y="3962984"/>
            <a:ext cx="457600" cy="697523"/>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933" kern="0">
                <a:solidFill>
                  <a:srgbClr val="000000"/>
                </a:solidFill>
                <a:latin typeface="Arial"/>
                <a:cs typeface="Arial"/>
                <a:sym typeface="Arial"/>
              </a:rPr>
              <a:t>Z</a:t>
            </a:r>
            <a:endParaRPr sz="2933" kern="0">
              <a:solidFill>
                <a:srgbClr val="000000"/>
              </a:solidFill>
              <a:latin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131"/>
          <p:cNvSpPr/>
          <p:nvPr/>
        </p:nvSpPr>
        <p:spPr>
          <a:xfrm>
            <a:off x="513325" y="2629351"/>
            <a:ext cx="4736000" cy="17744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70" name="Google Shape;1770;p131"/>
          <p:cNvSpPr/>
          <p:nvPr/>
        </p:nvSpPr>
        <p:spPr>
          <a:xfrm>
            <a:off x="7025425" y="2629351"/>
            <a:ext cx="4520800" cy="17744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71" name="Google Shape;1771;p131"/>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Flow diagrams for disease transmission </a:t>
            </a:r>
            <a:endParaRPr/>
          </a:p>
        </p:txBody>
      </p:sp>
      <p:sp>
        <p:nvSpPr>
          <p:cNvPr id="1772" name="Google Shape;1772;p131"/>
          <p:cNvSpPr txBox="1"/>
          <p:nvPr/>
        </p:nvSpPr>
        <p:spPr>
          <a:xfrm>
            <a:off x="741925" y="2898326"/>
            <a:ext cx="4230800" cy="112843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6133" kern="0">
                <a:solidFill>
                  <a:srgbClr val="222222"/>
                </a:solidFill>
                <a:latin typeface="Arial"/>
                <a:ea typeface="Arial"/>
                <a:cs typeface="Arial"/>
                <a:sym typeface="Arial"/>
              </a:rPr>
              <a:t>susceptible</a:t>
            </a:r>
            <a:endParaRPr sz="6133" kern="0">
              <a:solidFill>
                <a:srgbClr val="222222"/>
              </a:solidFill>
              <a:latin typeface="Arial"/>
              <a:ea typeface="Arial"/>
              <a:cs typeface="Arial"/>
              <a:sym typeface="Arial"/>
            </a:endParaRPr>
          </a:p>
        </p:txBody>
      </p:sp>
      <p:sp>
        <p:nvSpPr>
          <p:cNvPr id="1773" name="Google Shape;1773;p131"/>
          <p:cNvSpPr txBox="1"/>
          <p:nvPr/>
        </p:nvSpPr>
        <p:spPr>
          <a:xfrm>
            <a:off x="7170475" y="2878652"/>
            <a:ext cx="4230800" cy="112843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6133" kern="0">
                <a:solidFill>
                  <a:srgbClr val="222222"/>
                </a:solidFill>
                <a:latin typeface="Arial"/>
                <a:ea typeface="Arial"/>
                <a:cs typeface="Arial"/>
                <a:sym typeface="Arial"/>
              </a:rPr>
              <a:t>infectious</a:t>
            </a:r>
            <a:endParaRPr sz="6133" kern="0">
              <a:solidFill>
                <a:srgbClr val="222222"/>
              </a:solidFill>
              <a:latin typeface="Arial"/>
              <a:ea typeface="Arial"/>
              <a:cs typeface="Arial"/>
              <a:sym typeface="Arial"/>
            </a:endParaRPr>
          </a:p>
        </p:txBody>
      </p:sp>
      <p:sp>
        <p:nvSpPr>
          <p:cNvPr id="1774" name="Google Shape;1774;p131"/>
          <p:cNvSpPr txBox="1"/>
          <p:nvPr/>
        </p:nvSpPr>
        <p:spPr>
          <a:xfrm>
            <a:off x="5073475" y="819375"/>
            <a:ext cx="24324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FF9900"/>
                </a:solidFill>
                <a:latin typeface="Arial"/>
                <a:ea typeface="Arial"/>
                <a:cs typeface="Arial"/>
                <a:sym typeface="Arial"/>
              </a:rPr>
              <a:t>transmission</a:t>
            </a:r>
            <a:endParaRPr sz="2933" kern="0">
              <a:solidFill>
                <a:srgbClr val="FF9900"/>
              </a:solidFill>
              <a:latin typeface="Arial"/>
              <a:ea typeface="Arial"/>
              <a:cs typeface="Arial"/>
              <a:sym typeface="Arial"/>
            </a:endParaRPr>
          </a:p>
        </p:txBody>
      </p:sp>
      <p:grpSp>
        <p:nvGrpSpPr>
          <p:cNvPr id="1775" name="Google Shape;1775;p131"/>
          <p:cNvGrpSpPr/>
          <p:nvPr/>
        </p:nvGrpSpPr>
        <p:grpSpPr>
          <a:xfrm>
            <a:off x="4728851" y="4585200"/>
            <a:ext cx="2969261" cy="1513712"/>
            <a:chOff x="8378700" y="3554950"/>
            <a:chExt cx="2969261" cy="1513713"/>
          </a:xfrm>
        </p:grpSpPr>
        <p:sp>
          <p:nvSpPr>
            <p:cNvPr id="1776" name="Google Shape;1776;p131"/>
            <p:cNvSpPr txBox="1"/>
            <p:nvPr/>
          </p:nvSpPr>
          <p:spPr>
            <a:xfrm>
              <a:off x="8899185" y="3554950"/>
              <a:ext cx="18690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4FB043"/>
                  </a:solidFill>
                  <a:latin typeface="Arial"/>
                  <a:ea typeface="Arial"/>
                  <a:cs typeface="Arial"/>
                  <a:sym typeface="Arial"/>
                </a:rPr>
                <a:t>recovery</a:t>
              </a:r>
              <a:endParaRPr sz="2933" kern="0">
                <a:solidFill>
                  <a:srgbClr val="4FB043"/>
                </a:solidFill>
                <a:latin typeface="Arial"/>
                <a:ea typeface="Arial"/>
                <a:cs typeface="Arial"/>
                <a:sym typeface="Arial"/>
              </a:endParaRPr>
            </a:p>
          </p:txBody>
        </p:sp>
        <p:pic>
          <p:nvPicPr>
            <p:cNvPr id="1777" name="Google Shape;1777;p131"/>
            <p:cNvPicPr preferRelativeResize="0"/>
            <p:nvPr/>
          </p:nvPicPr>
          <p:blipFill rotWithShape="1">
            <a:blip r:embed="rId3">
              <a:alphaModFix/>
            </a:blip>
            <a:srcRect l="29628" r="29928"/>
            <a:stretch/>
          </p:blipFill>
          <p:spPr>
            <a:xfrm>
              <a:off x="10845337" y="3825863"/>
              <a:ext cx="502624" cy="1242800"/>
            </a:xfrm>
            <a:prstGeom prst="rect">
              <a:avLst/>
            </a:prstGeom>
            <a:noFill/>
            <a:ln>
              <a:noFill/>
            </a:ln>
          </p:spPr>
        </p:pic>
        <p:sp>
          <p:nvSpPr>
            <p:cNvPr id="1778" name="Google Shape;1778;p131"/>
            <p:cNvSpPr/>
            <p:nvPr/>
          </p:nvSpPr>
          <p:spPr>
            <a:xfrm flipH="1">
              <a:off x="9243275" y="4170213"/>
              <a:ext cx="1204800" cy="554100"/>
            </a:xfrm>
            <a:prstGeom prst="rightArrow">
              <a:avLst>
                <a:gd name="adj1" fmla="val 50000"/>
                <a:gd name="adj2" fmla="val 50000"/>
              </a:avLst>
            </a:prstGeom>
            <a:solidFill>
              <a:srgbClr val="4FB043"/>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779" name="Google Shape;1779;p131"/>
            <p:cNvPicPr preferRelativeResize="0"/>
            <p:nvPr/>
          </p:nvPicPr>
          <p:blipFill rotWithShape="1">
            <a:blip r:embed="rId4">
              <a:alphaModFix/>
            </a:blip>
            <a:srcRect l="29628" r="29928"/>
            <a:stretch/>
          </p:blipFill>
          <p:spPr>
            <a:xfrm>
              <a:off x="8378700" y="3825863"/>
              <a:ext cx="502624" cy="1242800"/>
            </a:xfrm>
            <a:prstGeom prst="rect">
              <a:avLst/>
            </a:prstGeom>
            <a:noFill/>
            <a:ln>
              <a:noFill/>
            </a:ln>
          </p:spPr>
        </p:pic>
      </p:grpSp>
      <p:grpSp>
        <p:nvGrpSpPr>
          <p:cNvPr id="1780" name="Google Shape;1780;p131"/>
          <p:cNvGrpSpPr/>
          <p:nvPr/>
        </p:nvGrpSpPr>
        <p:grpSpPr>
          <a:xfrm>
            <a:off x="4254938" y="1304463"/>
            <a:ext cx="3730049" cy="1248375"/>
            <a:chOff x="8203737" y="3731325"/>
            <a:chExt cx="3730049" cy="1248375"/>
          </a:xfrm>
        </p:grpSpPr>
        <p:pic>
          <p:nvPicPr>
            <p:cNvPr id="1781" name="Google Shape;1781;p131"/>
            <p:cNvPicPr preferRelativeResize="0"/>
            <p:nvPr/>
          </p:nvPicPr>
          <p:blipFill rotWithShape="1">
            <a:blip r:embed="rId3">
              <a:alphaModFix/>
            </a:blip>
            <a:srcRect l="29628" r="29928"/>
            <a:stretch/>
          </p:blipFill>
          <p:spPr>
            <a:xfrm>
              <a:off x="8203737" y="3731325"/>
              <a:ext cx="502624" cy="1242800"/>
            </a:xfrm>
            <a:prstGeom prst="rect">
              <a:avLst/>
            </a:prstGeom>
            <a:noFill/>
            <a:ln>
              <a:noFill/>
            </a:ln>
          </p:spPr>
        </p:pic>
        <p:pic>
          <p:nvPicPr>
            <p:cNvPr id="1782" name="Google Shape;1782;p131"/>
            <p:cNvPicPr preferRelativeResize="0"/>
            <p:nvPr/>
          </p:nvPicPr>
          <p:blipFill rotWithShape="1">
            <a:blip r:embed="rId4">
              <a:alphaModFix/>
            </a:blip>
            <a:srcRect l="29628" r="29928"/>
            <a:stretch/>
          </p:blipFill>
          <p:spPr>
            <a:xfrm>
              <a:off x="9043675" y="3736900"/>
              <a:ext cx="502624" cy="1242800"/>
            </a:xfrm>
            <a:prstGeom prst="rect">
              <a:avLst/>
            </a:prstGeom>
            <a:noFill/>
            <a:ln>
              <a:noFill/>
            </a:ln>
          </p:spPr>
        </p:pic>
        <p:sp>
          <p:nvSpPr>
            <p:cNvPr id="1783" name="Google Shape;1783;p131"/>
            <p:cNvSpPr/>
            <p:nvPr/>
          </p:nvSpPr>
          <p:spPr>
            <a:xfrm rot="10800000" flipH="1">
              <a:off x="9700475" y="4157438"/>
              <a:ext cx="1204800" cy="5541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784" name="Google Shape;1784;p131"/>
            <p:cNvPicPr preferRelativeResize="0"/>
            <p:nvPr/>
          </p:nvPicPr>
          <p:blipFill rotWithShape="1">
            <a:blip r:embed="rId3">
              <a:alphaModFix/>
            </a:blip>
            <a:srcRect l="29628" r="29928"/>
            <a:stretch/>
          </p:blipFill>
          <p:spPr>
            <a:xfrm>
              <a:off x="10928762" y="3731325"/>
              <a:ext cx="502624" cy="1242800"/>
            </a:xfrm>
            <a:prstGeom prst="rect">
              <a:avLst/>
            </a:prstGeom>
            <a:noFill/>
            <a:ln>
              <a:noFill/>
            </a:ln>
          </p:spPr>
        </p:pic>
        <p:pic>
          <p:nvPicPr>
            <p:cNvPr id="1785" name="Google Shape;1785;p131"/>
            <p:cNvPicPr preferRelativeResize="0"/>
            <p:nvPr/>
          </p:nvPicPr>
          <p:blipFill rotWithShape="1">
            <a:blip r:embed="rId3">
              <a:alphaModFix/>
            </a:blip>
            <a:srcRect l="29628" r="29928"/>
            <a:stretch/>
          </p:blipFill>
          <p:spPr>
            <a:xfrm>
              <a:off x="11431162" y="3731325"/>
              <a:ext cx="502624" cy="1242800"/>
            </a:xfrm>
            <a:prstGeom prst="rect">
              <a:avLst/>
            </a:prstGeom>
            <a:noFill/>
            <a:ln>
              <a:noFill/>
            </a:ln>
          </p:spPr>
        </p:pic>
        <p:sp>
          <p:nvSpPr>
            <p:cNvPr id="1786" name="Google Shape;1786;p131"/>
            <p:cNvSpPr txBox="1"/>
            <p:nvPr/>
          </p:nvSpPr>
          <p:spPr>
            <a:xfrm>
              <a:off x="8672100" y="4121150"/>
              <a:ext cx="502500" cy="677094"/>
            </a:xfrm>
            <a:prstGeom prst="rect">
              <a:avLst/>
            </a:prstGeom>
            <a:noFill/>
            <a:ln>
              <a:noFill/>
            </a:ln>
          </p:spPr>
          <p:txBody>
            <a:bodyPr spcFirstLastPara="1" wrap="square" lIns="91433" tIns="91433" rIns="91433" bIns="91433" anchor="t" anchorCtr="0">
              <a:spAutoFit/>
            </a:bodyPr>
            <a:lstStyle/>
            <a:p>
              <a:pPr defTabSz="1219170">
                <a:buClr>
                  <a:srgbClr val="000000"/>
                </a:buClr>
                <a:buSzPts val="2400"/>
              </a:pPr>
              <a:r>
                <a:rPr lang="en" sz="3200" kern="0">
                  <a:solidFill>
                    <a:srgbClr val="222222"/>
                  </a:solidFill>
                  <a:latin typeface="Arial"/>
                  <a:ea typeface="Arial"/>
                  <a:cs typeface="Arial"/>
                  <a:sym typeface="Arial"/>
                </a:rPr>
                <a:t>+</a:t>
              </a:r>
              <a:endParaRPr sz="3200" kern="0">
                <a:solidFill>
                  <a:srgbClr val="222222"/>
                </a:solidFill>
                <a:latin typeface="Arial"/>
                <a:ea typeface="Arial"/>
                <a:cs typeface="Arial"/>
                <a:sym typeface="Arial"/>
              </a:endParaRPr>
            </a:p>
          </p:txBody>
        </p:sp>
      </p:grpSp>
      <p:pic>
        <p:nvPicPr>
          <p:cNvPr id="1787" name="Google Shape;1787;p131"/>
          <p:cNvPicPr preferRelativeResize="0"/>
          <p:nvPr/>
        </p:nvPicPr>
        <p:blipFill>
          <a:blip r:embed="rId5">
            <a:alphaModFix/>
          </a:blip>
          <a:stretch>
            <a:fillRect/>
          </a:stretch>
        </p:blipFill>
        <p:spPr>
          <a:xfrm>
            <a:off x="3062453" y="6248549"/>
            <a:ext cx="493916" cy="493916"/>
          </a:xfrm>
          <a:prstGeom prst="rect">
            <a:avLst/>
          </a:prstGeom>
          <a:noFill/>
          <a:ln>
            <a:noFill/>
          </a:ln>
        </p:spPr>
      </p:pic>
      <p:pic>
        <p:nvPicPr>
          <p:cNvPr id="1788" name="Google Shape;1788;p131"/>
          <p:cNvPicPr preferRelativeResize="0"/>
          <p:nvPr/>
        </p:nvPicPr>
        <p:blipFill>
          <a:blip r:embed="rId6">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93"/>
        <p:cNvGrpSpPr/>
        <p:nvPr/>
      </p:nvGrpSpPr>
      <p:grpSpPr>
        <a:xfrm>
          <a:off x="0" y="0"/>
          <a:ext cx="0" cy="0"/>
          <a:chOff x="0" y="0"/>
          <a:chExt cx="0" cy="0"/>
        </a:xfrm>
      </p:grpSpPr>
      <p:sp>
        <p:nvSpPr>
          <p:cNvPr id="1794" name="Google Shape;1794;p132"/>
          <p:cNvSpPr/>
          <p:nvPr/>
        </p:nvSpPr>
        <p:spPr>
          <a:xfrm>
            <a:off x="513325" y="2629351"/>
            <a:ext cx="4736000" cy="17744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95" name="Google Shape;1795;p132"/>
          <p:cNvSpPr/>
          <p:nvPr/>
        </p:nvSpPr>
        <p:spPr>
          <a:xfrm>
            <a:off x="7025425" y="2629351"/>
            <a:ext cx="4520800" cy="17744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796" name="Google Shape;1796;p132"/>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Flow diagrams for disease transmission </a:t>
            </a:r>
            <a:endParaRPr/>
          </a:p>
        </p:txBody>
      </p:sp>
      <p:sp>
        <p:nvSpPr>
          <p:cNvPr id="1797" name="Google Shape;1797;p132"/>
          <p:cNvSpPr txBox="1"/>
          <p:nvPr/>
        </p:nvSpPr>
        <p:spPr>
          <a:xfrm>
            <a:off x="741925" y="2898326"/>
            <a:ext cx="4230800" cy="112843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6133" kern="0">
                <a:solidFill>
                  <a:srgbClr val="222222"/>
                </a:solidFill>
                <a:latin typeface="Arial"/>
                <a:ea typeface="Arial"/>
                <a:cs typeface="Arial"/>
                <a:sym typeface="Arial"/>
              </a:rPr>
              <a:t>susceptible</a:t>
            </a:r>
            <a:endParaRPr sz="6133" kern="0">
              <a:solidFill>
                <a:srgbClr val="222222"/>
              </a:solidFill>
              <a:latin typeface="Arial"/>
              <a:ea typeface="Arial"/>
              <a:cs typeface="Arial"/>
              <a:sym typeface="Arial"/>
            </a:endParaRPr>
          </a:p>
        </p:txBody>
      </p:sp>
      <p:sp>
        <p:nvSpPr>
          <p:cNvPr id="1798" name="Google Shape;1798;p132"/>
          <p:cNvSpPr txBox="1"/>
          <p:nvPr/>
        </p:nvSpPr>
        <p:spPr>
          <a:xfrm>
            <a:off x="7170475" y="2878652"/>
            <a:ext cx="4230800" cy="112843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6133" kern="0">
                <a:solidFill>
                  <a:srgbClr val="222222"/>
                </a:solidFill>
                <a:latin typeface="Arial"/>
                <a:ea typeface="Arial"/>
                <a:cs typeface="Arial"/>
                <a:sym typeface="Arial"/>
              </a:rPr>
              <a:t>infectious</a:t>
            </a:r>
            <a:endParaRPr sz="6133" kern="0">
              <a:solidFill>
                <a:srgbClr val="222222"/>
              </a:solidFill>
              <a:latin typeface="Arial"/>
              <a:ea typeface="Arial"/>
              <a:cs typeface="Arial"/>
              <a:sym typeface="Arial"/>
            </a:endParaRPr>
          </a:p>
        </p:txBody>
      </p:sp>
      <p:sp>
        <p:nvSpPr>
          <p:cNvPr id="1799" name="Google Shape;1799;p132"/>
          <p:cNvSpPr/>
          <p:nvPr/>
        </p:nvSpPr>
        <p:spPr>
          <a:xfrm flipH="1">
            <a:off x="5534875" y="3945625"/>
            <a:ext cx="1204800" cy="554000"/>
          </a:xfrm>
          <a:prstGeom prst="rightArrow">
            <a:avLst>
              <a:gd name="adj1" fmla="val 50000"/>
              <a:gd name="adj2" fmla="val 50000"/>
            </a:avLst>
          </a:prstGeom>
          <a:solidFill>
            <a:srgbClr val="4FB043"/>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00" name="Google Shape;1800;p132"/>
          <p:cNvSpPr/>
          <p:nvPr/>
        </p:nvSpPr>
        <p:spPr>
          <a:xfrm rot="10800000" flipH="1">
            <a:off x="5611075" y="2629451"/>
            <a:ext cx="1204800" cy="5540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01" name="Google Shape;1801;p132"/>
          <p:cNvSpPr txBox="1"/>
          <p:nvPr/>
        </p:nvSpPr>
        <p:spPr>
          <a:xfrm>
            <a:off x="5283865" y="4499734"/>
            <a:ext cx="18524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4FB043"/>
                </a:solidFill>
                <a:latin typeface="Arial"/>
                <a:ea typeface="Arial"/>
                <a:cs typeface="Arial"/>
                <a:sym typeface="Arial"/>
              </a:rPr>
              <a:t>recovery</a:t>
            </a:r>
            <a:endParaRPr sz="2933" kern="0">
              <a:solidFill>
                <a:srgbClr val="4FB043"/>
              </a:solidFill>
              <a:latin typeface="Arial"/>
              <a:ea typeface="Arial"/>
              <a:cs typeface="Arial"/>
              <a:sym typeface="Arial"/>
            </a:endParaRPr>
          </a:p>
        </p:txBody>
      </p:sp>
      <p:sp>
        <p:nvSpPr>
          <p:cNvPr id="1802" name="Google Shape;1802;p132"/>
          <p:cNvSpPr txBox="1"/>
          <p:nvPr/>
        </p:nvSpPr>
        <p:spPr>
          <a:xfrm>
            <a:off x="4997275" y="1111375"/>
            <a:ext cx="24324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FF9900"/>
                </a:solidFill>
                <a:latin typeface="Arial"/>
                <a:ea typeface="Arial"/>
                <a:cs typeface="Arial"/>
                <a:sym typeface="Arial"/>
              </a:rPr>
              <a:t>transmission</a:t>
            </a:r>
            <a:endParaRPr sz="2933" kern="0">
              <a:solidFill>
                <a:srgbClr val="FF9900"/>
              </a:solidFill>
              <a:latin typeface="Arial"/>
              <a:ea typeface="Arial"/>
              <a:cs typeface="Arial"/>
              <a:sym typeface="Arial"/>
            </a:endParaRPr>
          </a:p>
        </p:txBody>
      </p:sp>
      <p:sp>
        <p:nvSpPr>
          <p:cNvPr id="1803" name="Google Shape;1803;p132"/>
          <p:cNvSpPr/>
          <p:nvPr/>
        </p:nvSpPr>
        <p:spPr>
          <a:xfrm flipH="1">
            <a:off x="6096100" y="1807551"/>
            <a:ext cx="2736800" cy="631200"/>
          </a:xfrm>
          <a:prstGeom prst="uturnArrow">
            <a:avLst>
              <a:gd name="adj1" fmla="val 25000"/>
              <a:gd name="adj2" fmla="val 25000"/>
              <a:gd name="adj3" fmla="val 25000"/>
              <a:gd name="adj4" fmla="val 43750"/>
              <a:gd name="adj5" fmla="val 75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04" name="Google Shape;1804;p132"/>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805" name="Google Shape;1805;p132"/>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10"/>
        <p:cNvGrpSpPr/>
        <p:nvPr/>
      </p:nvGrpSpPr>
      <p:grpSpPr>
        <a:xfrm>
          <a:off x="0" y="0"/>
          <a:ext cx="0" cy="0"/>
          <a:chOff x="0" y="0"/>
          <a:chExt cx="0" cy="0"/>
        </a:xfrm>
      </p:grpSpPr>
      <p:sp>
        <p:nvSpPr>
          <p:cNvPr id="1811" name="Google Shape;1811;p133"/>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Flow diagrams for disease transmission </a:t>
            </a:r>
            <a:endParaRPr/>
          </a:p>
        </p:txBody>
      </p:sp>
      <p:grpSp>
        <p:nvGrpSpPr>
          <p:cNvPr id="1812" name="Google Shape;1812;p133"/>
          <p:cNvGrpSpPr/>
          <p:nvPr/>
        </p:nvGrpSpPr>
        <p:grpSpPr>
          <a:xfrm>
            <a:off x="513325" y="1111375"/>
            <a:ext cx="11032800" cy="5271737"/>
            <a:chOff x="513325" y="1111375"/>
            <a:chExt cx="11032800" cy="5271737"/>
          </a:xfrm>
        </p:grpSpPr>
        <p:grpSp>
          <p:nvGrpSpPr>
            <p:cNvPr id="1813" name="Google Shape;1813;p133"/>
            <p:cNvGrpSpPr/>
            <p:nvPr/>
          </p:nvGrpSpPr>
          <p:grpSpPr>
            <a:xfrm>
              <a:off x="513325" y="1111375"/>
              <a:ext cx="11032800" cy="4024353"/>
              <a:chOff x="513325" y="1111375"/>
              <a:chExt cx="11032800" cy="4024353"/>
            </a:xfrm>
          </p:grpSpPr>
          <p:sp>
            <p:nvSpPr>
              <p:cNvPr id="1814" name="Google Shape;1814;p133"/>
              <p:cNvSpPr/>
              <p:nvPr/>
            </p:nvSpPr>
            <p:spPr>
              <a:xfrm>
                <a:off x="513325" y="2629350"/>
                <a:ext cx="4735800" cy="17745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15" name="Google Shape;1815;p133"/>
              <p:cNvSpPr/>
              <p:nvPr/>
            </p:nvSpPr>
            <p:spPr>
              <a:xfrm>
                <a:off x="7025425" y="2629350"/>
                <a:ext cx="4520700" cy="17745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16" name="Google Shape;1816;p133"/>
              <p:cNvSpPr txBox="1"/>
              <p:nvPr/>
            </p:nvSpPr>
            <p:spPr>
              <a:xfrm>
                <a:off x="741925" y="2898325"/>
                <a:ext cx="4230600" cy="112843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6133" kern="0">
                    <a:solidFill>
                      <a:srgbClr val="222222"/>
                    </a:solidFill>
                    <a:latin typeface="Arial"/>
                    <a:ea typeface="Arial"/>
                    <a:cs typeface="Arial"/>
                    <a:sym typeface="Arial"/>
                  </a:rPr>
                  <a:t>susceptible</a:t>
                </a:r>
                <a:endParaRPr sz="6133" kern="0">
                  <a:solidFill>
                    <a:srgbClr val="222222"/>
                  </a:solidFill>
                  <a:latin typeface="Arial"/>
                  <a:ea typeface="Arial"/>
                  <a:cs typeface="Arial"/>
                  <a:sym typeface="Arial"/>
                </a:endParaRPr>
              </a:p>
            </p:txBody>
          </p:sp>
          <p:sp>
            <p:nvSpPr>
              <p:cNvPr id="1817" name="Google Shape;1817;p133"/>
              <p:cNvSpPr txBox="1"/>
              <p:nvPr/>
            </p:nvSpPr>
            <p:spPr>
              <a:xfrm>
                <a:off x="7170476" y="2878650"/>
                <a:ext cx="4230600" cy="112843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6133" kern="0">
                    <a:solidFill>
                      <a:srgbClr val="222222"/>
                    </a:solidFill>
                    <a:latin typeface="Arial"/>
                    <a:ea typeface="Arial"/>
                    <a:cs typeface="Arial"/>
                    <a:sym typeface="Arial"/>
                  </a:rPr>
                  <a:t>infectious</a:t>
                </a:r>
                <a:endParaRPr sz="6133" kern="0">
                  <a:solidFill>
                    <a:srgbClr val="222222"/>
                  </a:solidFill>
                  <a:latin typeface="Arial"/>
                  <a:ea typeface="Arial"/>
                  <a:cs typeface="Arial"/>
                  <a:sym typeface="Arial"/>
                </a:endParaRPr>
              </a:p>
            </p:txBody>
          </p:sp>
          <p:sp>
            <p:nvSpPr>
              <p:cNvPr id="1818" name="Google Shape;1818;p133"/>
              <p:cNvSpPr/>
              <p:nvPr/>
            </p:nvSpPr>
            <p:spPr>
              <a:xfrm flipH="1">
                <a:off x="5534875" y="3945625"/>
                <a:ext cx="1204800" cy="554100"/>
              </a:xfrm>
              <a:prstGeom prst="rightArrow">
                <a:avLst>
                  <a:gd name="adj1" fmla="val 50000"/>
                  <a:gd name="adj2" fmla="val 50000"/>
                </a:avLst>
              </a:prstGeom>
              <a:solidFill>
                <a:srgbClr val="4FB043"/>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19" name="Google Shape;1819;p133"/>
              <p:cNvSpPr/>
              <p:nvPr/>
            </p:nvSpPr>
            <p:spPr>
              <a:xfrm rot="10800000" flipH="1">
                <a:off x="5611075" y="2629350"/>
                <a:ext cx="1204800" cy="5541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20" name="Google Shape;1820;p133"/>
              <p:cNvSpPr txBox="1"/>
              <p:nvPr/>
            </p:nvSpPr>
            <p:spPr>
              <a:xfrm>
                <a:off x="5290200" y="4499734"/>
                <a:ext cx="18459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4FB043"/>
                    </a:solidFill>
                    <a:latin typeface="Arial"/>
                    <a:ea typeface="Arial"/>
                    <a:cs typeface="Arial"/>
                    <a:sym typeface="Arial"/>
                  </a:rPr>
                  <a:t>recovery</a:t>
                </a:r>
                <a:endParaRPr sz="2933" kern="0">
                  <a:solidFill>
                    <a:srgbClr val="4FB043"/>
                  </a:solidFill>
                  <a:latin typeface="Arial"/>
                  <a:ea typeface="Arial"/>
                  <a:cs typeface="Arial"/>
                  <a:sym typeface="Arial"/>
                </a:endParaRPr>
              </a:p>
            </p:txBody>
          </p:sp>
          <p:sp>
            <p:nvSpPr>
              <p:cNvPr id="1821" name="Google Shape;1821;p133"/>
              <p:cNvSpPr txBox="1"/>
              <p:nvPr/>
            </p:nvSpPr>
            <p:spPr>
              <a:xfrm>
                <a:off x="4997276" y="1111375"/>
                <a:ext cx="24324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FF9900"/>
                    </a:solidFill>
                    <a:latin typeface="Arial"/>
                    <a:ea typeface="Arial"/>
                    <a:cs typeface="Arial"/>
                    <a:sym typeface="Arial"/>
                  </a:rPr>
                  <a:t>transmission</a:t>
                </a:r>
                <a:endParaRPr sz="2933" kern="0">
                  <a:solidFill>
                    <a:srgbClr val="FF9900"/>
                  </a:solidFill>
                  <a:latin typeface="Arial"/>
                  <a:ea typeface="Arial"/>
                  <a:cs typeface="Arial"/>
                  <a:sym typeface="Arial"/>
                </a:endParaRPr>
              </a:p>
            </p:txBody>
          </p:sp>
          <p:sp>
            <p:nvSpPr>
              <p:cNvPr id="1822" name="Google Shape;1822;p133"/>
              <p:cNvSpPr/>
              <p:nvPr/>
            </p:nvSpPr>
            <p:spPr>
              <a:xfrm flipH="1">
                <a:off x="6096000" y="1807550"/>
                <a:ext cx="2736900" cy="631200"/>
              </a:xfrm>
              <a:prstGeom prst="uturnArrow">
                <a:avLst>
                  <a:gd name="adj1" fmla="val 25000"/>
                  <a:gd name="adj2" fmla="val 25000"/>
                  <a:gd name="adj3" fmla="val 25000"/>
                  <a:gd name="adj4" fmla="val 43750"/>
                  <a:gd name="adj5" fmla="val 75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grpSp>
        <p:sp>
          <p:nvSpPr>
            <p:cNvPr id="1823" name="Google Shape;1823;p133"/>
            <p:cNvSpPr txBox="1"/>
            <p:nvPr/>
          </p:nvSpPr>
          <p:spPr>
            <a:xfrm>
              <a:off x="4685876" y="5480250"/>
              <a:ext cx="3055200" cy="902862"/>
            </a:xfrm>
            <a:prstGeom prst="rect">
              <a:avLst/>
            </a:prstGeom>
            <a:noFill/>
            <a:ln>
              <a:noFill/>
            </a:ln>
          </p:spPr>
          <p:txBody>
            <a:bodyPr spcFirstLastPara="1" wrap="square" lIns="91433" tIns="91433" rIns="91433" bIns="91433" anchor="t" anchorCtr="0">
              <a:spAutoFit/>
            </a:bodyPr>
            <a:lstStyle/>
            <a:p>
              <a:pPr defTabSz="1219170">
                <a:buClr>
                  <a:srgbClr val="000000"/>
                </a:buClr>
                <a:buSzPts val="3500"/>
              </a:pPr>
              <a:r>
                <a:rPr lang="en" sz="4667" i="1" kern="0">
                  <a:solidFill>
                    <a:srgbClr val="222222"/>
                  </a:solidFill>
                  <a:latin typeface="Arial"/>
                  <a:ea typeface="Arial"/>
                  <a:cs typeface="Arial"/>
                  <a:sym typeface="Arial"/>
                </a:rPr>
                <a:t>SIS model</a:t>
              </a:r>
              <a:endParaRPr sz="4667" i="1" kern="0">
                <a:solidFill>
                  <a:srgbClr val="222222"/>
                </a:solidFill>
                <a:latin typeface="Arial"/>
                <a:ea typeface="Arial"/>
                <a:cs typeface="Arial"/>
                <a:sym typeface="Arial"/>
              </a:endParaRPr>
            </a:p>
          </p:txBody>
        </p:sp>
      </p:grpSp>
      <p:pic>
        <p:nvPicPr>
          <p:cNvPr id="1824" name="Google Shape;1824;p133"/>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825" name="Google Shape;1825;p133"/>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30"/>
        <p:cNvGrpSpPr/>
        <p:nvPr/>
      </p:nvGrpSpPr>
      <p:grpSpPr>
        <a:xfrm>
          <a:off x="0" y="0"/>
          <a:ext cx="0" cy="0"/>
          <a:chOff x="0" y="0"/>
          <a:chExt cx="0" cy="0"/>
        </a:xfrm>
      </p:grpSpPr>
      <p:sp>
        <p:nvSpPr>
          <p:cNvPr id="1831" name="Google Shape;1831;p134"/>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Flow diagrams for disease transmission </a:t>
            </a:r>
            <a:endParaRPr/>
          </a:p>
        </p:txBody>
      </p:sp>
      <p:grpSp>
        <p:nvGrpSpPr>
          <p:cNvPr id="1832" name="Google Shape;1832;p134"/>
          <p:cNvGrpSpPr/>
          <p:nvPr/>
        </p:nvGrpSpPr>
        <p:grpSpPr>
          <a:xfrm>
            <a:off x="513325" y="1111375"/>
            <a:ext cx="11032800" cy="5271737"/>
            <a:chOff x="513325" y="1111375"/>
            <a:chExt cx="11032800" cy="5271737"/>
          </a:xfrm>
        </p:grpSpPr>
        <p:grpSp>
          <p:nvGrpSpPr>
            <p:cNvPr id="1833" name="Google Shape;1833;p134"/>
            <p:cNvGrpSpPr/>
            <p:nvPr/>
          </p:nvGrpSpPr>
          <p:grpSpPr>
            <a:xfrm>
              <a:off x="513325" y="1111375"/>
              <a:ext cx="11032800" cy="4024352"/>
              <a:chOff x="513325" y="1111375"/>
              <a:chExt cx="11032800" cy="4024352"/>
            </a:xfrm>
          </p:grpSpPr>
          <p:sp>
            <p:nvSpPr>
              <p:cNvPr id="1834" name="Google Shape;1834;p134"/>
              <p:cNvSpPr/>
              <p:nvPr/>
            </p:nvSpPr>
            <p:spPr>
              <a:xfrm>
                <a:off x="513325" y="2629350"/>
                <a:ext cx="4735800" cy="17745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35" name="Google Shape;1835;p134"/>
              <p:cNvSpPr/>
              <p:nvPr/>
            </p:nvSpPr>
            <p:spPr>
              <a:xfrm>
                <a:off x="7025425" y="2629350"/>
                <a:ext cx="4520700" cy="17745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36" name="Google Shape;1836;p134"/>
              <p:cNvSpPr txBox="1"/>
              <p:nvPr/>
            </p:nvSpPr>
            <p:spPr>
              <a:xfrm>
                <a:off x="513333" y="2898333"/>
                <a:ext cx="4735800" cy="964417"/>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5067" kern="0">
                    <a:solidFill>
                      <a:srgbClr val="222222"/>
                    </a:solidFill>
                    <a:latin typeface="Arial"/>
                    <a:cs typeface="Arial"/>
                    <a:sym typeface="Arial"/>
                  </a:rPr>
                  <a:t>s</a:t>
                </a:r>
                <a:r>
                  <a:rPr lang="en" sz="5067" kern="0">
                    <a:solidFill>
                      <a:srgbClr val="222222"/>
                    </a:solidFill>
                    <a:latin typeface="Arial"/>
                    <a:ea typeface="Arial"/>
                    <a:cs typeface="Arial"/>
                    <a:sym typeface="Arial"/>
                  </a:rPr>
                  <a:t>usceptible (S)</a:t>
                </a:r>
                <a:r>
                  <a:rPr lang="en" sz="4933" kern="0">
                    <a:solidFill>
                      <a:srgbClr val="222222"/>
                    </a:solidFill>
                    <a:latin typeface="Arial"/>
                    <a:ea typeface="Arial"/>
                    <a:cs typeface="Arial"/>
                    <a:sym typeface="Arial"/>
                  </a:rPr>
                  <a:t> </a:t>
                </a:r>
                <a:endParaRPr sz="4933" kern="0">
                  <a:solidFill>
                    <a:srgbClr val="222222"/>
                  </a:solidFill>
                  <a:latin typeface="Arial"/>
                  <a:ea typeface="Arial"/>
                  <a:cs typeface="Arial"/>
                  <a:sym typeface="Arial"/>
                </a:endParaRPr>
              </a:p>
            </p:txBody>
          </p:sp>
          <p:sp>
            <p:nvSpPr>
              <p:cNvPr id="1837" name="Google Shape;1837;p134"/>
              <p:cNvSpPr txBox="1"/>
              <p:nvPr/>
            </p:nvSpPr>
            <p:spPr>
              <a:xfrm>
                <a:off x="7170476" y="2878650"/>
                <a:ext cx="4230600" cy="1066881"/>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4600"/>
                </a:pPr>
                <a:r>
                  <a:rPr lang="en" sz="5733" kern="0">
                    <a:solidFill>
                      <a:srgbClr val="222222"/>
                    </a:solidFill>
                    <a:latin typeface="Arial"/>
                    <a:cs typeface="Arial"/>
                    <a:sym typeface="Arial"/>
                  </a:rPr>
                  <a:t>i</a:t>
                </a:r>
                <a:r>
                  <a:rPr lang="en" sz="5733" kern="0">
                    <a:solidFill>
                      <a:srgbClr val="222222"/>
                    </a:solidFill>
                    <a:latin typeface="Arial"/>
                    <a:ea typeface="Arial"/>
                    <a:cs typeface="Arial"/>
                    <a:sym typeface="Arial"/>
                  </a:rPr>
                  <a:t>nfectious (I)</a:t>
                </a:r>
                <a:endParaRPr sz="5733" kern="0">
                  <a:solidFill>
                    <a:srgbClr val="222222"/>
                  </a:solidFill>
                  <a:latin typeface="Arial"/>
                  <a:ea typeface="Arial"/>
                  <a:cs typeface="Arial"/>
                  <a:sym typeface="Arial"/>
                </a:endParaRPr>
              </a:p>
            </p:txBody>
          </p:sp>
          <p:sp>
            <p:nvSpPr>
              <p:cNvPr id="1838" name="Google Shape;1838;p134"/>
              <p:cNvSpPr/>
              <p:nvPr/>
            </p:nvSpPr>
            <p:spPr>
              <a:xfrm flipH="1">
                <a:off x="5534875" y="3945625"/>
                <a:ext cx="1204800" cy="554100"/>
              </a:xfrm>
              <a:prstGeom prst="rightArrow">
                <a:avLst>
                  <a:gd name="adj1" fmla="val 50000"/>
                  <a:gd name="adj2" fmla="val 50000"/>
                </a:avLst>
              </a:prstGeom>
              <a:solidFill>
                <a:srgbClr val="4FB043"/>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39" name="Google Shape;1839;p134"/>
              <p:cNvSpPr/>
              <p:nvPr/>
            </p:nvSpPr>
            <p:spPr>
              <a:xfrm rot="10800000" flipH="1">
                <a:off x="5611075" y="2629350"/>
                <a:ext cx="1204800" cy="5541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40" name="Google Shape;1840;p134"/>
              <p:cNvSpPr txBox="1"/>
              <p:nvPr/>
            </p:nvSpPr>
            <p:spPr>
              <a:xfrm>
                <a:off x="5290200" y="4499733"/>
                <a:ext cx="18459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4FB043"/>
                    </a:solidFill>
                    <a:latin typeface="Arial"/>
                    <a:ea typeface="Arial"/>
                    <a:cs typeface="Arial"/>
                    <a:sym typeface="Arial"/>
                  </a:rPr>
                  <a:t>recovery</a:t>
                </a:r>
                <a:endParaRPr sz="2933" kern="0">
                  <a:solidFill>
                    <a:srgbClr val="4FB043"/>
                  </a:solidFill>
                  <a:latin typeface="Arial"/>
                  <a:ea typeface="Arial"/>
                  <a:cs typeface="Arial"/>
                  <a:sym typeface="Arial"/>
                </a:endParaRPr>
              </a:p>
            </p:txBody>
          </p:sp>
          <p:sp>
            <p:nvSpPr>
              <p:cNvPr id="1841" name="Google Shape;1841;p134"/>
              <p:cNvSpPr txBox="1"/>
              <p:nvPr/>
            </p:nvSpPr>
            <p:spPr>
              <a:xfrm>
                <a:off x="4997276" y="1111375"/>
                <a:ext cx="2432400" cy="635994"/>
              </a:xfrm>
              <a:prstGeom prst="rect">
                <a:avLst/>
              </a:prstGeom>
              <a:noFill/>
              <a:ln>
                <a:noFill/>
              </a:ln>
            </p:spPr>
            <p:txBody>
              <a:bodyPr spcFirstLastPara="1" wrap="square" lIns="91433" tIns="91433" rIns="91433" bIns="91433" anchor="t" anchorCtr="0">
                <a:spAutoFit/>
              </a:bodyPr>
              <a:lstStyle/>
              <a:p>
                <a:pPr defTabSz="1219170">
                  <a:buClr>
                    <a:srgbClr val="000000"/>
                  </a:buClr>
                  <a:buSzPts val="2200"/>
                </a:pPr>
                <a:r>
                  <a:rPr lang="en" sz="2933" kern="0">
                    <a:solidFill>
                      <a:srgbClr val="FF9900"/>
                    </a:solidFill>
                    <a:latin typeface="Arial"/>
                    <a:ea typeface="Arial"/>
                    <a:cs typeface="Arial"/>
                    <a:sym typeface="Arial"/>
                  </a:rPr>
                  <a:t>transmission</a:t>
                </a:r>
                <a:endParaRPr sz="2933" kern="0">
                  <a:solidFill>
                    <a:srgbClr val="FF9900"/>
                  </a:solidFill>
                  <a:latin typeface="Arial"/>
                  <a:ea typeface="Arial"/>
                  <a:cs typeface="Arial"/>
                  <a:sym typeface="Arial"/>
                </a:endParaRPr>
              </a:p>
            </p:txBody>
          </p:sp>
          <p:sp>
            <p:nvSpPr>
              <p:cNvPr id="1842" name="Google Shape;1842;p134"/>
              <p:cNvSpPr/>
              <p:nvPr/>
            </p:nvSpPr>
            <p:spPr>
              <a:xfrm flipH="1">
                <a:off x="6096000" y="1807550"/>
                <a:ext cx="2736900" cy="631200"/>
              </a:xfrm>
              <a:prstGeom prst="uturnArrow">
                <a:avLst>
                  <a:gd name="adj1" fmla="val 25000"/>
                  <a:gd name="adj2" fmla="val 25000"/>
                  <a:gd name="adj3" fmla="val 25000"/>
                  <a:gd name="adj4" fmla="val 43750"/>
                  <a:gd name="adj5" fmla="val 75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grpSp>
        <p:sp>
          <p:nvSpPr>
            <p:cNvPr id="1843" name="Google Shape;1843;p134"/>
            <p:cNvSpPr txBox="1"/>
            <p:nvPr/>
          </p:nvSpPr>
          <p:spPr>
            <a:xfrm>
              <a:off x="4685876" y="5480250"/>
              <a:ext cx="3055200" cy="902862"/>
            </a:xfrm>
            <a:prstGeom prst="rect">
              <a:avLst/>
            </a:prstGeom>
            <a:noFill/>
            <a:ln>
              <a:noFill/>
            </a:ln>
          </p:spPr>
          <p:txBody>
            <a:bodyPr spcFirstLastPara="1" wrap="square" lIns="91433" tIns="91433" rIns="91433" bIns="91433" anchor="t" anchorCtr="0">
              <a:spAutoFit/>
            </a:bodyPr>
            <a:lstStyle/>
            <a:p>
              <a:pPr defTabSz="1219170">
                <a:buClr>
                  <a:srgbClr val="000000"/>
                </a:buClr>
                <a:buSzPts val="3500"/>
              </a:pPr>
              <a:r>
                <a:rPr lang="en" sz="4667" i="1" kern="0">
                  <a:solidFill>
                    <a:srgbClr val="222222"/>
                  </a:solidFill>
                  <a:latin typeface="Arial"/>
                  <a:ea typeface="Arial"/>
                  <a:cs typeface="Arial"/>
                  <a:sym typeface="Arial"/>
                </a:rPr>
                <a:t>SIS model</a:t>
              </a:r>
              <a:endParaRPr sz="4667" i="1" kern="0">
                <a:solidFill>
                  <a:srgbClr val="222222"/>
                </a:solidFill>
                <a:latin typeface="Arial"/>
                <a:ea typeface="Arial"/>
                <a:cs typeface="Arial"/>
                <a:sym typeface="Arial"/>
              </a:endParaRPr>
            </a:p>
          </p:txBody>
        </p:sp>
      </p:grpSp>
      <p:pic>
        <p:nvPicPr>
          <p:cNvPr id="1844" name="Google Shape;1844;p134"/>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845" name="Google Shape;1845;p134"/>
          <p:cNvPicPr preferRelativeResize="0"/>
          <p:nvPr/>
        </p:nvPicPr>
        <p:blipFill>
          <a:blip r:embed="rId4">
            <a:alphaModFix/>
          </a:blip>
          <a:stretch>
            <a:fillRect/>
          </a:stretch>
        </p:blipFill>
        <p:spPr>
          <a:xfrm>
            <a:off x="2061002" y="6348573"/>
            <a:ext cx="954108" cy="246915"/>
          </a:xfrm>
          <a:prstGeom prst="rect">
            <a:avLst/>
          </a:prstGeom>
          <a:noFill/>
          <a:ln>
            <a:noFill/>
          </a:ln>
        </p:spPr>
      </p:pic>
      <p:sp>
        <p:nvSpPr>
          <p:cNvPr id="1846" name="Google Shape;1846;p134"/>
          <p:cNvSpPr txBox="1"/>
          <p:nvPr/>
        </p:nvSpPr>
        <p:spPr>
          <a:xfrm>
            <a:off x="8434733" y="4822968"/>
            <a:ext cx="3258000" cy="1990569"/>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 sz="2267" kern="0">
                <a:solidFill>
                  <a:srgbClr val="000000"/>
                </a:solidFill>
                <a:latin typeface="Arial"/>
                <a:cs typeface="Arial"/>
                <a:sym typeface="Arial"/>
              </a:rPr>
              <a:t>the name </a:t>
            </a:r>
            <a:r>
              <a:rPr lang="en" sz="2267" b="1" kern="0">
                <a:solidFill>
                  <a:srgbClr val="000000"/>
                </a:solidFill>
                <a:latin typeface="Arial"/>
                <a:cs typeface="Arial"/>
                <a:sym typeface="Arial"/>
              </a:rPr>
              <a:t>SIS</a:t>
            </a:r>
            <a:r>
              <a:rPr lang="en" sz="2267" kern="0">
                <a:solidFill>
                  <a:srgbClr val="000000"/>
                </a:solidFill>
                <a:latin typeface="Arial"/>
                <a:cs typeface="Arial"/>
                <a:sym typeface="Arial"/>
              </a:rPr>
              <a:t> is shorthand for the </a:t>
            </a:r>
            <a:r>
              <a:rPr lang="en" sz="2267" b="1" kern="0">
                <a:solidFill>
                  <a:srgbClr val="000000"/>
                </a:solidFill>
                <a:latin typeface="Arial"/>
                <a:cs typeface="Arial"/>
                <a:sym typeface="Arial"/>
              </a:rPr>
              <a:t>compartment labels</a:t>
            </a:r>
            <a:r>
              <a:rPr lang="en" sz="2267" kern="0">
                <a:solidFill>
                  <a:srgbClr val="000000"/>
                </a:solidFill>
                <a:latin typeface="Arial"/>
                <a:cs typeface="Arial"/>
                <a:sym typeface="Arial"/>
              </a:rPr>
              <a:t> and </a:t>
            </a:r>
            <a:r>
              <a:rPr lang="en" sz="2267" b="1" kern="0">
                <a:solidFill>
                  <a:srgbClr val="000000"/>
                </a:solidFill>
                <a:latin typeface="Arial"/>
                <a:cs typeface="Arial"/>
                <a:sym typeface="Arial"/>
              </a:rPr>
              <a:t>flow</a:t>
            </a:r>
            <a:r>
              <a:rPr lang="en" sz="2267" kern="0">
                <a:solidFill>
                  <a:srgbClr val="000000"/>
                </a:solidFill>
                <a:latin typeface="Arial"/>
                <a:cs typeface="Arial"/>
                <a:sym typeface="Arial"/>
              </a:rPr>
              <a:t> of the </a:t>
            </a:r>
            <a:r>
              <a:rPr lang="en" sz="2267" b="1" kern="0">
                <a:solidFill>
                  <a:srgbClr val="000000"/>
                </a:solidFill>
                <a:latin typeface="Arial"/>
                <a:cs typeface="Arial"/>
                <a:sym typeface="Arial"/>
              </a:rPr>
              <a:t>contagion process</a:t>
            </a:r>
            <a:endParaRPr sz="1867" b="1" kern="0">
              <a:solidFill>
                <a:srgbClr val="000000"/>
              </a:solidFill>
              <a:latin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50"/>
        <p:cNvGrpSpPr/>
        <p:nvPr/>
      </p:nvGrpSpPr>
      <p:grpSpPr>
        <a:xfrm>
          <a:off x="0" y="0"/>
          <a:ext cx="0" cy="0"/>
          <a:chOff x="0" y="0"/>
          <a:chExt cx="0" cy="0"/>
        </a:xfrm>
      </p:grpSpPr>
      <p:sp>
        <p:nvSpPr>
          <p:cNvPr id="1851" name="Google Shape;1851;p135"/>
          <p:cNvSpPr txBox="1">
            <a:spLocks noGrp="1"/>
          </p:cNvSpPr>
          <p:nvPr>
            <p:ph type="title"/>
          </p:nvPr>
        </p:nvSpPr>
        <p:spPr>
          <a:xfrm>
            <a:off x="500068" y="274633"/>
            <a:ext cx="11178000" cy="558800"/>
          </a:xfrm>
          <a:prstGeom prst="rect">
            <a:avLst/>
          </a:prstGeom>
          <a:noFill/>
          <a:ln>
            <a:noFill/>
          </a:ln>
        </p:spPr>
        <p:txBody>
          <a:bodyPr spcFirstLastPara="1" wrap="square" lIns="0" tIns="60933" rIns="121900" bIns="60933" anchor="ctr" anchorCtr="0">
            <a:noAutofit/>
          </a:bodyPr>
          <a:lstStyle/>
          <a:p>
            <a:pPr>
              <a:buClr>
                <a:schemeClr val="dk1"/>
              </a:buClr>
              <a:buSzPts val="800"/>
            </a:pPr>
            <a:r>
              <a:rPr lang="en"/>
              <a:t>Flow diagrams for disease transmission: assumptions!</a:t>
            </a:r>
            <a:endParaRPr/>
          </a:p>
        </p:txBody>
      </p:sp>
      <p:sp>
        <p:nvSpPr>
          <p:cNvPr id="1852" name="Google Shape;1852;p135"/>
          <p:cNvSpPr txBox="1">
            <a:spLocks noGrp="1"/>
          </p:cNvSpPr>
          <p:nvPr>
            <p:ph type="body" idx="1"/>
          </p:nvPr>
        </p:nvSpPr>
        <p:spPr>
          <a:xfrm>
            <a:off x="279851" y="1762125"/>
            <a:ext cx="11779200" cy="2349600"/>
          </a:xfrm>
          <a:prstGeom prst="rect">
            <a:avLst/>
          </a:prstGeom>
          <a:noFill/>
          <a:ln>
            <a:noFill/>
          </a:ln>
        </p:spPr>
        <p:txBody>
          <a:bodyPr spcFirstLastPara="1" wrap="square" lIns="0" tIns="60933" rIns="121900" bIns="60933" anchor="t" anchorCtr="0">
            <a:noAutofit/>
          </a:bodyPr>
          <a:lstStyle/>
          <a:p>
            <a:pPr marL="0" indent="0">
              <a:buSzPts val="1700"/>
            </a:pPr>
            <a:r>
              <a:rPr lang="en" sz="2267" b="1"/>
              <a:t>Hypothesis A: Individuals become immediately also infectious upon infection</a:t>
            </a:r>
            <a:endParaRPr sz="2267" b="1"/>
          </a:p>
          <a:p>
            <a:pPr marL="0" indent="0">
              <a:spcBef>
                <a:spcPts val="800"/>
              </a:spcBef>
              <a:buSzPts val="1700"/>
            </a:pPr>
            <a:r>
              <a:rPr lang="en" sz="2267" b="1"/>
              <a:t>Hypothesis B</a:t>
            </a:r>
            <a:r>
              <a:rPr lang="en" sz="2267"/>
              <a:t>: There are no births or deaths in the population, there is no migration.</a:t>
            </a:r>
            <a:endParaRPr sz="2267"/>
          </a:p>
          <a:p>
            <a:pPr marL="0" indent="0">
              <a:spcBef>
                <a:spcPts val="800"/>
              </a:spcBef>
              <a:buSzPts val="1700"/>
            </a:pPr>
            <a:r>
              <a:rPr lang="en" sz="2267" b="1"/>
              <a:t>Hypothesis C</a:t>
            </a:r>
            <a:r>
              <a:rPr lang="en" sz="2267"/>
              <a:t>: Once an individual recovers, it will become immediately susceptible again.</a:t>
            </a:r>
            <a:endParaRPr sz="2267"/>
          </a:p>
          <a:p>
            <a:pPr marL="0" indent="0">
              <a:spcBef>
                <a:spcPts val="800"/>
              </a:spcBef>
              <a:buSzPts val="1700"/>
            </a:pPr>
            <a:r>
              <a:rPr lang="en" sz="2267" b="1"/>
              <a:t>Hypothesis D</a:t>
            </a:r>
            <a:r>
              <a:rPr lang="en" sz="2267"/>
              <a:t>: All susceptible hosts are equally likely to meet an infected host.</a:t>
            </a:r>
            <a:endParaRPr sz="2267"/>
          </a:p>
          <a:p>
            <a:pPr marL="0" indent="0">
              <a:spcBef>
                <a:spcPts val="800"/>
              </a:spcBef>
              <a:buSzPts val="1700"/>
            </a:pPr>
            <a:endParaRPr sz="2267"/>
          </a:p>
        </p:txBody>
      </p:sp>
      <p:sp>
        <p:nvSpPr>
          <p:cNvPr id="1853" name="Google Shape;1853;p135"/>
          <p:cNvSpPr txBox="1">
            <a:spLocks noGrp="1"/>
          </p:cNvSpPr>
          <p:nvPr>
            <p:ph type="body" idx="2"/>
          </p:nvPr>
        </p:nvSpPr>
        <p:spPr>
          <a:xfrm>
            <a:off x="500061" y="915567"/>
            <a:ext cx="8137600" cy="324000"/>
          </a:xfrm>
          <a:prstGeom prst="rect">
            <a:avLst/>
          </a:prstGeom>
          <a:noFill/>
          <a:ln>
            <a:noFill/>
          </a:ln>
        </p:spPr>
        <p:txBody>
          <a:bodyPr spcFirstLastPara="1" wrap="square" lIns="0" tIns="60933" rIns="121900" bIns="60933" anchor="t" anchorCtr="0">
            <a:noAutofit/>
          </a:bodyPr>
          <a:lstStyle/>
          <a:p>
            <a:pPr marL="0" indent="0">
              <a:spcBef>
                <a:spcPts val="0"/>
              </a:spcBef>
              <a:buSzPts val="1500"/>
            </a:pPr>
            <a:r>
              <a:rPr lang="en" sz="1867"/>
              <a:t>We need to be clear about the underlying assumptions:</a:t>
            </a:r>
            <a:endParaRPr sz="1867"/>
          </a:p>
        </p:txBody>
      </p:sp>
      <p:sp>
        <p:nvSpPr>
          <p:cNvPr id="1854" name="Google Shape;1854;p135"/>
          <p:cNvSpPr/>
          <p:nvPr/>
        </p:nvSpPr>
        <p:spPr>
          <a:xfrm>
            <a:off x="511425" y="4267951"/>
            <a:ext cx="2322400" cy="745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55" name="Google Shape;1855;p135"/>
          <p:cNvSpPr/>
          <p:nvPr/>
        </p:nvSpPr>
        <p:spPr>
          <a:xfrm>
            <a:off x="8656675" y="4267951"/>
            <a:ext cx="2322400" cy="745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56" name="Google Shape;1856;p135"/>
          <p:cNvSpPr/>
          <p:nvPr/>
        </p:nvSpPr>
        <p:spPr>
          <a:xfrm>
            <a:off x="4730275" y="4267951"/>
            <a:ext cx="2322400" cy="745200"/>
          </a:xfrm>
          <a:prstGeom prst="roundRect">
            <a:avLst>
              <a:gd name="adj" fmla="val 16667"/>
            </a:avLst>
          </a:prstGeom>
          <a:noFill/>
          <a:ln w="11430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57" name="Google Shape;1857;p135"/>
          <p:cNvPicPr preferRelativeResize="0"/>
          <p:nvPr/>
        </p:nvPicPr>
        <p:blipFill rotWithShape="1">
          <a:blip r:embed="rId3">
            <a:alphaModFix/>
          </a:blip>
          <a:srcRect/>
          <a:stretch/>
        </p:blipFill>
        <p:spPr>
          <a:xfrm>
            <a:off x="4779451" y="3639700"/>
            <a:ext cx="1905000" cy="1905000"/>
          </a:xfrm>
          <a:prstGeom prst="rect">
            <a:avLst/>
          </a:prstGeom>
          <a:noFill/>
          <a:ln>
            <a:noFill/>
          </a:ln>
        </p:spPr>
      </p:pic>
      <p:sp>
        <p:nvSpPr>
          <p:cNvPr id="1858" name="Google Shape;1858;p135"/>
          <p:cNvSpPr/>
          <p:nvPr/>
        </p:nvSpPr>
        <p:spPr>
          <a:xfrm rot="10800000" flipH="1">
            <a:off x="3144475" y="4363600"/>
            <a:ext cx="1204800" cy="554000"/>
          </a:xfrm>
          <a:prstGeom prst="rightArrow">
            <a:avLst>
              <a:gd name="adj1" fmla="val 50000"/>
              <a:gd name="adj2" fmla="val 50000"/>
            </a:avLst>
          </a:prstGeom>
          <a:solidFill>
            <a:schemeClr val="dk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59" name="Google Shape;1859;p135"/>
          <p:cNvPicPr preferRelativeResize="0"/>
          <p:nvPr/>
        </p:nvPicPr>
        <p:blipFill rotWithShape="1">
          <a:blip r:embed="rId3">
            <a:alphaModFix/>
          </a:blip>
          <a:srcRect/>
          <a:stretch/>
        </p:blipFill>
        <p:spPr>
          <a:xfrm>
            <a:off x="3048851" y="4038151"/>
            <a:ext cx="1204800" cy="1204800"/>
          </a:xfrm>
          <a:prstGeom prst="rect">
            <a:avLst/>
          </a:prstGeom>
          <a:noFill/>
          <a:ln>
            <a:noFill/>
          </a:ln>
        </p:spPr>
      </p:pic>
      <p:pic>
        <p:nvPicPr>
          <p:cNvPr id="1860" name="Google Shape;1860;p135"/>
          <p:cNvPicPr preferRelativeResize="0"/>
          <p:nvPr/>
        </p:nvPicPr>
        <p:blipFill>
          <a:blip r:embed="rId4">
            <a:alphaModFix/>
          </a:blip>
          <a:stretch>
            <a:fillRect/>
          </a:stretch>
        </p:blipFill>
        <p:spPr>
          <a:xfrm>
            <a:off x="3062453" y="6248549"/>
            <a:ext cx="493916" cy="493916"/>
          </a:xfrm>
          <a:prstGeom prst="rect">
            <a:avLst/>
          </a:prstGeom>
          <a:noFill/>
          <a:ln>
            <a:noFill/>
          </a:ln>
        </p:spPr>
      </p:pic>
      <p:pic>
        <p:nvPicPr>
          <p:cNvPr id="1861" name="Google Shape;1861;p135"/>
          <p:cNvPicPr preferRelativeResize="0"/>
          <p:nvPr/>
        </p:nvPicPr>
        <p:blipFill>
          <a:blip r:embed="rId5">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6" name="Google Shape;1866;p136"/>
          <p:cNvSpPr txBox="1">
            <a:spLocks noGrp="1"/>
          </p:cNvSpPr>
          <p:nvPr>
            <p:ph type="body" idx="1"/>
          </p:nvPr>
        </p:nvSpPr>
        <p:spPr>
          <a:xfrm>
            <a:off x="279851" y="1762125"/>
            <a:ext cx="11779200" cy="2349600"/>
          </a:xfrm>
          <a:prstGeom prst="rect">
            <a:avLst/>
          </a:prstGeom>
          <a:noFill/>
          <a:ln>
            <a:noFill/>
          </a:ln>
        </p:spPr>
        <p:txBody>
          <a:bodyPr spcFirstLastPara="1" wrap="square" lIns="0" tIns="60933" rIns="121900" bIns="60933" anchor="t" anchorCtr="0">
            <a:noAutofit/>
          </a:bodyPr>
          <a:lstStyle/>
          <a:p>
            <a:pPr marL="0" indent="0">
              <a:buSzPts val="1700"/>
            </a:pPr>
            <a:r>
              <a:rPr lang="en" sz="2267" b="1"/>
              <a:t>Hypothesis A:</a:t>
            </a:r>
            <a:r>
              <a:rPr lang="en" sz="2267"/>
              <a:t> Individuals become immediately also infectious upon infection</a:t>
            </a:r>
            <a:endParaRPr sz="2267"/>
          </a:p>
          <a:p>
            <a:pPr marL="0" indent="0">
              <a:spcBef>
                <a:spcPts val="800"/>
              </a:spcBef>
              <a:buSzPts val="1700"/>
            </a:pPr>
            <a:r>
              <a:rPr lang="en" sz="2267" b="1"/>
              <a:t>Hypothesis B: There are no births or deaths in the population, there is no migration.</a:t>
            </a:r>
            <a:endParaRPr sz="2267" b="1"/>
          </a:p>
          <a:p>
            <a:pPr marL="0" indent="0">
              <a:spcBef>
                <a:spcPts val="800"/>
              </a:spcBef>
              <a:buSzPts val="1700"/>
            </a:pPr>
            <a:r>
              <a:rPr lang="en" sz="2267" b="1"/>
              <a:t>Hypothesis C:</a:t>
            </a:r>
            <a:r>
              <a:rPr lang="en" sz="2267"/>
              <a:t> Once an individual recovers, it will become immediately susceptible again.</a:t>
            </a:r>
            <a:endParaRPr sz="2267"/>
          </a:p>
          <a:p>
            <a:pPr marL="0" indent="0">
              <a:spcBef>
                <a:spcPts val="800"/>
              </a:spcBef>
              <a:buSzPts val="1700"/>
            </a:pPr>
            <a:r>
              <a:rPr lang="en" sz="2267" b="1"/>
              <a:t>Hypothesis D:</a:t>
            </a:r>
            <a:r>
              <a:rPr lang="en" sz="2267"/>
              <a:t> All susceptible hosts are equally likely to meet an infected host.</a:t>
            </a:r>
            <a:endParaRPr sz="2267"/>
          </a:p>
          <a:p>
            <a:pPr marL="0" indent="0">
              <a:spcBef>
                <a:spcPts val="800"/>
              </a:spcBef>
              <a:buSzPts val="1700"/>
            </a:pPr>
            <a:endParaRPr sz="2267"/>
          </a:p>
        </p:txBody>
      </p:sp>
      <p:sp>
        <p:nvSpPr>
          <p:cNvPr id="1867" name="Google Shape;1867;p136"/>
          <p:cNvSpPr txBox="1">
            <a:spLocks noGrp="1"/>
          </p:cNvSpPr>
          <p:nvPr>
            <p:ph type="body" idx="2"/>
          </p:nvPr>
        </p:nvSpPr>
        <p:spPr>
          <a:xfrm>
            <a:off x="500061" y="915567"/>
            <a:ext cx="8137600" cy="324000"/>
          </a:xfrm>
          <a:prstGeom prst="rect">
            <a:avLst/>
          </a:prstGeom>
          <a:noFill/>
          <a:ln>
            <a:noFill/>
          </a:ln>
        </p:spPr>
        <p:txBody>
          <a:bodyPr spcFirstLastPara="1" wrap="square" lIns="0" tIns="60933" rIns="121900" bIns="60933" anchor="t" anchorCtr="0">
            <a:noAutofit/>
          </a:bodyPr>
          <a:lstStyle/>
          <a:p>
            <a:pPr marL="0" indent="0">
              <a:spcBef>
                <a:spcPts val="0"/>
              </a:spcBef>
              <a:buSzPts val="1500"/>
            </a:pPr>
            <a:r>
              <a:rPr lang="en" sz="1867"/>
              <a:t>We need to be clear about the underlying assumptions:</a:t>
            </a:r>
            <a:endParaRPr sz="1867"/>
          </a:p>
        </p:txBody>
      </p:sp>
      <p:sp>
        <p:nvSpPr>
          <p:cNvPr id="1868" name="Google Shape;1868;p136"/>
          <p:cNvSpPr/>
          <p:nvPr/>
        </p:nvSpPr>
        <p:spPr>
          <a:xfrm>
            <a:off x="3339300" y="4267951"/>
            <a:ext cx="2322400" cy="745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69" name="Google Shape;1869;p136"/>
          <p:cNvSpPr/>
          <p:nvPr/>
        </p:nvSpPr>
        <p:spPr>
          <a:xfrm>
            <a:off x="6977851" y="4267951"/>
            <a:ext cx="2322400" cy="745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70" name="Google Shape;1870;p136"/>
          <p:cNvSpPr/>
          <p:nvPr/>
        </p:nvSpPr>
        <p:spPr>
          <a:xfrm rot="10800000" flipH="1">
            <a:off x="1915375" y="4363600"/>
            <a:ext cx="1204800" cy="554000"/>
          </a:xfrm>
          <a:prstGeom prst="rightArrow">
            <a:avLst>
              <a:gd name="adj1" fmla="val 50000"/>
              <a:gd name="adj2" fmla="val 50000"/>
            </a:avLst>
          </a:prstGeom>
          <a:solidFill>
            <a:schemeClr val="dk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71" name="Google Shape;1871;p136"/>
          <p:cNvPicPr preferRelativeResize="0"/>
          <p:nvPr/>
        </p:nvPicPr>
        <p:blipFill rotWithShape="1">
          <a:blip r:embed="rId3">
            <a:alphaModFix/>
          </a:blip>
          <a:srcRect/>
          <a:stretch/>
        </p:blipFill>
        <p:spPr>
          <a:xfrm>
            <a:off x="1261051" y="3745525"/>
            <a:ext cx="1905000" cy="1905000"/>
          </a:xfrm>
          <a:prstGeom prst="rect">
            <a:avLst/>
          </a:prstGeom>
          <a:noFill/>
          <a:ln>
            <a:noFill/>
          </a:ln>
        </p:spPr>
      </p:pic>
      <p:sp>
        <p:nvSpPr>
          <p:cNvPr id="1872" name="Google Shape;1872;p136"/>
          <p:cNvSpPr/>
          <p:nvPr/>
        </p:nvSpPr>
        <p:spPr>
          <a:xfrm rot="-5400000" flipH="1">
            <a:off x="3898000" y="5494775"/>
            <a:ext cx="1204800" cy="554000"/>
          </a:xfrm>
          <a:prstGeom prst="rightArrow">
            <a:avLst>
              <a:gd name="adj1" fmla="val 50000"/>
              <a:gd name="adj2" fmla="val 50000"/>
            </a:avLst>
          </a:prstGeom>
          <a:solidFill>
            <a:schemeClr val="dk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73" name="Google Shape;1873;p136"/>
          <p:cNvPicPr preferRelativeResize="0"/>
          <p:nvPr/>
        </p:nvPicPr>
        <p:blipFill rotWithShape="1">
          <a:blip r:embed="rId3">
            <a:alphaModFix/>
          </a:blip>
          <a:srcRect/>
          <a:stretch/>
        </p:blipFill>
        <p:spPr>
          <a:xfrm>
            <a:off x="3456025" y="4819275"/>
            <a:ext cx="1905000" cy="1905000"/>
          </a:xfrm>
          <a:prstGeom prst="rect">
            <a:avLst/>
          </a:prstGeom>
          <a:noFill/>
          <a:ln>
            <a:noFill/>
          </a:ln>
        </p:spPr>
      </p:pic>
      <p:sp>
        <p:nvSpPr>
          <p:cNvPr id="1874" name="Google Shape;1874;p136"/>
          <p:cNvSpPr/>
          <p:nvPr/>
        </p:nvSpPr>
        <p:spPr>
          <a:xfrm rot="-5400000" flipH="1">
            <a:off x="7581625" y="5494775"/>
            <a:ext cx="1204800" cy="554000"/>
          </a:xfrm>
          <a:prstGeom prst="rightArrow">
            <a:avLst>
              <a:gd name="adj1" fmla="val 50000"/>
              <a:gd name="adj2" fmla="val 50000"/>
            </a:avLst>
          </a:prstGeom>
          <a:solidFill>
            <a:schemeClr val="dk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75" name="Google Shape;1875;p136"/>
          <p:cNvPicPr preferRelativeResize="0"/>
          <p:nvPr/>
        </p:nvPicPr>
        <p:blipFill rotWithShape="1">
          <a:blip r:embed="rId3">
            <a:alphaModFix/>
          </a:blip>
          <a:srcRect/>
          <a:stretch/>
        </p:blipFill>
        <p:spPr>
          <a:xfrm>
            <a:off x="7145375" y="4860751"/>
            <a:ext cx="1905000" cy="1905000"/>
          </a:xfrm>
          <a:prstGeom prst="rect">
            <a:avLst/>
          </a:prstGeom>
          <a:noFill/>
          <a:ln>
            <a:noFill/>
          </a:ln>
        </p:spPr>
      </p:pic>
      <p:sp>
        <p:nvSpPr>
          <p:cNvPr id="1876" name="Google Shape;1876;p136"/>
          <p:cNvSpPr txBox="1">
            <a:spLocks noGrp="1"/>
          </p:cNvSpPr>
          <p:nvPr>
            <p:ph type="title"/>
          </p:nvPr>
        </p:nvSpPr>
        <p:spPr>
          <a:xfrm>
            <a:off x="500068" y="274633"/>
            <a:ext cx="11178000" cy="558800"/>
          </a:xfrm>
          <a:prstGeom prst="rect">
            <a:avLst/>
          </a:prstGeom>
          <a:noFill/>
          <a:ln>
            <a:noFill/>
          </a:ln>
        </p:spPr>
        <p:txBody>
          <a:bodyPr spcFirstLastPara="1" wrap="square" lIns="0" tIns="60933" rIns="121900" bIns="60933" anchor="ctr" anchorCtr="0">
            <a:noAutofit/>
          </a:bodyPr>
          <a:lstStyle/>
          <a:p>
            <a:pPr>
              <a:buClr>
                <a:schemeClr val="dk1"/>
              </a:buClr>
              <a:buSzPts val="800"/>
            </a:pPr>
            <a:r>
              <a:rPr lang="en"/>
              <a:t>Flow diagrams for disease transmission: assumptions!</a:t>
            </a:r>
            <a:endParaRPr/>
          </a:p>
        </p:txBody>
      </p:sp>
      <p:pic>
        <p:nvPicPr>
          <p:cNvPr id="1877" name="Google Shape;1877;p136"/>
          <p:cNvPicPr preferRelativeResize="0"/>
          <p:nvPr/>
        </p:nvPicPr>
        <p:blipFill>
          <a:blip r:embed="rId4">
            <a:alphaModFix/>
          </a:blip>
          <a:stretch>
            <a:fillRect/>
          </a:stretch>
        </p:blipFill>
        <p:spPr>
          <a:xfrm>
            <a:off x="3062453" y="6248549"/>
            <a:ext cx="493916" cy="493916"/>
          </a:xfrm>
          <a:prstGeom prst="rect">
            <a:avLst/>
          </a:prstGeom>
          <a:noFill/>
          <a:ln>
            <a:noFill/>
          </a:ln>
        </p:spPr>
      </p:pic>
      <p:pic>
        <p:nvPicPr>
          <p:cNvPr id="1878" name="Google Shape;1878;p136"/>
          <p:cNvPicPr preferRelativeResize="0"/>
          <p:nvPr/>
        </p:nvPicPr>
        <p:blipFill>
          <a:blip r:embed="rId5">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3" name="Google Shape;1883;p137"/>
          <p:cNvSpPr txBox="1">
            <a:spLocks noGrp="1"/>
          </p:cNvSpPr>
          <p:nvPr>
            <p:ph type="body" idx="1"/>
          </p:nvPr>
        </p:nvSpPr>
        <p:spPr>
          <a:xfrm>
            <a:off x="279851" y="1762125"/>
            <a:ext cx="11998800" cy="2349600"/>
          </a:xfrm>
          <a:prstGeom prst="rect">
            <a:avLst/>
          </a:prstGeom>
          <a:noFill/>
          <a:ln>
            <a:noFill/>
          </a:ln>
        </p:spPr>
        <p:txBody>
          <a:bodyPr spcFirstLastPara="1" wrap="square" lIns="0" tIns="60933" rIns="121900" bIns="60933" anchor="t" anchorCtr="0">
            <a:noAutofit/>
          </a:bodyPr>
          <a:lstStyle/>
          <a:p>
            <a:pPr marL="0" indent="0">
              <a:buSzPts val="1700"/>
            </a:pPr>
            <a:r>
              <a:rPr lang="en" sz="2267" b="1"/>
              <a:t>Hypothesis A:</a:t>
            </a:r>
            <a:r>
              <a:rPr lang="en" sz="2267"/>
              <a:t> Individuals become immediately also infectious upon infection</a:t>
            </a:r>
            <a:endParaRPr sz="2267"/>
          </a:p>
          <a:p>
            <a:pPr marL="0" indent="0">
              <a:spcBef>
                <a:spcPts val="800"/>
              </a:spcBef>
              <a:buSzPts val="1700"/>
            </a:pPr>
            <a:r>
              <a:rPr lang="en" sz="2267" b="1"/>
              <a:t>Hypothesis B</a:t>
            </a:r>
            <a:r>
              <a:rPr lang="en" sz="2267"/>
              <a:t>: There are no births or deaths in the population, there is no migration.</a:t>
            </a:r>
            <a:endParaRPr sz="2267"/>
          </a:p>
          <a:p>
            <a:pPr marL="0" indent="0">
              <a:spcBef>
                <a:spcPts val="800"/>
              </a:spcBef>
              <a:buSzPts val="1700"/>
            </a:pPr>
            <a:r>
              <a:rPr lang="en" sz="2267" b="1"/>
              <a:t>Hypothesis C: Once an individual recovers, it will become immediately susceptible again.</a:t>
            </a:r>
            <a:endParaRPr sz="2267" b="1"/>
          </a:p>
          <a:p>
            <a:pPr marL="0" indent="0">
              <a:spcBef>
                <a:spcPts val="800"/>
              </a:spcBef>
              <a:buSzPts val="1700"/>
            </a:pPr>
            <a:r>
              <a:rPr lang="en" sz="2267" b="1"/>
              <a:t>Hypothesis D</a:t>
            </a:r>
            <a:r>
              <a:rPr lang="en" sz="2267"/>
              <a:t>: All susceptible hosts are equally likely to meet an infected host.</a:t>
            </a:r>
            <a:endParaRPr sz="2267"/>
          </a:p>
          <a:p>
            <a:pPr marL="0" indent="0">
              <a:spcBef>
                <a:spcPts val="800"/>
              </a:spcBef>
              <a:buSzPts val="1700"/>
            </a:pPr>
            <a:endParaRPr sz="2267"/>
          </a:p>
        </p:txBody>
      </p:sp>
      <p:sp>
        <p:nvSpPr>
          <p:cNvPr id="1884" name="Google Shape;1884;p137"/>
          <p:cNvSpPr txBox="1">
            <a:spLocks noGrp="1"/>
          </p:cNvSpPr>
          <p:nvPr>
            <p:ph type="body" idx="2"/>
          </p:nvPr>
        </p:nvSpPr>
        <p:spPr>
          <a:xfrm>
            <a:off x="500061" y="915567"/>
            <a:ext cx="8137600" cy="324000"/>
          </a:xfrm>
          <a:prstGeom prst="rect">
            <a:avLst/>
          </a:prstGeom>
          <a:noFill/>
          <a:ln>
            <a:noFill/>
          </a:ln>
        </p:spPr>
        <p:txBody>
          <a:bodyPr spcFirstLastPara="1" wrap="square" lIns="0" tIns="60933" rIns="121900" bIns="60933" anchor="t" anchorCtr="0">
            <a:noAutofit/>
          </a:bodyPr>
          <a:lstStyle/>
          <a:p>
            <a:pPr marL="0" indent="0">
              <a:spcBef>
                <a:spcPts val="0"/>
              </a:spcBef>
              <a:buSzPts val="1500"/>
            </a:pPr>
            <a:r>
              <a:rPr lang="en" sz="1867"/>
              <a:t>We need to be clear about the underlying assumptions:</a:t>
            </a:r>
            <a:endParaRPr sz="1867"/>
          </a:p>
        </p:txBody>
      </p:sp>
      <p:sp>
        <p:nvSpPr>
          <p:cNvPr id="1885" name="Google Shape;1885;p137"/>
          <p:cNvSpPr/>
          <p:nvPr/>
        </p:nvSpPr>
        <p:spPr>
          <a:xfrm>
            <a:off x="511425" y="4267951"/>
            <a:ext cx="2322400" cy="745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86" name="Google Shape;1886;p137"/>
          <p:cNvSpPr/>
          <p:nvPr/>
        </p:nvSpPr>
        <p:spPr>
          <a:xfrm>
            <a:off x="3989425" y="4267951"/>
            <a:ext cx="2322400" cy="745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887" name="Google Shape;1887;p137"/>
          <p:cNvSpPr/>
          <p:nvPr/>
        </p:nvSpPr>
        <p:spPr>
          <a:xfrm>
            <a:off x="7979351" y="4267951"/>
            <a:ext cx="2322400" cy="745200"/>
          </a:xfrm>
          <a:prstGeom prst="roundRect">
            <a:avLst>
              <a:gd name="adj" fmla="val 16667"/>
            </a:avLst>
          </a:prstGeom>
          <a:noFill/>
          <a:ln w="11430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88" name="Google Shape;1888;p137"/>
          <p:cNvPicPr preferRelativeResize="0"/>
          <p:nvPr/>
        </p:nvPicPr>
        <p:blipFill rotWithShape="1">
          <a:blip r:embed="rId3">
            <a:alphaModFix/>
          </a:blip>
          <a:srcRect/>
          <a:stretch/>
        </p:blipFill>
        <p:spPr>
          <a:xfrm>
            <a:off x="8271951" y="3785475"/>
            <a:ext cx="1905000" cy="1905000"/>
          </a:xfrm>
          <a:prstGeom prst="rect">
            <a:avLst/>
          </a:prstGeom>
          <a:noFill/>
          <a:ln>
            <a:noFill/>
          </a:ln>
        </p:spPr>
      </p:pic>
      <p:sp>
        <p:nvSpPr>
          <p:cNvPr id="1889" name="Google Shape;1889;p137"/>
          <p:cNvSpPr/>
          <p:nvPr/>
        </p:nvSpPr>
        <p:spPr>
          <a:xfrm rot="10800000" flipH="1">
            <a:off x="6584051" y="4363600"/>
            <a:ext cx="1204800" cy="554000"/>
          </a:xfrm>
          <a:prstGeom prst="rightArrow">
            <a:avLst>
              <a:gd name="adj1" fmla="val 50000"/>
              <a:gd name="adj2" fmla="val 50000"/>
            </a:avLst>
          </a:prstGeom>
          <a:solidFill>
            <a:schemeClr val="dk2"/>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pic>
        <p:nvPicPr>
          <p:cNvPr id="1890" name="Google Shape;1890;p137"/>
          <p:cNvPicPr preferRelativeResize="0"/>
          <p:nvPr/>
        </p:nvPicPr>
        <p:blipFill rotWithShape="1">
          <a:blip r:embed="rId3">
            <a:alphaModFix/>
          </a:blip>
          <a:srcRect/>
          <a:stretch/>
        </p:blipFill>
        <p:spPr>
          <a:xfrm>
            <a:off x="6543139" y="3954800"/>
            <a:ext cx="1204800" cy="1204800"/>
          </a:xfrm>
          <a:prstGeom prst="rect">
            <a:avLst/>
          </a:prstGeom>
          <a:noFill/>
          <a:ln>
            <a:noFill/>
          </a:ln>
        </p:spPr>
      </p:pic>
      <p:sp>
        <p:nvSpPr>
          <p:cNvPr id="1891" name="Google Shape;1891;p137"/>
          <p:cNvSpPr txBox="1">
            <a:spLocks noGrp="1"/>
          </p:cNvSpPr>
          <p:nvPr>
            <p:ph type="title"/>
          </p:nvPr>
        </p:nvSpPr>
        <p:spPr>
          <a:xfrm>
            <a:off x="500068" y="274633"/>
            <a:ext cx="11178000" cy="558800"/>
          </a:xfrm>
          <a:prstGeom prst="rect">
            <a:avLst/>
          </a:prstGeom>
          <a:noFill/>
          <a:ln>
            <a:noFill/>
          </a:ln>
        </p:spPr>
        <p:txBody>
          <a:bodyPr spcFirstLastPara="1" wrap="square" lIns="0" tIns="60933" rIns="121900" bIns="60933" anchor="ctr" anchorCtr="0">
            <a:noAutofit/>
          </a:bodyPr>
          <a:lstStyle/>
          <a:p>
            <a:pPr>
              <a:buClr>
                <a:schemeClr val="dk1"/>
              </a:buClr>
              <a:buSzPts val="800"/>
            </a:pPr>
            <a:r>
              <a:rPr lang="en"/>
              <a:t>Flow diagrams for disease transmission: assumptions!</a:t>
            </a:r>
            <a:endParaRPr/>
          </a:p>
        </p:txBody>
      </p:sp>
      <p:pic>
        <p:nvPicPr>
          <p:cNvPr id="1892" name="Google Shape;1892;p137"/>
          <p:cNvPicPr preferRelativeResize="0"/>
          <p:nvPr/>
        </p:nvPicPr>
        <p:blipFill>
          <a:blip r:embed="rId4">
            <a:alphaModFix/>
          </a:blip>
          <a:stretch>
            <a:fillRect/>
          </a:stretch>
        </p:blipFill>
        <p:spPr>
          <a:xfrm>
            <a:off x="3062453" y="6248549"/>
            <a:ext cx="493916" cy="493916"/>
          </a:xfrm>
          <a:prstGeom prst="rect">
            <a:avLst/>
          </a:prstGeom>
          <a:noFill/>
          <a:ln>
            <a:noFill/>
          </a:ln>
        </p:spPr>
      </p:pic>
      <p:pic>
        <p:nvPicPr>
          <p:cNvPr id="1893" name="Google Shape;1893;p137"/>
          <p:cNvPicPr preferRelativeResize="0"/>
          <p:nvPr/>
        </p:nvPicPr>
        <p:blipFill>
          <a:blip r:embed="rId5">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97"/>
        <p:cNvGrpSpPr/>
        <p:nvPr/>
      </p:nvGrpSpPr>
      <p:grpSpPr>
        <a:xfrm>
          <a:off x="0" y="0"/>
          <a:ext cx="0" cy="0"/>
          <a:chOff x="0" y="0"/>
          <a:chExt cx="0" cy="0"/>
        </a:xfrm>
      </p:grpSpPr>
      <p:sp>
        <p:nvSpPr>
          <p:cNvPr id="1898" name="Google Shape;1898;p138"/>
          <p:cNvSpPr txBox="1">
            <a:spLocks noGrp="1"/>
          </p:cNvSpPr>
          <p:nvPr>
            <p:ph type="body" idx="1"/>
          </p:nvPr>
        </p:nvSpPr>
        <p:spPr>
          <a:xfrm>
            <a:off x="279851" y="1762125"/>
            <a:ext cx="11998800" cy="2349600"/>
          </a:xfrm>
          <a:prstGeom prst="rect">
            <a:avLst/>
          </a:prstGeom>
          <a:noFill/>
          <a:ln>
            <a:noFill/>
          </a:ln>
        </p:spPr>
        <p:txBody>
          <a:bodyPr spcFirstLastPara="1" wrap="square" lIns="0" tIns="60933" rIns="121900" bIns="60933" anchor="t" anchorCtr="0">
            <a:noAutofit/>
          </a:bodyPr>
          <a:lstStyle/>
          <a:p>
            <a:pPr marL="0" indent="0">
              <a:buSzPts val="1700"/>
            </a:pPr>
            <a:r>
              <a:rPr lang="en" sz="2267" b="1"/>
              <a:t>Hypothesis A:</a:t>
            </a:r>
            <a:r>
              <a:rPr lang="en" sz="2267"/>
              <a:t> Individuals become immediately also infectious upon infection</a:t>
            </a:r>
            <a:endParaRPr sz="2267"/>
          </a:p>
          <a:p>
            <a:pPr marL="0" indent="0">
              <a:spcBef>
                <a:spcPts val="800"/>
              </a:spcBef>
              <a:buSzPts val="1700"/>
            </a:pPr>
            <a:r>
              <a:rPr lang="en" sz="2267" b="1"/>
              <a:t>Hypothesis B</a:t>
            </a:r>
            <a:r>
              <a:rPr lang="en" sz="2267"/>
              <a:t>: There are no births or deaths in the population, there is no migration.</a:t>
            </a:r>
            <a:endParaRPr sz="2267"/>
          </a:p>
          <a:p>
            <a:pPr marL="0" indent="0">
              <a:spcBef>
                <a:spcPts val="800"/>
              </a:spcBef>
              <a:buSzPts val="1700"/>
            </a:pPr>
            <a:r>
              <a:rPr lang="en" sz="2267" b="1"/>
              <a:t>Hypothesis C: </a:t>
            </a:r>
            <a:r>
              <a:rPr lang="en" sz="2267"/>
              <a:t>Once an individual recovers, it will become immediately susceptible again.</a:t>
            </a:r>
            <a:endParaRPr sz="2267"/>
          </a:p>
          <a:p>
            <a:pPr marL="0" indent="0">
              <a:spcBef>
                <a:spcPts val="800"/>
              </a:spcBef>
              <a:buSzPts val="1700"/>
            </a:pPr>
            <a:r>
              <a:rPr lang="en" sz="2267" b="1"/>
              <a:t>Hypothesis D: All susceptible hosts are equally likely to meet an infected host.</a:t>
            </a:r>
            <a:endParaRPr sz="2267" b="1"/>
          </a:p>
          <a:p>
            <a:pPr marL="0" indent="0">
              <a:spcBef>
                <a:spcPts val="800"/>
              </a:spcBef>
              <a:buSzPts val="1700"/>
            </a:pPr>
            <a:endParaRPr sz="2267"/>
          </a:p>
        </p:txBody>
      </p:sp>
      <p:sp>
        <p:nvSpPr>
          <p:cNvPr id="1899" name="Google Shape;1899;p138"/>
          <p:cNvSpPr txBox="1">
            <a:spLocks noGrp="1"/>
          </p:cNvSpPr>
          <p:nvPr>
            <p:ph type="body" idx="2"/>
          </p:nvPr>
        </p:nvSpPr>
        <p:spPr>
          <a:xfrm>
            <a:off x="500061" y="915567"/>
            <a:ext cx="8137600" cy="324000"/>
          </a:xfrm>
          <a:prstGeom prst="rect">
            <a:avLst/>
          </a:prstGeom>
          <a:noFill/>
          <a:ln>
            <a:noFill/>
          </a:ln>
        </p:spPr>
        <p:txBody>
          <a:bodyPr spcFirstLastPara="1" wrap="square" lIns="0" tIns="60933" rIns="121900" bIns="60933" anchor="t" anchorCtr="0">
            <a:noAutofit/>
          </a:bodyPr>
          <a:lstStyle/>
          <a:p>
            <a:pPr marL="0" indent="0">
              <a:spcBef>
                <a:spcPts val="0"/>
              </a:spcBef>
              <a:buSzPts val="1500"/>
            </a:pPr>
            <a:r>
              <a:rPr lang="en" sz="1867"/>
              <a:t>We need to be clear about the underlying assumptions:</a:t>
            </a:r>
            <a:endParaRPr sz="1867"/>
          </a:p>
        </p:txBody>
      </p:sp>
      <p:sp>
        <p:nvSpPr>
          <p:cNvPr id="1900" name="Google Shape;1900;p138"/>
          <p:cNvSpPr/>
          <p:nvPr/>
        </p:nvSpPr>
        <p:spPr>
          <a:xfrm>
            <a:off x="1696751" y="4888151"/>
            <a:ext cx="2322400" cy="7452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01" name="Google Shape;1901;p138"/>
          <p:cNvSpPr/>
          <p:nvPr/>
        </p:nvSpPr>
        <p:spPr>
          <a:xfrm>
            <a:off x="6096000" y="4888151"/>
            <a:ext cx="2322400" cy="7452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02" name="Google Shape;1902;p138"/>
          <p:cNvSpPr txBox="1"/>
          <p:nvPr/>
        </p:nvSpPr>
        <p:spPr>
          <a:xfrm>
            <a:off x="447051" y="3587251"/>
            <a:ext cx="11442800" cy="574438"/>
          </a:xfrm>
          <a:prstGeom prst="rect">
            <a:avLst/>
          </a:prstGeom>
          <a:noFill/>
          <a:ln>
            <a:noFill/>
          </a:ln>
        </p:spPr>
        <p:txBody>
          <a:bodyPr spcFirstLastPara="1" wrap="square" lIns="91433" tIns="91433" rIns="91433" bIns="91433" anchor="t" anchorCtr="0">
            <a:spAutoFit/>
          </a:bodyPr>
          <a:lstStyle/>
          <a:p>
            <a:pPr defTabSz="1219170">
              <a:buClr>
                <a:srgbClr val="000000"/>
              </a:buClr>
              <a:buSzPts val="2000"/>
            </a:pPr>
            <a:r>
              <a:rPr lang="en" sz="2533" kern="0">
                <a:solidFill>
                  <a:srgbClr val="C00000"/>
                </a:solidFill>
                <a:latin typeface="Arial"/>
                <a:ea typeface="Arial"/>
                <a:cs typeface="Arial"/>
                <a:sym typeface="Arial"/>
              </a:rPr>
              <a:t>rate for new infection depends on relative proportion of infectious individuals</a:t>
            </a:r>
            <a:endParaRPr sz="2533" kern="0">
              <a:solidFill>
                <a:srgbClr val="C00000"/>
              </a:solidFill>
              <a:latin typeface="Arial"/>
              <a:ea typeface="Arial"/>
              <a:cs typeface="Arial"/>
              <a:sym typeface="Arial"/>
            </a:endParaRPr>
          </a:p>
        </p:txBody>
      </p:sp>
      <p:sp>
        <p:nvSpPr>
          <p:cNvPr id="1903" name="Google Shape;1903;p138"/>
          <p:cNvSpPr/>
          <p:nvPr/>
        </p:nvSpPr>
        <p:spPr>
          <a:xfrm flipH="1">
            <a:off x="4637851" y="4142251"/>
            <a:ext cx="1824400" cy="631200"/>
          </a:xfrm>
          <a:prstGeom prst="uturnArrow">
            <a:avLst>
              <a:gd name="adj1" fmla="val 25000"/>
              <a:gd name="adj2" fmla="val 25000"/>
              <a:gd name="adj3" fmla="val 25000"/>
              <a:gd name="adj4" fmla="val 43750"/>
              <a:gd name="adj5" fmla="val 75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04" name="Google Shape;1904;p138"/>
          <p:cNvSpPr/>
          <p:nvPr/>
        </p:nvSpPr>
        <p:spPr>
          <a:xfrm rot="10800000" flipH="1">
            <a:off x="4455125" y="4983800"/>
            <a:ext cx="1204800" cy="5540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05" name="Google Shape;1905;p138"/>
          <p:cNvSpPr txBox="1">
            <a:spLocks noGrp="1"/>
          </p:cNvSpPr>
          <p:nvPr>
            <p:ph type="title"/>
          </p:nvPr>
        </p:nvSpPr>
        <p:spPr>
          <a:xfrm>
            <a:off x="500068" y="274633"/>
            <a:ext cx="11178000" cy="558800"/>
          </a:xfrm>
          <a:prstGeom prst="rect">
            <a:avLst/>
          </a:prstGeom>
          <a:noFill/>
          <a:ln>
            <a:noFill/>
          </a:ln>
        </p:spPr>
        <p:txBody>
          <a:bodyPr spcFirstLastPara="1" wrap="square" lIns="0" tIns="60933" rIns="121900" bIns="60933" anchor="ctr" anchorCtr="0">
            <a:noAutofit/>
          </a:bodyPr>
          <a:lstStyle/>
          <a:p>
            <a:pPr>
              <a:buClr>
                <a:schemeClr val="dk1"/>
              </a:buClr>
              <a:buSzPts val="800"/>
            </a:pPr>
            <a:r>
              <a:rPr lang="en"/>
              <a:t>Flow diagrams for disease transmission: assumptions!</a:t>
            </a:r>
            <a:endParaRPr/>
          </a:p>
        </p:txBody>
      </p:sp>
      <p:pic>
        <p:nvPicPr>
          <p:cNvPr id="1906" name="Google Shape;1906;p138"/>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907" name="Google Shape;1907;p138"/>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p139"/>
          <p:cNvSpPr txBox="1">
            <a:spLocks noGrp="1"/>
          </p:cNvSpPr>
          <p:nvPr>
            <p:ph type="title"/>
          </p:nvPr>
        </p:nvSpPr>
        <p:spPr>
          <a:xfrm>
            <a:off x="500068" y="274633"/>
            <a:ext cx="11178000" cy="558800"/>
          </a:xfrm>
          <a:prstGeom prst="rect">
            <a:avLst/>
          </a:prstGeom>
          <a:noFill/>
          <a:ln>
            <a:noFill/>
          </a:ln>
        </p:spPr>
        <p:txBody>
          <a:bodyPr spcFirstLastPara="1" wrap="square" lIns="0" tIns="60933" rIns="121900" bIns="60933" anchor="ctr" anchorCtr="0">
            <a:noAutofit/>
          </a:bodyPr>
          <a:lstStyle/>
          <a:p>
            <a:pPr>
              <a:buClr>
                <a:schemeClr val="dk1"/>
              </a:buClr>
              <a:buSzPts val="800"/>
            </a:pPr>
            <a:r>
              <a:rPr lang="en"/>
              <a:t>Flow diagrams for disease transmission</a:t>
            </a:r>
            <a:endParaRPr/>
          </a:p>
        </p:txBody>
      </p:sp>
      <p:sp>
        <p:nvSpPr>
          <p:cNvPr id="1913" name="Google Shape;1913;p139"/>
          <p:cNvSpPr txBox="1">
            <a:spLocks noGrp="1"/>
          </p:cNvSpPr>
          <p:nvPr>
            <p:ph type="body" idx="1"/>
          </p:nvPr>
        </p:nvSpPr>
        <p:spPr>
          <a:xfrm>
            <a:off x="279851" y="1762125"/>
            <a:ext cx="11779200" cy="2349600"/>
          </a:xfrm>
          <a:prstGeom prst="rect">
            <a:avLst/>
          </a:prstGeom>
          <a:noFill/>
          <a:ln>
            <a:noFill/>
          </a:ln>
        </p:spPr>
        <p:txBody>
          <a:bodyPr spcFirstLastPara="1" wrap="square" lIns="0" tIns="60933" rIns="121900" bIns="60933" anchor="t" anchorCtr="0">
            <a:noAutofit/>
          </a:bodyPr>
          <a:lstStyle/>
          <a:p>
            <a:pPr indent="-448722">
              <a:spcBef>
                <a:spcPts val="800"/>
              </a:spcBef>
              <a:buSzPts val="1700"/>
              <a:buChar char="●"/>
            </a:pPr>
            <a:r>
              <a:rPr lang="en" sz="2267" b="1"/>
              <a:t>What are some of the diseases that the SIS model can be applied to?</a:t>
            </a:r>
            <a:endParaRPr sz="2267" b="1"/>
          </a:p>
          <a:p>
            <a:pPr marL="0" indent="0">
              <a:spcBef>
                <a:spcPts val="800"/>
              </a:spcBef>
            </a:pPr>
            <a:endParaRPr sz="2267"/>
          </a:p>
          <a:p>
            <a:pPr lvl="1" indent="-448722">
              <a:buSzPts val="1700"/>
              <a:buChar char="○"/>
            </a:pPr>
            <a:r>
              <a:rPr lang="en" sz="2267"/>
              <a:t>Individuals can get reinfected after recovery</a:t>
            </a:r>
            <a:endParaRPr sz="2267"/>
          </a:p>
          <a:p>
            <a:pPr marL="0" indent="0">
              <a:spcBef>
                <a:spcPts val="800"/>
              </a:spcBef>
              <a:buSzPts val="1700"/>
            </a:pPr>
            <a:endParaRPr sz="2267"/>
          </a:p>
        </p:txBody>
      </p:sp>
      <p:pic>
        <p:nvPicPr>
          <p:cNvPr id="1914" name="Google Shape;1914;p139"/>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915" name="Google Shape;1915;p139"/>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19"/>
        <p:cNvGrpSpPr/>
        <p:nvPr/>
      </p:nvGrpSpPr>
      <p:grpSpPr>
        <a:xfrm>
          <a:off x="0" y="0"/>
          <a:ext cx="0" cy="0"/>
          <a:chOff x="0" y="0"/>
          <a:chExt cx="0" cy="0"/>
        </a:xfrm>
      </p:grpSpPr>
      <p:sp>
        <p:nvSpPr>
          <p:cNvPr id="1920" name="Google Shape;1920;p140"/>
          <p:cNvSpPr txBox="1">
            <a:spLocks noGrp="1"/>
          </p:cNvSpPr>
          <p:nvPr>
            <p:ph type="title"/>
          </p:nvPr>
        </p:nvSpPr>
        <p:spPr>
          <a:xfrm>
            <a:off x="500068" y="274633"/>
            <a:ext cx="11178000" cy="558800"/>
          </a:xfrm>
          <a:prstGeom prst="rect">
            <a:avLst/>
          </a:prstGeom>
          <a:noFill/>
          <a:ln>
            <a:noFill/>
          </a:ln>
        </p:spPr>
        <p:txBody>
          <a:bodyPr spcFirstLastPara="1" wrap="square" lIns="0" tIns="60933" rIns="121900" bIns="60933" anchor="ctr" anchorCtr="0">
            <a:noAutofit/>
          </a:bodyPr>
          <a:lstStyle/>
          <a:p>
            <a:pPr>
              <a:buClr>
                <a:schemeClr val="dk1"/>
              </a:buClr>
              <a:buSzPts val="800"/>
            </a:pPr>
            <a:r>
              <a:rPr lang="en"/>
              <a:t>Flow diagrams for disease transmission</a:t>
            </a:r>
            <a:endParaRPr/>
          </a:p>
        </p:txBody>
      </p:sp>
      <p:sp>
        <p:nvSpPr>
          <p:cNvPr id="1921" name="Google Shape;1921;p140"/>
          <p:cNvSpPr txBox="1">
            <a:spLocks noGrp="1"/>
          </p:cNvSpPr>
          <p:nvPr>
            <p:ph type="body" idx="1"/>
          </p:nvPr>
        </p:nvSpPr>
        <p:spPr>
          <a:xfrm>
            <a:off x="279851" y="1762125"/>
            <a:ext cx="11779200" cy="2349600"/>
          </a:xfrm>
          <a:prstGeom prst="rect">
            <a:avLst/>
          </a:prstGeom>
          <a:noFill/>
          <a:ln>
            <a:noFill/>
          </a:ln>
        </p:spPr>
        <p:txBody>
          <a:bodyPr spcFirstLastPara="1" wrap="square" lIns="0" tIns="60933" rIns="121900" bIns="60933" anchor="t" anchorCtr="0">
            <a:noAutofit/>
          </a:bodyPr>
          <a:lstStyle/>
          <a:p>
            <a:pPr indent="-448722">
              <a:spcBef>
                <a:spcPts val="800"/>
              </a:spcBef>
              <a:buSzPts val="1700"/>
              <a:buChar char="●"/>
            </a:pPr>
            <a:r>
              <a:rPr lang="en" sz="2267" b="1"/>
              <a:t>What are some of the diseases that the SIS model can be applied to?</a:t>
            </a:r>
            <a:endParaRPr sz="2267" b="1"/>
          </a:p>
          <a:p>
            <a:pPr marL="0" indent="0">
              <a:spcBef>
                <a:spcPts val="800"/>
              </a:spcBef>
            </a:pPr>
            <a:endParaRPr sz="2267" b="1"/>
          </a:p>
          <a:p>
            <a:pPr lvl="1" indent="-448722">
              <a:buSzPts val="1700"/>
              <a:buChar char="○"/>
            </a:pPr>
            <a:r>
              <a:rPr lang="en" sz="2267"/>
              <a:t>Individuals can get reinfected multiple times</a:t>
            </a:r>
            <a:br>
              <a:rPr lang="en" sz="2267"/>
            </a:br>
            <a:endParaRPr sz="2267"/>
          </a:p>
          <a:p>
            <a:pPr lvl="1" indent="-448722">
              <a:spcBef>
                <a:spcPts val="0"/>
              </a:spcBef>
              <a:buSzPts val="1700"/>
              <a:buChar char="○"/>
            </a:pPr>
            <a:r>
              <a:rPr lang="en" sz="2267" b="1"/>
              <a:t>Eg: Common cold, malaria, STIs, etc</a:t>
            </a:r>
            <a:endParaRPr sz="2267" b="1"/>
          </a:p>
          <a:p>
            <a:pPr marL="0" indent="0">
              <a:spcBef>
                <a:spcPts val="800"/>
              </a:spcBef>
              <a:buSzPts val="1700"/>
            </a:pPr>
            <a:endParaRPr sz="2267"/>
          </a:p>
        </p:txBody>
      </p:sp>
      <p:pic>
        <p:nvPicPr>
          <p:cNvPr id="1922" name="Google Shape;1922;p140"/>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923" name="Google Shape;1923;p140"/>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27"/>
        <p:cNvGrpSpPr/>
        <p:nvPr/>
      </p:nvGrpSpPr>
      <p:grpSpPr>
        <a:xfrm>
          <a:off x="0" y="0"/>
          <a:ext cx="0" cy="0"/>
          <a:chOff x="0" y="0"/>
          <a:chExt cx="0" cy="0"/>
        </a:xfrm>
      </p:grpSpPr>
      <p:sp>
        <p:nvSpPr>
          <p:cNvPr id="1928" name="Google Shape;1928;p141"/>
          <p:cNvSpPr txBox="1">
            <a:spLocks noGrp="1"/>
          </p:cNvSpPr>
          <p:nvPr>
            <p:ph type="body" idx="1"/>
          </p:nvPr>
        </p:nvSpPr>
        <p:spPr>
          <a:xfrm>
            <a:off x="5186289" y="3547455"/>
            <a:ext cx="5935600" cy="824000"/>
          </a:xfrm>
          <a:prstGeom prst="rect">
            <a:avLst/>
          </a:prstGeom>
          <a:noFill/>
          <a:ln>
            <a:noFill/>
          </a:ln>
        </p:spPr>
        <p:txBody>
          <a:bodyPr spcFirstLastPara="1" wrap="square" lIns="0" tIns="60933" rIns="121900" bIns="60933" anchor="b" anchorCtr="0">
            <a:noAutofit/>
          </a:bodyPr>
          <a:lstStyle/>
          <a:p>
            <a:pPr marL="0" indent="0" algn="just">
              <a:spcBef>
                <a:spcPts val="0"/>
              </a:spcBef>
            </a:pPr>
            <a:r>
              <a:rPr lang="en"/>
              <a:t>Practical session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33"/>
        <p:cNvGrpSpPr/>
        <p:nvPr/>
      </p:nvGrpSpPr>
      <p:grpSpPr>
        <a:xfrm>
          <a:off x="0" y="0"/>
          <a:ext cx="0" cy="0"/>
          <a:chOff x="0" y="0"/>
          <a:chExt cx="0" cy="0"/>
        </a:xfrm>
      </p:grpSpPr>
      <p:sp>
        <p:nvSpPr>
          <p:cNvPr id="1934" name="Google Shape;1934;p142"/>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dirty="0"/>
              <a:t>Practical 1</a:t>
            </a:r>
            <a:endParaRPr dirty="0"/>
          </a:p>
        </p:txBody>
      </p:sp>
      <p:sp>
        <p:nvSpPr>
          <p:cNvPr id="1935" name="Google Shape;1935;p142"/>
          <p:cNvSpPr txBox="1">
            <a:spLocks noGrp="1"/>
          </p:cNvSpPr>
          <p:nvPr>
            <p:ph type="body" idx="1"/>
          </p:nvPr>
        </p:nvSpPr>
        <p:spPr>
          <a:xfrm>
            <a:off x="107967" y="2066865"/>
            <a:ext cx="11790000" cy="4414000"/>
          </a:xfrm>
          <a:prstGeom prst="rect">
            <a:avLst/>
          </a:prstGeom>
          <a:noFill/>
          <a:ln>
            <a:noFill/>
          </a:ln>
        </p:spPr>
        <p:txBody>
          <a:bodyPr spcFirstLastPara="1" wrap="square" lIns="0" tIns="60933" rIns="121900" bIns="60933" anchor="t" anchorCtr="0">
            <a:noAutofit/>
          </a:bodyPr>
          <a:lstStyle/>
          <a:p>
            <a:pPr marL="0" indent="0"/>
            <a:r>
              <a:rPr lang="en" sz="2400" dirty="0"/>
              <a:t>After being exposed to an infection, susceptible individuals do not immediately become infectious, the incubation period is the time it takes between exposure and infection:</a:t>
            </a:r>
            <a:endParaRPr sz="2400" dirty="0"/>
          </a:p>
          <a:p>
            <a:pPr marL="0" indent="0">
              <a:spcBef>
                <a:spcPts val="800"/>
              </a:spcBef>
            </a:pPr>
            <a:endParaRPr sz="2400" dirty="0"/>
          </a:p>
          <a:p>
            <a:pPr marL="457189" indent="-372524">
              <a:spcBef>
                <a:spcPts val="800"/>
              </a:spcBef>
              <a:buSzPts val="1800"/>
              <a:buChar char="●"/>
            </a:pPr>
            <a:r>
              <a:rPr lang="en" sz="2400" dirty="0"/>
              <a:t>Draw flow diagrams for SEIS models treatment! </a:t>
            </a:r>
            <a:endParaRPr sz="2400" dirty="0"/>
          </a:p>
          <a:p>
            <a:pPr marL="0" indent="0">
              <a:spcBef>
                <a:spcPts val="800"/>
              </a:spcBef>
              <a:spcAft>
                <a:spcPts val="800"/>
              </a:spcAft>
            </a:pPr>
            <a:endParaRPr dirty="0"/>
          </a:p>
        </p:txBody>
      </p:sp>
      <p:sp>
        <p:nvSpPr>
          <p:cNvPr id="1936" name="Google Shape;1936;p142"/>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dirty="0"/>
              <a:t>SIS with incubation = SEIS</a:t>
            </a:r>
            <a:endParaRPr dirty="0"/>
          </a:p>
        </p:txBody>
      </p:sp>
      <p:pic>
        <p:nvPicPr>
          <p:cNvPr id="1937" name="Google Shape;1937;p142"/>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938" name="Google Shape;1938;p142"/>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43"/>
        <p:cNvGrpSpPr/>
        <p:nvPr/>
      </p:nvGrpSpPr>
      <p:grpSpPr>
        <a:xfrm>
          <a:off x="0" y="0"/>
          <a:ext cx="0" cy="0"/>
          <a:chOff x="0" y="0"/>
          <a:chExt cx="0" cy="0"/>
        </a:xfrm>
      </p:grpSpPr>
      <p:sp>
        <p:nvSpPr>
          <p:cNvPr id="1944" name="Google Shape;1944;p143"/>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dirty="0"/>
              <a:t>Practical 1 - solution 1</a:t>
            </a:r>
            <a:endParaRPr dirty="0"/>
          </a:p>
        </p:txBody>
      </p:sp>
      <p:sp>
        <p:nvSpPr>
          <p:cNvPr id="1945" name="Google Shape;1945;p143"/>
          <p:cNvSpPr txBox="1">
            <a:spLocks noGrp="1"/>
          </p:cNvSpPr>
          <p:nvPr>
            <p:ph type="body" idx="1"/>
          </p:nvPr>
        </p:nvSpPr>
        <p:spPr>
          <a:xfrm>
            <a:off x="107951" y="1544626"/>
            <a:ext cx="11790000" cy="1436800"/>
          </a:xfrm>
          <a:prstGeom prst="rect">
            <a:avLst/>
          </a:prstGeom>
          <a:noFill/>
          <a:ln>
            <a:noFill/>
          </a:ln>
        </p:spPr>
        <p:txBody>
          <a:bodyPr spcFirstLastPara="1" wrap="square" lIns="0" tIns="60933" rIns="121900" bIns="60933" anchor="t" anchorCtr="0">
            <a:noAutofit/>
          </a:bodyPr>
          <a:lstStyle/>
          <a:p>
            <a:pPr marL="0" indent="0">
              <a:buClr>
                <a:schemeClr val="dk1"/>
              </a:buClr>
            </a:pPr>
            <a:r>
              <a:rPr lang="en" sz="2400" dirty="0"/>
              <a:t>After being exposed to an infection, susceptible individuals do not immediately become infectious, the incubation period is the time it takes between exposure and infection:</a:t>
            </a:r>
            <a:endParaRPr sz="2400" dirty="0"/>
          </a:p>
        </p:txBody>
      </p:sp>
      <p:sp>
        <p:nvSpPr>
          <p:cNvPr id="1946" name="Google Shape;1946;p143"/>
          <p:cNvSpPr txBox="1">
            <a:spLocks noGrp="1"/>
          </p:cNvSpPr>
          <p:nvPr>
            <p:ph type="body" idx="2"/>
          </p:nvPr>
        </p:nvSpPr>
        <p:spPr>
          <a:xfrm>
            <a:off x="666749" y="992131"/>
            <a:ext cx="10850000" cy="432000"/>
          </a:xfrm>
          <a:prstGeom prst="rect">
            <a:avLst/>
          </a:prstGeom>
          <a:noFill/>
          <a:ln>
            <a:noFill/>
          </a:ln>
        </p:spPr>
        <p:txBody>
          <a:bodyPr spcFirstLastPara="1" wrap="square" lIns="0" tIns="60933" rIns="121900" bIns="60933" anchor="t" anchorCtr="0">
            <a:noAutofit/>
          </a:bodyPr>
          <a:lstStyle/>
          <a:p>
            <a:pPr marL="0" indent="0"/>
            <a:r>
              <a:rPr lang="en"/>
              <a:t>SIS with incubation = SEIS</a:t>
            </a:r>
            <a:endParaRPr/>
          </a:p>
        </p:txBody>
      </p:sp>
      <p:grpSp>
        <p:nvGrpSpPr>
          <p:cNvPr id="1947" name="Google Shape;1947;p143"/>
          <p:cNvGrpSpPr/>
          <p:nvPr/>
        </p:nvGrpSpPr>
        <p:grpSpPr>
          <a:xfrm>
            <a:off x="214100" y="3241800"/>
            <a:ext cx="11683833" cy="3434464"/>
            <a:chOff x="214092" y="3241816"/>
            <a:chExt cx="12083391" cy="3434464"/>
          </a:xfrm>
        </p:grpSpPr>
        <p:sp>
          <p:nvSpPr>
            <p:cNvPr id="1948" name="Google Shape;1948;p143"/>
            <p:cNvSpPr/>
            <p:nvPr/>
          </p:nvSpPr>
          <p:spPr>
            <a:xfrm>
              <a:off x="214092" y="4313343"/>
              <a:ext cx="3342900" cy="12525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49" name="Google Shape;1949;p143"/>
            <p:cNvSpPr/>
            <p:nvPr/>
          </p:nvSpPr>
          <p:spPr>
            <a:xfrm>
              <a:off x="4810983" y="4313343"/>
              <a:ext cx="3191100" cy="1252500"/>
            </a:xfrm>
            <a:prstGeom prst="roundRect">
              <a:avLst>
                <a:gd name="adj" fmla="val 16667"/>
              </a:avLst>
            </a:prstGeom>
            <a:noFill/>
            <a:ln w="114300" cap="flat" cmpd="sng">
              <a:solidFill>
                <a:srgbClr val="E6B8AF"/>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50" name="Google Shape;1950;p143"/>
            <p:cNvSpPr txBox="1"/>
            <p:nvPr/>
          </p:nvSpPr>
          <p:spPr>
            <a:xfrm>
              <a:off x="375461" y="4503212"/>
              <a:ext cx="2986500" cy="71819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2600"/>
              </a:pPr>
              <a:r>
                <a:rPr lang="en" sz="3467" kern="0">
                  <a:solidFill>
                    <a:srgbClr val="222222"/>
                  </a:solidFill>
                  <a:latin typeface="Arial"/>
                  <a:ea typeface="Arial"/>
                  <a:cs typeface="Arial"/>
                  <a:sym typeface="Arial"/>
                </a:rPr>
                <a:t>susceptible</a:t>
              </a:r>
              <a:endParaRPr sz="3467" kern="0">
                <a:solidFill>
                  <a:srgbClr val="222222"/>
                </a:solidFill>
                <a:latin typeface="Arial"/>
                <a:ea typeface="Arial"/>
                <a:cs typeface="Arial"/>
                <a:sym typeface="Arial"/>
              </a:endParaRPr>
            </a:p>
          </p:txBody>
        </p:sp>
        <p:sp>
          <p:nvSpPr>
            <p:cNvPr id="1951" name="Google Shape;1951;p143"/>
            <p:cNvSpPr txBox="1"/>
            <p:nvPr/>
          </p:nvSpPr>
          <p:spPr>
            <a:xfrm>
              <a:off x="4913374" y="4489324"/>
              <a:ext cx="2986500" cy="71819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2600"/>
              </a:pPr>
              <a:r>
                <a:rPr lang="en" sz="3467" kern="0">
                  <a:solidFill>
                    <a:srgbClr val="222222"/>
                  </a:solidFill>
                  <a:latin typeface="Arial"/>
                  <a:cs typeface="Arial"/>
                  <a:sym typeface="Arial"/>
                </a:rPr>
                <a:t>exposed</a:t>
              </a:r>
              <a:endParaRPr sz="3467" kern="0">
                <a:solidFill>
                  <a:srgbClr val="222222"/>
                </a:solidFill>
                <a:latin typeface="Arial"/>
                <a:ea typeface="Arial"/>
                <a:cs typeface="Arial"/>
                <a:sym typeface="Arial"/>
              </a:endParaRPr>
            </a:p>
          </p:txBody>
        </p:sp>
        <p:sp>
          <p:nvSpPr>
            <p:cNvPr id="1952" name="Google Shape;1952;p143"/>
            <p:cNvSpPr/>
            <p:nvPr/>
          </p:nvSpPr>
          <p:spPr>
            <a:xfrm rot="10800000" flipH="1">
              <a:off x="3812594" y="4313282"/>
              <a:ext cx="850500" cy="3912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53" name="Google Shape;1953;p143"/>
            <p:cNvSpPr txBox="1"/>
            <p:nvPr/>
          </p:nvSpPr>
          <p:spPr>
            <a:xfrm>
              <a:off x="2832264" y="3241816"/>
              <a:ext cx="2264100" cy="533530"/>
            </a:xfrm>
            <a:prstGeom prst="rect">
              <a:avLst/>
            </a:prstGeom>
            <a:noFill/>
            <a:ln>
              <a:noFill/>
            </a:ln>
          </p:spPr>
          <p:txBody>
            <a:bodyPr spcFirstLastPara="1" wrap="square" lIns="91433" tIns="91433" rIns="91433" bIns="91433" anchor="t" anchorCtr="0">
              <a:spAutoFit/>
            </a:bodyPr>
            <a:lstStyle/>
            <a:p>
              <a:pPr defTabSz="1219170">
                <a:buClr>
                  <a:srgbClr val="000000"/>
                </a:buClr>
                <a:buSzPts val="1700"/>
              </a:pPr>
              <a:r>
                <a:rPr lang="en" sz="2267" kern="0">
                  <a:solidFill>
                    <a:srgbClr val="FF9900"/>
                  </a:solidFill>
                  <a:latin typeface="Arial"/>
                  <a:ea typeface="Arial"/>
                  <a:cs typeface="Arial"/>
                  <a:sym typeface="Arial"/>
                </a:rPr>
                <a:t>transmission</a:t>
              </a:r>
              <a:endParaRPr sz="2267" kern="0">
                <a:solidFill>
                  <a:srgbClr val="FF9900"/>
                </a:solidFill>
                <a:latin typeface="Arial"/>
                <a:ea typeface="Arial"/>
                <a:cs typeface="Arial"/>
                <a:sym typeface="Arial"/>
              </a:endParaRPr>
            </a:p>
          </p:txBody>
        </p:sp>
        <p:sp>
          <p:nvSpPr>
            <p:cNvPr id="1954" name="Google Shape;1954;p143"/>
            <p:cNvSpPr/>
            <p:nvPr/>
          </p:nvSpPr>
          <p:spPr>
            <a:xfrm flipH="1">
              <a:off x="4154739" y="3733233"/>
              <a:ext cx="5914800" cy="445500"/>
            </a:xfrm>
            <a:prstGeom prst="uturnArrow">
              <a:avLst>
                <a:gd name="adj1" fmla="val 25000"/>
                <a:gd name="adj2" fmla="val 25000"/>
                <a:gd name="adj3" fmla="val 25000"/>
                <a:gd name="adj4" fmla="val 43750"/>
                <a:gd name="adj5" fmla="val 75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55" name="Google Shape;1955;p143"/>
            <p:cNvSpPr/>
            <p:nvPr/>
          </p:nvSpPr>
          <p:spPr>
            <a:xfrm>
              <a:off x="8147470" y="4835300"/>
              <a:ext cx="737400" cy="391200"/>
            </a:xfrm>
            <a:prstGeom prst="rightArrow">
              <a:avLst>
                <a:gd name="adj1" fmla="val 50000"/>
                <a:gd name="adj2" fmla="val 50000"/>
              </a:avLst>
            </a:prstGeom>
            <a:solidFill>
              <a:srgbClr val="38761D"/>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56" name="Google Shape;1956;p143"/>
            <p:cNvSpPr txBox="1"/>
            <p:nvPr/>
          </p:nvSpPr>
          <p:spPr>
            <a:xfrm>
              <a:off x="7895521" y="5480582"/>
              <a:ext cx="2001300" cy="492428"/>
            </a:xfrm>
            <a:prstGeom prst="rect">
              <a:avLst/>
            </a:prstGeom>
            <a:noFill/>
            <a:ln>
              <a:noFill/>
            </a:ln>
          </p:spPr>
          <p:txBody>
            <a:bodyPr spcFirstLastPara="1" wrap="square" lIns="91433" tIns="91433" rIns="91433" bIns="91433" anchor="t" anchorCtr="0">
              <a:spAutoFit/>
            </a:bodyPr>
            <a:lstStyle/>
            <a:p>
              <a:pPr defTabSz="1219170">
                <a:buClr>
                  <a:srgbClr val="000000"/>
                </a:buClr>
                <a:buSzPts val="1500"/>
              </a:pPr>
              <a:r>
                <a:rPr lang="en" sz="2000" kern="0">
                  <a:solidFill>
                    <a:srgbClr val="38761D"/>
                  </a:solidFill>
                  <a:latin typeface="Arial"/>
                  <a:cs typeface="Arial"/>
                  <a:sym typeface="Arial"/>
                </a:rPr>
                <a:t>incubation</a:t>
              </a:r>
              <a:endParaRPr sz="2000" kern="0">
                <a:solidFill>
                  <a:srgbClr val="38761D"/>
                </a:solidFill>
                <a:latin typeface="Arial"/>
                <a:ea typeface="Arial"/>
                <a:cs typeface="Arial"/>
                <a:sym typeface="Arial"/>
              </a:endParaRPr>
            </a:p>
          </p:txBody>
        </p:sp>
        <p:sp>
          <p:nvSpPr>
            <p:cNvPr id="1957" name="Google Shape;1957;p143"/>
            <p:cNvSpPr/>
            <p:nvPr/>
          </p:nvSpPr>
          <p:spPr>
            <a:xfrm>
              <a:off x="9106383" y="4313343"/>
              <a:ext cx="3191100" cy="12525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58" name="Google Shape;1958;p143"/>
            <p:cNvSpPr/>
            <p:nvPr/>
          </p:nvSpPr>
          <p:spPr>
            <a:xfrm rot="10800000">
              <a:off x="1482600" y="5698950"/>
              <a:ext cx="8433000" cy="523200"/>
            </a:xfrm>
            <a:prstGeom prst="uturnArrow">
              <a:avLst>
                <a:gd name="adj1" fmla="val 25000"/>
                <a:gd name="adj2" fmla="val 25000"/>
                <a:gd name="adj3" fmla="val 25000"/>
                <a:gd name="adj4" fmla="val 43750"/>
                <a:gd name="adj5" fmla="val 75000"/>
              </a:avLst>
            </a:prstGeom>
            <a:solidFill>
              <a:srgbClr val="4FB043"/>
            </a:solidFill>
            <a:ln w="7150" cap="flat" cmpd="sng">
              <a:solidFill>
                <a:srgbClr val="4FB043"/>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buSzPts val="1100"/>
              </a:pPr>
              <a:endParaRPr sz="1467" kern="0">
                <a:solidFill>
                  <a:srgbClr val="000000"/>
                </a:solidFill>
                <a:latin typeface="Arial"/>
                <a:ea typeface="Arial"/>
                <a:cs typeface="Arial"/>
                <a:sym typeface="Arial"/>
              </a:endParaRPr>
            </a:p>
          </p:txBody>
        </p:sp>
        <p:sp>
          <p:nvSpPr>
            <p:cNvPr id="1959" name="Google Shape;1959;p143"/>
            <p:cNvSpPr txBox="1"/>
            <p:nvPr/>
          </p:nvSpPr>
          <p:spPr>
            <a:xfrm>
              <a:off x="5654224" y="6142750"/>
              <a:ext cx="1826999" cy="533530"/>
            </a:xfrm>
            <a:prstGeom prst="rect">
              <a:avLst/>
            </a:prstGeom>
            <a:noFill/>
            <a:ln>
              <a:noFill/>
            </a:ln>
          </p:spPr>
          <p:txBody>
            <a:bodyPr spcFirstLastPara="1" wrap="square" lIns="91433" tIns="91433" rIns="91433" bIns="91433" anchor="t" anchorCtr="0">
              <a:spAutoFit/>
            </a:bodyPr>
            <a:lstStyle/>
            <a:p>
              <a:pPr defTabSz="1219170">
                <a:buClr>
                  <a:srgbClr val="000000"/>
                </a:buClr>
                <a:buSzPts val="1700"/>
              </a:pPr>
              <a:r>
                <a:rPr lang="en" sz="2267" kern="0">
                  <a:solidFill>
                    <a:srgbClr val="4FB043"/>
                  </a:solidFill>
                  <a:latin typeface="Arial"/>
                  <a:cs typeface="Arial"/>
                  <a:sym typeface="Arial"/>
                </a:rPr>
                <a:t>recovery</a:t>
              </a:r>
              <a:endParaRPr sz="2267" kern="0">
                <a:solidFill>
                  <a:srgbClr val="4FB043"/>
                </a:solidFill>
                <a:latin typeface="Arial"/>
                <a:ea typeface="Arial"/>
                <a:cs typeface="Arial"/>
                <a:sym typeface="Arial"/>
              </a:endParaRPr>
            </a:p>
          </p:txBody>
        </p:sp>
        <p:sp>
          <p:nvSpPr>
            <p:cNvPr id="1960" name="Google Shape;1960;p143"/>
            <p:cNvSpPr txBox="1"/>
            <p:nvPr/>
          </p:nvSpPr>
          <p:spPr>
            <a:xfrm>
              <a:off x="9205499" y="4501749"/>
              <a:ext cx="2986500" cy="718196"/>
            </a:xfrm>
            <a:prstGeom prst="rect">
              <a:avLst/>
            </a:prstGeom>
            <a:noFill/>
            <a:ln>
              <a:noFill/>
            </a:ln>
          </p:spPr>
          <p:txBody>
            <a:bodyPr spcFirstLastPara="1" wrap="square" lIns="91433" tIns="91433" rIns="91433" bIns="91433" anchor="t" anchorCtr="0">
              <a:spAutoFit/>
            </a:bodyPr>
            <a:lstStyle/>
            <a:p>
              <a:pPr algn="ctr" defTabSz="1219170">
                <a:buClr>
                  <a:srgbClr val="000000"/>
                </a:buClr>
                <a:buSzPts val="2600"/>
              </a:pPr>
              <a:r>
                <a:rPr lang="en" sz="3467" kern="0">
                  <a:solidFill>
                    <a:srgbClr val="222222"/>
                  </a:solidFill>
                  <a:latin typeface="Arial"/>
                  <a:cs typeface="Arial"/>
                  <a:sym typeface="Arial"/>
                </a:rPr>
                <a:t>infectious</a:t>
              </a:r>
              <a:endParaRPr sz="3467" kern="0">
                <a:solidFill>
                  <a:srgbClr val="222222"/>
                </a:solidFill>
                <a:latin typeface="Arial"/>
                <a:ea typeface="Arial"/>
                <a:cs typeface="Arial"/>
                <a:sym typeface="Arial"/>
              </a:endParaRPr>
            </a:p>
          </p:txBody>
        </p:sp>
      </p:grpSp>
      <p:pic>
        <p:nvPicPr>
          <p:cNvPr id="1961" name="Google Shape;1961;p143"/>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962" name="Google Shape;1962;p143"/>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67"/>
        <p:cNvGrpSpPr/>
        <p:nvPr/>
      </p:nvGrpSpPr>
      <p:grpSpPr>
        <a:xfrm>
          <a:off x="0" y="0"/>
          <a:ext cx="0" cy="0"/>
          <a:chOff x="0" y="0"/>
          <a:chExt cx="0" cy="0"/>
        </a:xfrm>
      </p:grpSpPr>
      <p:sp>
        <p:nvSpPr>
          <p:cNvPr id="1968" name="Google Shape;1968;p144"/>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dirty="0"/>
              <a:t>Practical 2</a:t>
            </a:r>
            <a:endParaRPr dirty="0"/>
          </a:p>
        </p:txBody>
      </p:sp>
      <p:sp>
        <p:nvSpPr>
          <p:cNvPr id="1969" name="Google Shape;1969;p144"/>
          <p:cNvSpPr txBox="1">
            <a:spLocks noGrp="1"/>
          </p:cNvSpPr>
          <p:nvPr>
            <p:ph type="body" idx="1"/>
          </p:nvPr>
        </p:nvSpPr>
        <p:spPr>
          <a:xfrm>
            <a:off x="107967" y="2066865"/>
            <a:ext cx="11790000" cy="4414000"/>
          </a:xfrm>
          <a:prstGeom prst="rect">
            <a:avLst/>
          </a:prstGeom>
          <a:noFill/>
          <a:ln>
            <a:noFill/>
          </a:ln>
        </p:spPr>
        <p:txBody>
          <a:bodyPr spcFirstLastPara="1" wrap="square" lIns="0" tIns="60933" rIns="121900" bIns="60933" anchor="t" anchorCtr="0">
            <a:noAutofit/>
          </a:bodyPr>
          <a:lstStyle/>
          <a:p>
            <a:pPr marL="0" indent="0"/>
            <a:r>
              <a:rPr lang="en" sz="2400" dirty="0"/>
              <a:t>For the SIS disease, treatment is available</a:t>
            </a:r>
            <a:endParaRPr sz="2400" dirty="0"/>
          </a:p>
          <a:p>
            <a:pPr marL="457189" indent="-372524">
              <a:spcBef>
                <a:spcPts val="800"/>
              </a:spcBef>
              <a:buSzPts val="1800"/>
              <a:buChar char="●"/>
            </a:pPr>
            <a:r>
              <a:rPr lang="en" sz="2400" dirty="0"/>
              <a:t>only infected (presumably symptomatic) individuals get treated</a:t>
            </a:r>
            <a:endParaRPr sz="2400" dirty="0"/>
          </a:p>
          <a:p>
            <a:pPr marL="457189" indent="-414856">
              <a:buChar char="●"/>
            </a:pPr>
            <a:r>
              <a:rPr lang="en" sz="2400" dirty="0"/>
              <a:t>while on treatment, individuals are not infectious</a:t>
            </a:r>
            <a:endParaRPr sz="2400" dirty="0"/>
          </a:p>
          <a:p>
            <a:pPr marL="457189" indent="-372524">
              <a:buSzPts val="1800"/>
              <a:buChar char="●"/>
            </a:pPr>
            <a:r>
              <a:rPr lang="en" sz="2400" dirty="0"/>
              <a:t>once the treatment period is over, individuals become susceptible again</a:t>
            </a:r>
            <a:endParaRPr sz="2400" dirty="0"/>
          </a:p>
          <a:p>
            <a:pPr marL="0" indent="0">
              <a:spcBef>
                <a:spcPts val="800"/>
              </a:spcBef>
            </a:pPr>
            <a:endParaRPr sz="2400" dirty="0"/>
          </a:p>
          <a:p>
            <a:pPr marL="457189" indent="-372524">
              <a:spcBef>
                <a:spcPts val="800"/>
              </a:spcBef>
              <a:buSzPts val="1800"/>
              <a:buChar char="●"/>
            </a:pPr>
            <a:r>
              <a:rPr lang="en" sz="2400" dirty="0"/>
              <a:t>Draw flow diagrams for SITS models. </a:t>
            </a:r>
            <a:endParaRPr sz="2400" dirty="0"/>
          </a:p>
          <a:p>
            <a:pPr marL="0" indent="0">
              <a:spcBef>
                <a:spcPts val="800"/>
              </a:spcBef>
              <a:spcAft>
                <a:spcPts val="800"/>
              </a:spcAft>
            </a:pPr>
            <a:endParaRPr dirty="0"/>
          </a:p>
        </p:txBody>
      </p:sp>
      <p:sp>
        <p:nvSpPr>
          <p:cNvPr id="1970" name="Google Shape;1970;p144"/>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dirty="0"/>
              <a:t>SIS with treatment = SITS</a:t>
            </a:r>
            <a:endParaRPr dirty="0"/>
          </a:p>
        </p:txBody>
      </p:sp>
      <p:pic>
        <p:nvPicPr>
          <p:cNvPr id="1971" name="Google Shape;1971;p144"/>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1972" name="Google Shape;1972;p144"/>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77"/>
        <p:cNvGrpSpPr/>
        <p:nvPr/>
      </p:nvGrpSpPr>
      <p:grpSpPr>
        <a:xfrm>
          <a:off x="0" y="0"/>
          <a:ext cx="0" cy="0"/>
          <a:chOff x="0" y="0"/>
          <a:chExt cx="0" cy="0"/>
        </a:xfrm>
      </p:grpSpPr>
      <p:sp>
        <p:nvSpPr>
          <p:cNvPr id="1978" name="Google Shape;1978;p145"/>
          <p:cNvSpPr txBox="1">
            <a:spLocks noGrp="1"/>
          </p:cNvSpPr>
          <p:nvPr>
            <p:ph type="title"/>
          </p:nvPr>
        </p:nvSpPr>
        <p:spPr>
          <a:xfrm>
            <a:off x="500063" y="274639"/>
            <a:ext cx="8137600" cy="558800"/>
          </a:xfrm>
          <a:prstGeom prst="rect">
            <a:avLst/>
          </a:prstGeom>
        </p:spPr>
        <p:txBody>
          <a:bodyPr spcFirstLastPara="1" wrap="square" lIns="0" tIns="60933" rIns="121900" bIns="60933" anchor="ctr" anchorCtr="0">
            <a:noAutofit/>
          </a:bodyPr>
          <a:lstStyle/>
          <a:p>
            <a:r>
              <a:rPr lang="en" dirty="0"/>
              <a:t>Practical 2 - solution 1</a:t>
            </a:r>
            <a:endParaRPr dirty="0"/>
          </a:p>
        </p:txBody>
      </p:sp>
      <p:sp>
        <p:nvSpPr>
          <p:cNvPr id="1979" name="Google Shape;1979;p145"/>
          <p:cNvSpPr txBox="1">
            <a:spLocks noGrp="1"/>
          </p:cNvSpPr>
          <p:nvPr>
            <p:ph type="body" idx="1"/>
          </p:nvPr>
        </p:nvSpPr>
        <p:spPr>
          <a:xfrm>
            <a:off x="107951" y="1533475"/>
            <a:ext cx="11790000" cy="1436800"/>
          </a:xfrm>
          <a:prstGeom prst="rect">
            <a:avLst/>
          </a:prstGeom>
        </p:spPr>
        <p:txBody>
          <a:bodyPr spcFirstLastPara="1" wrap="square" lIns="0" tIns="60933" rIns="121900" bIns="60933" anchor="t" anchorCtr="0">
            <a:noAutofit/>
          </a:bodyPr>
          <a:lstStyle/>
          <a:p>
            <a:pPr marL="0" indent="0"/>
            <a:r>
              <a:rPr lang="en" sz="2400" dirty="0"/>
              <a:t>A treatment for the disease is available:</a:t>
            </a:r>
            <a:endParaRPr sz="2400" dirty="0"/>
          </a:p>
          <a:p>
            <a:pPr marL="457189" indent="-347125">
              <a:spcBef>
                <a:spcPts val="800"/>
              </a:spcBef>
              <a:buSzPts val="1500"/>
              <a:buChar char="●"/>
            </a:pPr>
            <a:r>
              <a:rPr lang="en" sz="2400" dirty="0"/>
              <a:t>only infected (presumably symptomatic) individuals get treated</a:t>
            </a:r>
            <a:endParaRPr sz="2400" dirty="0"/>
          </a:p>
          <a:p>
            <a:pPr marL="457189" indent="-347125">
              <a:buSzPts val="1500"/>
              <a:buChar char="●"/>
            </a:pPr>
            <a:r>
              <a:rPr lang="en" sz="2400" dirty="0"/>
              <a:t>while on treatment, individuals are not infectious</a:t>
            </a:r>
            <a:endParaRPr sz="2400" dirty="0"/>
          </a:p>
          <a:p>
            <a:pPr marL="457189" indent="-347125">
              <a:buSzPts val="1500"/>
              <a:buChar char="●"/>
            </a:pPr>
            <a:r>
              <a:rPr lang="en" sz="2400" dirty="0"/>
              <a:t>once the treatment period is forgone, individuals become susceptible again</a:t>
            </a:r>
            <a:endParaRPr sz="2400" dirty="0"/>
          </a:p>
        </p:txBody>
      </p:sp>
      <p:sp>
        <p:nvSpPr>
          <p:cNvPr id="1980" name="Google Shape;1980;p145"/>
          <p:cNvSpPr txBox="1">
            <a:spLocks noGrp="1"/>
          </p:cNvSpPr>
          <p:nvPr>
            <p:ph type="body" idx="2"/>
          </p:nvPr>
        </p:nvSpPr>
        <p:spPr>
          <a:xfrm>
            <a:off x="666749" y="992129"/>
            <a:ext cx="10850000" cy="432000"/>
          </a:xfrm>
          <a:prstGeom prst="rect">
            <a:avLst/>
          </a:prstGeom>
        </p:spPr>
        <p:txBody>
          <a:bodyPr spcFirstLastPara="1" wrap="square" lIns="0" tIns="60933" rIns="121900" bIns="60933" anchor="t" anchorCtr="0">
            <a:noAutofit/>
          </a:bodyPr>
          <a:lstStyle/>
          <a:p>
            <a:pPr marL="0" indent="0"/>
            <a:r>
              <a:rPr lang="en" dirty="0"/>
              <a:t>SIS with treatment = SITS</a:t>
            </a:r>
            <a:endParaRPr dirty="0"/>
          </a:p>
        </p:txBody>
      </p:sp>
      <p:grpSp>
        <p:nvGrpSpPr>
          <p:cNvPr id="1981" name="Google Shape;1981;p145"/>
          <p:cNvGrpSpPr/>
          <p:nvPr/>
        </p:nvGrpSpPr>
        <p:grpSpPr>
          <a:xfrm>
            <a:off x="214103" y="3241801"/>
            <a:ext cx="11790168" cy="3434465"/>
            <a:chOff x="214092" y="3241816"/>
            <a:chExt cx="12083391" cy="3434464"/>
          </a:xfrm>
        </p:grpSpPr>
        <p:sp>
          <p:nvSpPr>
            <p:cNvPr id="1982" name="Google Shape;1982;p145"/>
            <p:cNvSpPr/>
            <p:nvPr/>
          </p:nvSpPr>
          <p:spPr>
            <a:xfrm>
              <a:off x="214092" y="4313343"/>
              <a:ext cx="3342900" cy="1252500"/>
            </a:xfrm>
            <a:prstGeom prst="roundRect">
              <a:avLst>
                <a:gd name="adj" fmla="val 16667"/>
              </a:avLst>
            </a:prstGeom>
            <a:noFill/>
            <a:ln w="114300" cap="flat" cmpd="sng">
              <a:solidFill>
                <a:srgbClr val="95C0DA"/>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83" name="Google Shape;1983;p145"/>
            <p:cNvSpPr/>
            <p:nvPr/>
          </p:nvSpPr>
          <p:spPr>
            <a:xfrm>
              <a:off x="4810983" y="4313343"/>
              <a:ext cx="3191100" cy="1252500"/>
            </a:xfrm>
            <a:prstGeom prst="roundRect">
              <a:avLst>
                <a:gd name="adj" fmla="val 16667"/>
              </a:avLst>
            </a:prstGeom>
            <a:noFill/>
            <a:ln w="114300" cap="flat" cmpd="sng">
              <a:solidFill>
                <a:srgbClr val="E97F77"/>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84" name="Google Shape;1984;p145"/>
            <p:cNvSpPr txBox="1"/>
            <p:nvPr/>
          </p:nvSpPr>
          <p:spPr>
            <a:xfrm>
              <a:off x="375461" y="4503212"/>
              <a:ext cx="2986500" cy="718196"/>
            </a:xfrm>
            <a:prstGeom prst="rect">
              <a:avLst/>
            </a:prstGeom>
            <a:noFill/>
            <a:ln>
              <a:noFill/>
            </a:ln>
          </p:spPr>
          <p:txBody>
            <a:bodyPr spcFirstLastPara="1" wrap="square" lIns="91433" tIns="91433" rIns="91433" bIns="91433" anchor="t" anchorCtr="0">
              <a:spAutoFit/>
            </a:bodyPr>
            <a:lstStyle/>
            <a:p>
              <a:pPr algn="ctr" defTabSz="1219170">
                <a:buClr>
                  <a:srgbClr val="000000"/>
                </a:buClr>
              </a:pPr>
              <a:r>
                <a:rPr lang="en" sz="3467" kern="0">
                  <a:solidFill>
                    <a:srgbClr val="222222"/>
                  </a:solidFill>
                  <a:latin typeface="Arial"/>
                  <a:cs typeface="Arial"/>
                  <a:sym typeface="Arial"/>
                </a:rPr>
                <a:t>susceptible</a:t>
              </a:r>
              <a:endParaRPr sz="3467" kern="0">
                <a:solidFill>
                  <a:srgbClr val="222222"/>
                </a:solidFill>
                <a:latin typeface="Arial"/>
                <a:cs typeface="Arial"/>
                <a:sym typeface="Arial"/>
              </a:endParaRPr>
            </a:p>
          </p:txBody>
        </p:sp>
        <p:sp>
          <p:nvSpPr>
            <p:cNvPr id="1985" name="Google Shape;1985;p145"/>
            <p:cNvSpPr txBox="1"/>
            <p:nvPr/>
          </p:nvSpPr>
          <p:spPr>
            <a:xfrm>
              <a:off x="4913374" y="4489324"/>
              <a:ext cx="2986500" cy="718196"/>
            </a:xfrm>
            <a:prstGeom prst="rect">
              <a:avLst/>
            </a:prstGeom>
            <a:noFill/>
            <a:ln>
              <a:noFill/>
            </a:ln>
          </p:spPr>
          <p:txBody>
            <a:bodyPr spcFirstLastPara="1" wrap="square" lIns="91433" tIns="91433" rIns="91433" bIns="91433" anchor="t" anchorCtr="0">
              <a:spAutoFit/>
            </a:bodyPr>
            <a:lstStyle/>
            <a:p>
              <a:pPr algn="ctr" defTabSz="1219170">
                <a:buClr>
                  <a:srgbClr val="000000"/>
                </a:buClr>
              </a:pPr>
              <a:r>
                <a:rPr lang="en" sz="3467" kern="0">
                  <a:solidFill>
                    <a:srgbClr val="222222"/>
                  </a:solidFill>
                  <a:latin typeface="Arial"/>
                  <a:cs typeface="Arial"/>
                  <a:sym typeface="Arial"/>
                </a:rPr>
                <a:t>infectious</a:t>
              </a:r>
              <a:endParaRPr sz="3467" kern="0">
                <a:solidFill>
                  <a:srgbClr val="222222"/>
                </a:solidFill>
                <a:latin typeface="Arial"/>
                <a:cs typeface="Arial"/>
                <a:sym typeface="Arial"/>
              </a:endParaRPr>
            </a:p>
          </p:txBody>
        </p:sp>
        <p:sp>
          <p:nvSpPr>
            <p:cNvPr id="1986" name="Google Shape;1986;p145"/>
            <p:cNvSpPr/>
            <p:nvPr/>
          </p:nvSpPr>
          <p:spPr>
            <a:xfrm flipH="1">
              <a:off x="3758772" y="5013901"/>
              <a:ext cx="850500" cy="391200"/>
            </a:xfrm>
            <a:prstGeom prst="rightArrow">
              <a:avLst>
                <a:gd name="adj1" fmla="val 50000"/>
                <a:gd name="adj2" fmla="val 50000"/>
              </a:avLst>
            </a:prstGeom>
            <a:solidFill>
              <a:srgbClr val="4FB043"/>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87" name="Google Shape;1987;p145"/>
            <p:cNvSpPr/>
            <p:nvPr/>
          </p:nvSpPr>
          <p:spPr>
            <a:xfrm rot="10800000" flipH="1">
              <a:off x="3812594" y="4313282"/>
              <a:ext cx="850500" cy="391200"/>
            </a:xfrm>
            <a:prstGeom prst="rightArrow">
              <a:avLst>
                <a:gd name="adj1" fmla="val 50000"/>
                <a:gd name="adj2" fmla="val 50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88" name="Google Shape;1988;p145"/>
            <p:cNvSpPr txBox="1"/>
            <p:nvPr/>
          </p:nvSpPr>
          <p:spPr>
            <a:xfrm>
              <a:off x="3634550" y="5405100"/>
              <a:ext cx="1206600" cy="492428"/>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kern="0">
                  <a:solidFill>
                    <a:srgbClr val="4FB043"/>
                  </a:solidFill>
                  <a:latin typeface="Arial"/>
                  <a:cs typeface="Arial"/>
                  <a:sym typeface="Arial"/>
                </a:rPr>
                <a:t>recovery</a:t>
              </a:r>
              <a:endParaRPr sz="2000" kern="0">
                <a:solidFill>
                  <a:srgbClr val="4FB043"/>
                </a:solidFill>
                <a:latin typeface="Arial"/>
                <a:cs typeface="Arial"/>
                <a:sym typeface="Arial"/>
              </a:endParaRPr>
            </a:p>
          </p:txBody>
        </p:sp>
        <p:sp>
          <p:nvSpPr>
            <p:cNvPr id="1989" name="Google Shape;1989;p145"/>
            <p:cNvSpPr txBox="1"/>
            <p:nvPr/>
          </p:nvSpPr>
          <p:spPr>
            <a:xfrm>
              <a:off x="2751321" y="3241816"/>
              <a:ext cx="2345100" cy="533530"/>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267" kern="0">
                  <a:solidFill>
                    <a:srgbClr val="FF9900"/>
                  </a:solidFill>
                  <a:latin typeface="Arial"/>
                  <a:cs typeface="Arial"/>
                  <a:sym typeface="Arial"/>
                </a:rPr>
                <a:t>transmission</a:t>
              </a:r>
              <a:endParaRPr sz="2267" kern="0">
                <a:solidFill>
                  <a:srgbClr val="FF9900"/>
                </a:solidFill>
                <a:latin typeface="Arial"/>
                <a:cs typeface="Arial"/>
                <a:sym typeface="Arial"/>
              </a:endParaRPr>
            </a:p>
          </p:txBody>
        </p:sp>
        <p:sp>
          <p:nvSpPr>
            <p:cNvPr id="1990" name="Google Shape;1990;p145"/>
            <p:cNvSpPr/>
            <p:nvPr/>
          </p:nvSpPr>
          <p:spPr>
            <a:xfrm flipH="1">
              <a:off x="4154880" y="3733234"/>
              <a:ext cx="1932000" cy="445500"/>
            </a:xfrm>
            <a:prstGeom prst="uturnArrow">
              <a:avLst>
                <a:gd name="adj1" fmla="val 25000"/>
                <a:gd name="adj2" fmla="val 25000"/>
                <a:gd name="adj3" fmla="val 25000"/>
                <a:gd name="adj4" fmla="val 43750"/>
                <a:gd name="adj5" fmla="val 75000"/>
              </a:avLst>
            </a:prstGeom>
            <a:solidFill>
              <a:srgbClr val="FF9900"/>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91" name="Google Shape;1991;p145"/>
            <p:cNvSpPr/>
            <p:nvPr/>
          </p:nvSpPr>
          <p:spPr>
            <a:xfrm>
              <a:off x="8147470" y="4835300"/>
              <a:ext cx="737400" cy="391200"/>
            </a:xfrm>
            <a:prstGeom prst="rightArrow">
              <a:avLst>
                <a:gd name="adj1" fmla="val 50000"/>
                <a:gd name="adj2" fmla="val 50000"/>
              </a:avLst>
            </a:prstGeom>
            <a:solidFill>
              <a:srgbClr val="38761D"/>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92" name="Google Shape;1992;p145"/>
            <p:cNvSpPr txBox="1"/>
            <p:nvPr/>
          </p:nvSpPr>
          <p:spPr>
            <a:xfrm>
              <a:off x="7931704" y="5480582"/>
              <a:ext cx="1529400" cy="492428"/>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000" kern="0">
                  <a:solidFill>
                    <a:srgbClr val="38761D"/>
                  </a:solidFill>
                  <a:latin typeface="Arial"/>
                  <a:cs typeface="Arial"/>
                  <a:sym typeface="Arial"/>
                </a:rPr>
                <a:t>treatment</a:t>
              </a:r>
              <a:endParaRPr sz="2000" kern="0">
                <a:solidFill>
                  <a:srgbClr val="38761D"/>
                </a:solidFill>
                <a:latin typeface="Arial"/>
                <a:cs typeface="Arial"/>
                <a:sym typeface="Arial"/>
              </a:endParaRPr>
            </a:p>
          </p:txBody>
        </p:sp>
        <p:sp>
          <p:nvSpPr>
            <p:cNvPr id="1993" name="Google Shape;1993;p145"/>
            <p:cNvSpPr/>
            <p:nvPr/>
          </p:nvSpPr>
          <p:spPr>
            <a:xfrm>
              <a:off x="9106383" y="4313343"/>
              <a:ext cx="3191100" cy="1252500"/>
            </a:xfrm>
            <a:prstGeom prst="roundRect">
              <a:avLst>
                <a:gd name="adj" fmla="val 16667"/>
              </a:avLst>
            </a:prstGeom>
            <a:noFill/>
            <a:ln w="114300" cap="flat" cmpd="sng">
              <a:solidFill>
                <a:schemeClr val="accent6"/>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94" name="Google Shape;1994;p145"/>
            <p:cNvSpPr txBox="1"/>
            <p:nvPr/>
          </p:nvSpPr>
          <p:spPr>
            <a:xfrm>
              <a:off x="9205499" y="4501749"/>
              <a:ext cx="2986500" cy="718196"/>
            </a:xfrm>
            <a:prstGeom prst="rect">
              <a:avLst/>
            </a:prstGeom>
            <a:noFill/>
            <a:ln>
              <a:noFill/>
            </a:ln>
          </p:spPr>
          <p:txBody>
            <a:bodyPr spcFirstLastPara="1" wrap="square" lIns="91433" tIns="91433" rIns="91433" bIns="91433" anchor="t" anchorCtr="0">
              <a:spAutoFit/>
            </a:bodyPr>
            <a:lstStyle/>
            <a:p>
              <a:pPr algn="ctr" defTabSz="1219170">
                <a:buClr>
                  <a:srgbClr val="000000"/>
                </a:buClr>
              </a:pPr>
              <a:r>
                <a:rPr lang="en" sz="3467" kern="0">
                  <a:solidFill>
                    <a:srgbClr val="222222"/>
                  </a:solidFill>
                  <a:latin typeface="Arial"/>
                  <a:cs typeface="Arial"/>
                  <a:sym typeface="Arial"/>
                </a:rPr>
                <a:t>treated</a:t>
              </a:r>
              <a:endParaRPr sz="3467" kern="0">
                <a:solidFill>
                  <a:srgbClr val="222222"/>
                </a:solidFill>
                <a:latin typeface="Arial"/>
                <a:cs typeface="Arial"/>
                <a:sym typeface="Arial"/>
              </a:endParaRPr>
            </a:p>
          </p:txBody>
        </p:sp>
        <p:sp>
          <p:nvSpPr>
            <p:cNvPr id="1995" name="Google Shape;1995;p145"/>
            <p:cNvSpPr/>
            <p:nvPr/>
          </p:nvSpPr>
          <p:spPr>
            <a:xfrm rot="10800000">
              <a:off x="1482600" y="5698950"/>
              <a:ext cx="8433000" cy="523200"/>
            </a:xfrm>
            <a:prstGeom prst="uturnArrow">
              <a:avLst>
                <a:gd name="adj1" fmla="val 25000"/>
                <a:gd name="adj2" fmla="val 25000"/>
                <a:gd name="adj3" fmla="val 25000"/>
                <a:gd name="adj4" fmla="val 43750"/>
                <a:gd name="adj5" fmla="val 75000"/>
              </a:avLst>
            </a:prstGeom>
            <a:solidFill>
              <a:schemeClr val="accent6"/>
            </a:solidFill>
            <a:ln w="7150"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defTabSz="1219170">
                <a:buClr>
                  <a:srgbClr val="000000"/>
                </a:buClr>
              </a:pPr>
              <a:endParaRPr sz="1467" kern="0">
                <a:solidFill>
                  <a:srgbClr val="000000"/>
                </a:solidFill>
                <a:latin typeface="Arial"/>
                <a:cs typeface="Arial"/>
                <a:sym typeface="Arial"/>
              </a:endParaRPr>
            </a:p>
          </p:txBody>
        </p:sp>
        <p:sp>
          <p:nvSpPr>
            <p:cNvPr id="1996" name="Google Shape;1996;p145"/>
            <p:cNvSpPr txBox="1"/>
            <p:nvPr/>
          </p:nvSpPr>
          <p:spPr>
            <a:xfrm>
              <a:off x="5654226" y="6142750"/>
              <a:ext cx="1827000" cy="533530"/>
            </a:xfrm>
            <a:prstGeom prst="rect">
              <a:avLst/>
            </a:prstGeom>
            <a:noFill/>
            <a:ln>
              <a:noFill/>
            </a:ln>
          </p:spPr>
          <p:txBody>
            <a:bodyPr spcFirstLastPara="1" wrap="square" lIns="91433" tIns="91433" rIns="91433" bIns="91433" anchor="t" anchorCtr="0">
              <a:spAutoFit/>
            </a:bodyPr>
            <a:lstStyle/>
            <a:p>
              <a:pPr defTabSz="1219170">
                <a:buClr>
                  <a:srgbClr val="000000"/>
                </a:buClr>
              </a:pPr>
              <a:r>
                <a:rPr lang="en" sz="2267" kern="0">
                  <a:solidFill>
                    <a:srgbClr val="868686"/>
                  </a:solidFill>
                  <a:latin typeface="Arial"/>
                  <a:cs typeface="Arial"/>
                  <a:sym typeface="Arial"/>
                </a:rPr>
                <a:t>remission</a:t>
              </a:r>
              <a:endParaRPr sz="2267" kern="0">
                <a:solidFill>
                  <a:srgbClr val="868686"/>
                </a:solidFill>
                <a:latin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022"/>
        <p:cNvGrpSpPr/>
        <p:nvPr/>
      </p:nvGrpSpPr>
      <p:grpSpPr>
        <a:xfrm>
          <a:off x="0" y="0"/>
          <a:ext cx="0" cy="0"/>
          <a:chOff x="0" y="0"/>
          <a:chExt cx="0" cy="0"/>
        </a:xfrm>
      </p:grpSpPr>
      <p:sp>
        <p:nvSpPr>
          <p:cNvPr id="2023" name="Google Shape;2023;p147"/>
          <p:cNvSpPr txBox="1">
            <a:spLocks noGrp="1"/>
          </p:cNvSpPr>
          <p:nvPr>
            <p:ph type="body" idx="1"/>
          </p:nvPr>
        </p:nvSpPr>
        <p:spPr>
          <a:xfrm>
            <a:off x="578300" y="1908641"/>
            <a:ext cx="11379200" cy="2913600"/>
          </a:xfrm>
          <a:prstGeom prst="rect">
            <a:avLst/>
          </a:prstGeom>
          <a:noFill/>
          <a:ln>
            <a:noFill/>
          </a:ln>
        </p:spPr>
        <p:txBody>
          <a:bodyPr spcFirstLastPara="1" wrap="square" lIns="0" tIns="60933" rIns="121900" bIns="60933" anchor="t" anchorCtr="0">
            <a:noAutofit/>
          </a:bodyPr>
          <a:lstStyle/>
          <a:p>
            <a:pPr marL="0" indent="0">
              <a:lnSpc>
                <a:spcPct val="107916"/>
              </a:lnSpc>
            </a:pPr>
            <a:r>
              <a:rPr lang="en" sz="2000"/>
              <a:t>A small rural village is home to many families. Most people are healthy and susceptible to Ebola.</a:t>
            </a:r>
            <a:endParaRPr sz="2000"/>
          </a:p>
          <a:p>
            <a:pPr marL="0" indent="0">
              <a:lnSpc>
                <a:spcPct val="107916"/>
              </a:lnSpc>
            </a:pPr>
            <a:r>
              <a:rPr lang="en" sz="2000"/>
              <a:t>One day, a hunter prepares bushmeat from a wild animal that carries the Ebola virus. While butchering the animal, the hunter gets infected. At first, he does not feel sick — he is in the exposed stage, carrying the virus but not yet infectious.</a:t>
            </a:r>
            <a:endParaRPr sz="2000"/>
          </a:p>
          <a:p>
            <a:pPr marL="457189" indent="0">
              <a:lnSpc>
                <a:spcPct val="107916"/>
              </a:lnSpc>
            </a:pPr>
            <a:endParaRPr sz="2000"/>
          </a:p>
          <a:p>
            <a:pPr marL="0" indent="0">
              <a:lnSpc>
                <a:spcPct val="107916"/>
              </a:lnSpc>
            </a:pPr>
            <a:r>
              <a:rPr lang="en" sz="2000"/>
              <a:t>After a few days, the hunter develops fever, weakness, and vomiting. He is now infectious and can spread Ebola to others through close contact with his blood, sweat, vomit, or other body fluids. Family members who care for him, and health workers without proper protective equipment, can also be infected.</a:t>
            </a:r>
            <a:endParaRPr sz="2000"/>
          </a:p>
          <a:p>
            <a:pPr marL="0" indent="0">
              <a:lnSpc>
                <a:spcPct val="107916"/>
              </a:lnSpc>
            </a:pPr>
            <a:endParaRPr sz="2000"/>
          </a:p>
          <a:p>
            <a:pPr marL="0" indent="0">
              <a:lnSpc>
                <a:spcPct val="107916"/>
              </a:lnSpc>
            </a:pPr>
            <a:r>
              <a:rPr lang="en" sz="2000"/>
              <a:t>Others sadly die. The bodies of people who die from Ebola remain highly infectious. During funeral rites, family and friends may touch or wash the body, leading to more people being exposed and infected.</a:t>
            </a:r>
            <a:endParaRPr sz="2000"/>
          </a:p>
        </p:txBody>
      </p:sp>
      <p:sp>
        <p:nvSpPr>
          <p:cNvPr id="2024" name="Google Shape;2024;p147"/>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Ebola transmission</a:t>
            </a:r>
            <a:endParaRPr/>
          </a:p>
        </p:txBody>
      </p:sp>
      <p:pic>
        <p:nvPicPr>
          <p:cNvPr id="2025" name="Google Shape;2025;p147"/>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2026" name="Google Shape;2026;p147"/>
          <p:cNvPicPr preferRelativeResize="0"/>
          <p:nvPr/>
        </p:nvPicPr>
        <p:blipFill>
          <a:blip r:embed="rId4">
            <a:alphaModFix/>
          </a:blip>
          <a:stretch>
            <a:fillRect/>
          </a:stretch>
        </p:blipFill>
        <p:spPr>
          <a:xfrm>
            <a:off x="2061002" y="6348573"/>
            <a:ext cx="954108" cy="246915"/>
          </a:xfrm>
          <a:prstGeom prst="rect">
            <a:avLst/>
          </a:prstGeom>
          <a:noFill/>
          <a:ln>
            <a:noFill/>
          </a:ln>
        </p:spPr>
      </p:pic>
      <p:sp>
        <p:nvSpPr>
          <p:cNvPr id="2027" name="Google Shape;2027;p147"/>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Day 2 - Tutorial (Tasks 1 &amp; 2)</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32"/>
        <p:cNvGrpSpPr/>
        <p:nvPr/>
      </p:nvGrpSpPr>
      <p:grpSpPr>
        <a:xfrm>
          <a:off x="0" y="0"/>
          <a:ext cx="0" cy="0"/>
          <a:chOff x="0" y="0"/>
          <a:chExt cx="0" cy="0"/>
        </a:xfrm>
      </p:grpSpPr>
      <p:sp>
        <p:nvSpPr>
          <p:cNvPr id="2033" name="Google Shape;2033;p148"/>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a:t>Day 2 - Tutorial (Tasks 1 &amp; 2)</a:t>
            </a:r>
            <a:endParaRPr/>
          </a:p>
        </p:txBody>
      </p:sp>
      <p:sp>
        <p:nvSpPr>
          <p:cNvPr id="2034" name="Google Shape;2034;p148"/>
          <p:cNvSpPr txBox="1">
            <a:spLocks noGrp="1"/>
          </p:cNvSpPr>
          <p:nvPr>
            <p:ph type="body" idx="1"/>
          </p:nvPr>
        </p:nvSpPr>
        <p:spPr>
          <a:xfrm>
            <a:off x="107967" y="1762067"/>
            <a:ext cx="11790000" cy="4680800"/>
          </a:xfrm>
          <a:prstGeom prst="rect">
            <a:avLst/>
          </a:prstGeom>
          <a:noFill/>
          <a:ln>
            <a:noFill/>
          </a:ln>
        </p:spPr>
        <p:txBody>
          <a:bodyPr spcFirstLastPara="1" wrap="square" lIns="0" tIns="60933" rIns="121900" bIns="60933" anchor="t" anchorCtr="0">
            <a:noAutofit/>
          </a:bodyPr>
          <a:lstStyle/>
          <a:p>
            <a:pPr marL="0" indent="0">
              <a:lnSpc>
                <a:spcPct val="107916"/>
              </a:lnSpc>
            </a:pPr>
            <a:endParaRPr sz="1867"/>
          </a:p>
          <a:p>
            <a:pPr marL="0" indent="0">
              <a:lnSpc>
                <a:spcPct val="107916"/>
              </a:lnSpc>
            </a:pPr>
            <a:r>
              <a:rPr lang="en" sz="1867" b="1"/>
              <a:t>Task 1</a:t>
            </a:r>
            <a:r>
              <a:rPr lang="en" sz="1867"/>
              <a:t>: Draw a </a:t>
            </a:r>
            <a:r>
              <a:rPr lang="en" sz="1867" b="1"/>
              <a:t>flow diagram </a:t>
            </a:r>
            <a:r>
              <a:rPr lang="en" sz="1867"/>
              <a:t>showing these compartments and the arrows between them, including how transmission occurs from both infectious people in the community, in the hospital and at the funeral.</a:t>
            </a:r>
            <a:endParaRPr sz="1867"/>
          </a:p>
          <a:p>
            <a:pPr marL="0" indent="0">
              <a:lnSpc>
                <a:spcPct val="107916"/>
              </a:lnSpc>
            </a:pPr>
            <a:endParaRPr sz="1867"/>
          </a:p>
          <a:p>
            <a:pPr marL="0" indent="0">
              <a:lnSpc>
                <a:spcPct val="107916"/>
              </a:lnSpc>
            </a:pPr>
            <a:r>
              <a:rPr lang="en" sz="1867" b="1"/>
              <a:t>Task 2</a:t>
            </a:r>
            <a:r>
              <a:rPr lang="en" sz="1867"/>
              <a:t>: The health authorities need to </a:t>
            </a:r>
            <a:r>
              <a:rPr lang="en" sz="1867" b="1"/>
              <a:t>counteract </a:t>
            </a:r>
            <a:r>
              <a:rPr lang="en" sz="1867"/>
              <a:t>the epidemic. Based on the model flow diagram, what is your recommendation?</a:t>
            </a:r>
            <a:endParaRPr sz="1867"/>
          </a:p>
          <a:p>
            <a:pPr marL="0" indent="0">
              <a:lnSpc>
                <a:spcPct val="107916"/>
              </a:lnSpc>
            </a:pPr>
            <a:endParaRPr sz="1867"/>
          </a:p>
          <a:p>
            <a:pPr marL="0" indent="0">
              <a:spcBef>
                <a:spcPts val="800"/>
              </a:spcBef>
            </a:pPr>
            <a:r>
              <a:rPr lang="en" sz="1867" b="1"/>
              <a:t>Task 3</a:t>
            </a:r>
            <a:r>
              <a:rPr lang="en" sz="1867"/>
              <a:t>: Researchers discovered that only a small number of the recovered individuals have broadly neutralizing antibodies (</a:t>
            </a:r>
            <a:r>
              <a:rPr lang="en" sz="1867" i="1"/>
              <a:t>bnAbs</a:t>
            </a:r>
            <a:r>
              <a:rPr lang="en" sz="1867"/>
              <a:t>) in their peripheral blood. Blood transfusions from these donors are used to cure infected individuals. Draw the flow diagram including the treatment with </a:t>
            </a:r>
            <a:r>
              <a:rPr lang="en" sz="1867" b="1"/>
              <a:t>bnAbs</a:t>
            </a:r>
            <a:r>
              <a:rPr lang="en" sz="1867"/>
              <a:t>.</a:t>
            </a:r>
            <a:endParaRPr sz="1867"/>
          </a:p>
          <a:p>
            <a:pPr marL="0" indent="0">
              <a:spcBef>
                <a:spcPts val="800"/>
              </a:spcBef>
            </a:pPr>
            <a:endParaRPr sz="1867" b="1"/>
          </a:p>
          <a:p>
            <a:pPr marL="0" indent="0">
              <a:spcBef>
                <a:spcPts val="800"/>
              </a:spcBef>
              <a:spcAft>
                <a:spcPts val="800"/>
              </a:spcAft>
            </a:pPr>
            <a:r>
              <a:rPr lang="en" sz="1867" b="1"/>
              <a:t>Task 4</a:t>
            </a:r>
            <a:r>
              <a:rPr lang="en" sz="1867"/>
              <a:t>: Later, the vaccine is introduced. Only individuals which have not yet been exposed can get vaccinated. Draw the flow diagram including </a:t>
            </a:r>
            <a:r>
              <a:rPr lang="en" sz="1867" b="1"/>
              <a:t>vaccination</a:t>
            </a:r>
            <a:r>
              <a:rPr lang="en" sz="1867"/>
              <a:t>.</a:t>
            </a:r>
            <a:endParaRPr sz="1867"/>
          </a:p>
        </p:txBody>
      </p:sp>
      <p:sp>
        <p:nvSpPr>
          <p:cNvPr id="2035" name="Google Shape;2035;p148"/>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a:t>Ebola transmission</a:t>
            </a:r>
            <a:endParaRPr/>
          </a:p>
        </p:txBody>
      </p:sp>
      <p:pic>
        <p:nvPicPr>
          <p:cNvPr id="2036" name="Google Shape;2036;p148"/>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2037" name="Google Shape;2037;p148"/>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042"/>
        <p:cNvGrpSpPr/>
        <p:nvPr/>
      </p:nvGrpSpPr>
      <p:grpSpPr>
        <a:xfrm>
          <a:off x="0" y="0"/>
          <a:ext cx="0" cy="0"/>
          <a:chOff x="0" y="0"/>
          <a:chExt cx="0" cy="0"/>
        </a:xfrm>
      </p:grpSpPr>
      <p:sp>
        <p:nvSpPr>
          <p:cNvPr id="2043" name="Google Shape;2043;p149"/>
          <p:cNvSpPr txBox="1">
            <a:spLocks noGrp="1"/>
          </p:cNvSpPr>
          <p:nvPr>
            <p:ph type="title"/>
          </p:nvPr>
        </p:nvSpPr>
        <p:spPr>
          <a:xfrm>
            <a:off x="666751" y="366185"/>
            <a:ext cx="10850000" cy="745200"/>
          </a:xfrm>
          <a:prstGeom prst="rect">
            <a:avLst/>
          </a:prstGeom>
          <a:noFill/>
          <a:ln>
            <a:noFill/>
          </a:ln>
        </p:spPr>
        <p:txBody>
          <a:bodyPr spcFirstLastPara="1" wrap="square" lIns="0" tIns="60933" rIns="121900" bIns="60933" anchor="ctr" anchorCtr="0">
            <a:noAutofit/>
          </a:bodyPr>
          <a:lstStyle/>
          <a:p>
            <a:r>
              <a:rPr lang="en" dirty="0"/>
              <a:t>Day 2 - Tutorial (Tasks 1 &amp; 2)</a:t>
            </a:r>
            <a:endParaRPr dirty="0"/>
          </a:p>
        </p:txBody>
      </p:sp>
      <p:sp>
        <p:nvSpPr>
          <p:cNvPr id="2044" name="Google Shape;2044;p149"/>
          <p:cNvSpPr txBox="1">
            <a:spLocks noGrp="1"/>
          </p:cNvSpPr>
          <p:nvPr>
            <p:ph type="body" idx="1"/>
          </p:nvPr>
        </p:nvSpPr>
        <p:spPr>
          <a:xfrm>
            <a:off x="107967" y="1762067"/>
            <a:ext cx="11790000" cy="4680800"/>
          </a:xfrm>
          <a:prstGeom prst="rect">
            <a:avLst/>
          </a:prstGeom>
          <a:noFill/>
          <a:ln>
            <a:noFill/>
          </a:ln>
        </p:spPr>
        <p:txBody>
          <a:bodyPr spcFirstLastPara="1" wrap="square" lIns="0" tIns="60933" rIns="121900" bIns="60933" anchor="t" anchorCtr="0">
            <a:noAutofit/>
          </a:bodyPr>
          <a:lstStyle/>
          <a:p>
            <a:pPr marL="0" indent="0">
              <a:lnSpc>
                <a:spcPct val="107916"/>
              </a:lnSpc>
            </a:pPr>
            <a:endParaRPr sz="1867" dirty="0"/>
          </a:p>
          <a:p>
            <a:pPr marL="0" indent="0">
              <a:spcBef>
                <a:spcPts val="800"/>
              </a:spcBef>
            </a:pPr>
            <a:r>
              <a:rPr lang="en" sz="1867" b="1" dirty="0"/>
              <a:t>Hints:</a:t>
            </a:r>
            <a:endParaRPr sz="1867" b="1" dirty="0"/>
          </a:p>
          <a:p>
            <a:pPr indent="-423323">
              <a:spcBef>
                <a:spcPts val="800"/>
              </a:spcBef>
              <a:buSzPts val="1400"/>
              <a:buChar char="●"/>
            </a:pPr>
            <a:r>
              <a:rPr lang="en" sz="2400" dirty="0"/>
              <a:t>The SIS model that we did in class was not applied to any specific disease, but here we need to draw the flow diagram for Ebola. </a:t>
            </a:r>
            <a:endParaRPr sz="2400" dirty="0"/>
          </a:p>
          <a:p>
            <a:pPr indent="-423323">
              <a:buSzPts val="1400"/>
              <a:buChar char="●"/>
            </a:pPr>
            <a:r>
              <a:rPr lang="en" sz="2400" dirty="0"/>
              <a:t>Therefore we need to have an understanding of Ebola transmission</a:t>
            </a:r>
            <a:endParaRPr sz="2400" dirty="0"/>
          </a:p>
          <a:p>
            <a:pPr indent="-423323">
              <a:buSzPts val="1400"/>
              <a:buChar char="●"/>
            </a:pPr>
            <a:r>
              <a:rPr lang="en" sz="2400" dirty="0"/>
              <a:t>Understand the compartments we are interested in</a:t>
            </a:r>
            <a:endParaRPr sz="2400" dirty="0"/>
          </a:p>
          <a:p>
            <a:pPr indent="-423323">
              <a:buSzPts val="1400"/>
              <a:buChar char="●"/>
            </a:pPr>
            <a:r>
              <a:rPr lang="en" sz="2400" dirty="0"/>
              <a:t>Understand the disease progression processes</a:t>
            </a:r>
            <a:endParaRPr sz="2400" dirty="0"/>
          </a:p>
          <a:p>
            <a:pPr indent="-423323">
              <a:buSzPts val="1400"/>
              <a:buChar char="●"/>
            </a:pPr>
            <a:r>
              <a:rPr lang="en" sz="2400" dirty="0"/>
              <a:t>All these will inform our model assumptions</a:t>
            </a:r>
            <a:endParaRPr sz="2400" dirty="0"/>
          </a:p>
          <a:p>
            <a:pPr indent="0">
              <a:spcBef>
                <a:spcPts val="800"/>
              </a:spcBef>
              <a:spcAft>
                <a:spcPts val="800"/>
              </a:spcAft>
            </a:pPr>
            <a:endParaRPr sz="1867" b="1" dirty="0"/>
          </a:p>
        </p:txBody>
      </p:sp>
      <p:sp>
        <p:nvSpPr>
          <p:cNvPr id="2045" name="Google Shape;2045;p149"/>
          <p:cNvSpPr txBox="1">
            <a:spLocks noGrp="1"/>
          </p:cNvSpPr>
          <p:nvPr>
            <p:ph type="body" idx="2"/>
          </p:nvPr>
        </p:nvSpPr>
        <p:spPr>
          <a:xfrm>
            <a:off x="666749" y="1220755"/>
            <a:ext cx="10850000" cy="432000"/>
          </a:xfrm>
          <a:prstGeom prst="rect">
            <a:avLst/>
          </a:prstGeom>
          <a:noFill/>
          <a:ln>
            <a:noFill/>
          </a:ln>
        </p:spPr>
        <p:txBody>
          <a:bodyPr spcFirstLastPara="1" wrap="square" lIns="0" tIns="60933" rIns="121900" bIns="60933" anchor="t" anchorCtr="0">
            <a:noAutofit/>
          </a:bodyPr>
          <a:lstStyle/>
          <a:p>
            <a:pPr marL="0" indent="0"/>
            <a:r>
              <a:rPr lang="en" dirty="0"/>
              <a:t>Ebola transmission</a:t>
            </a:r>
            <a:endParaRPr dirty="0"/>
          </a:p>
        </p:txBody>
      </p:sp>
      <p:pic>
        <p:nvPicPr>
          <p:cNvPr id="2046" name="Google Shape;2046;p149"/>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2047" name="Google Shape;2047;p149"/>
          <p:cNvPicPr preferRelativeResize="0"/>
          <p:nvPr/>
        </p:nvPicPr>
        <p:blipFill>
          <a:blip r:embed="rId4">
            <a:alphaModFix/>
          </a:blip>
          <a:stretch>
            <a:fillRect/>
          </a:stretch>
        </p:blipFill>
        <p:spPr>
          <a:xfrm>
            <a:off x="2061002" y="6348573"/>
            <a:ext cx="954108" cy="24691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52"/>
        <p:cNvGrpSpPr/>
        <p:nvPr/>
      </p:nvGrpSpPr>
      <p:grpSpPr>
        <a:xfrm>
          <a:off x="0" y="0"/>
          <a:ext cx="0" cy="0"/>
          <a:chOff x="0" y="0"/>
          <a:chExt cx="0" cy="0"/>
        </a:xfrm>
      </p:grpSpPr>
      <p:sp>
        <p:nvSpPr>
          <p:cNvPr id="2053" name="Google Shape;2053;p150"/>
          <p:cNvSpPr txBox="1">
            <a:spLocks noGrp="1"/>
          </p:cNvSpPr>
          <p:nvPr>
            <p:ph type="title"/>
          </p:nvPr>
        </p:nvSpPr>
        <p:spPr>
          <a:xfrm>
            <a:off x="666717" y="118852"/>
            <a:ext cx="10850000" cy="745200"/>
          </a:xfrm>
          <a:prstGeom prst="rect">
            <a:avLst/>
          </a:prstGeom>
          <a:noFill/>
          <a:ln>
            <a:noFill/>
          </a:ln>
        </p:spPr>
        <p:txBody>
          <a:bodyPr spcFirstLastPara="1" wrap="square" lIns="0" tIns="60933" rIns="121900" bIns="60933" anchor="ctr" anchorCtr="0">
            <a:noAutofit/>
          </a:bodyPr>
          <a:lstStyle/>
          <a:p>
            <a:r>
              <a:rPr lang="en"/>
              <a:t>Practical 3 - solution 1</a:t>
            </a:r>
            <a:endParaRPr/>
          </a:p>
        </p:txBody>
      </p:sp>
      <p:sp>
        <p:nvSpPr>
          <p:cNvPr id="2054" name="Google Shape;2054;p150"/>
          <p:cNvSpPr txBox="1">
            <a:spLocks noGrp="1"/>
          </p:cNvSpPr>
          <p:nvPr>
            <p:ph type="body" idx="2"/>
          </p:nvPr>
        </p:nvSpPr>
        <p:spPr>
          <a:xfrm>
            <a:off x="666749" y="746397"/>
            <a:ext cx="10850000" cy="432000"/>
          </a:xfrm>
          <a:prstGeom prst="rect">
            <a:avLst/>
          </a:prstGeom>
          <a:noFill/>
          <a:ln>
            <a:noFill/>
          </a:ln>
        </p:spPr>
        <p:txBody>
          <a:bodyPr spcFirstLastPara="1" wrap="square" lIns="0" tIns="60933" rIns="121900" bIns="60933" anchor="t" anchorCtr="0">
            <a:noAutofit/>
          </a:bodyPr>
          <a:lstStyle/>
          <a:p>
            <a:pPr marL="0" indent="0"/>
            <a:r>
              <a:rPr lang="en"/>
              <a:t>Ebola model</a:t>
            </a:r>
            <a:endParaRPr/>
          </a:p>
        </p:txBody>
      </p:sp>
      <p:grpSp>
        <p:nvGrpSpPr>
          <p:cNvPr id="2055" name="Google Shape;2055;p150"/>
          <p:cNvGrpSpPr/>
          <p:nvPr/>
        </p:nvGrpSpPr>
        <p:grpSpPr>
          <a:xfrm>
            <a:off x="508442" y="2581383"/>
            <a:ext cx="8342373" cy="1970121"/>
            <a:chOff x="214092" y="3241816"/>
            <a:chExt cx="12083391" cy="2759790"/>
          </a:xfrm>
        </p:grpSpPr>
        <p:sp>
          <p:nvSpPr>
            <p:cNvPr id="2056" name="Google Shape;2056;p150"/>
            <p:cNvSpPr/>
            <p:nvPr/>
          </p:nvSpPr>
          <p:spPr>
            <a:xfrm>
              <a:off x="214092" y="4313343"/>
              <a:ext cx="3342900" cy="1252500"/>
            </a:xfrm>
            <a:prstGeom prst="roundRect">
              <a:avLst>
                <a:gd name="adj" fmla="val 16667"/>
              </a:avLst>
            </a:prstGeom>
            <a:noFill/>
            <a:ln w="81600" cap="flat" cmpd="sng">
              <a:solidFill>
                <a:srgbClr val="95C0DA"/>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57" name="Google Shape;2057;p150"/>
            <p:cNvSpPr/>
            <p:nvPr/>
          </p:nvSpPr>
          <p:spPr>
            <a:xfrm>
              <a:off x="4810983" y="4313343"/>
              <a:ext cx="3191100" cy="1252500"/>
            </a:xfrm>
            <a:prstGeom prst="roundRect">
              <a:avLst>
                <a:gd name="adj" fmla="val 16667"/>
              </a:avLst>
            </a:prstGeom>
            <a:noFill/>
            <a:ln w="81600" cap="flat" cmpd="sng">
              <a:solidFill>
                <a:srgbClr val="E6B8AF"/>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58" name="Google Shape;2058;p150"/>
            <p:cNvSpPr txBox="1"/>
            <p:nvPr/>
          </p:nvSpPr>
          <p:spPr>
            <a:xfrm>
              <a:off x="375461" y="4503212"/>
              <a:ext cx="2986501" cy="718270"/>
            </a:xfrm>
            <a:prstGeom prst="rect">
              <a:avLst/>
            </a:prstGeom>
            <a:noFill/>
            <a:ln>
              <a:noFill/>
            </a:ln>
          </p:spPr>
          <p:txBody>
            <a:bodyPr spcFirstLastPara="1" wrap="square" lIns="65300" tIns="65300" rIns="65300" bIns="65300" anchor="t" anchorCtr="0">
              <a:spAutoFit/>
            </a:bodyPr>
            <a:lstStyle/>
            <a:p>
              <a:pPr algn="ctr" defTabSz="1219170">
                <a:buClr>
                  <a:srgbClr val="000000"/>
                </a:buClr>
                <a:buSzPts val="1856"/>
              </a:pPr>
              <a:r>
                <a:rPr lang="en" sz="2475" kern="0">
                  <a:solidFill>
                    <a:srgbClr val="222222"/>
                  </a:solidFill>
                  <a:latin typeface="Arial"/>
                  <a:ea typeface="Arial"/>
                  <a:cs typeface="Arial"/>
                  <a:sym typeface="Arial"/>
                </a:rPr>
                <a:t>susceptible</a:t>
              </a:r>
              <a:endParaRPr sz="2475" kern="0">
                <a:solidFill>
                  <a:srgbClr val="222222"/>
                </a:solidFill>
                <a:latin typeface="Arial"/>
                <a:ea typeface="Arial"/>
                <a:cs typeface="Arial"/>
                <a:sym typeface="Arial"/>
              </a:endParaRPr>
            </a:p>
          </p:txBody>
        </p:sp>
        <p:sp>
          <p:nvSpPr>
            <p:cNvPr id="2059" name="Google Shape;2059;p150"/>
            <p:cNvSpPr txBox="1"/>
            <p:nvPr/>
          </p:nvSpPr>
          <p:spPr>
            <a:xfrm>
              <a:off x="4913374" y="4489323"/>
              <a:ext cx="2986501" cy="718270"/>
            </a:xfrm>
            <a:prstGeom prst="rect">
              <a:avLst/>
            </a:prstGeom>
            <a:noFill/>
            <a:ln>
              <a:noFill/>
            </a:ln>
          </p:spPr>
          <p:txBody>
            <a:bodyPr spcFirstLastPara="1" wrap="square" lIns="65300" tIns="65300" rIns="65300" bIns="65300" anchor="t" anchorCtr="0">
              <a:spAutoFit/>
            </a:bodyPr>
            <a:lstStyle/>
            <a:p>
              <a:pPr algn="ctr" defTabSz="1219170">
                <a:buClr>
                  <a:srgbClr val="000000"/>
                </a:buClr>
                <a:buSzPts val="1856"/>
              </a:pPr>
              <a:r>
                <a:rPr lang="en" sz="2475" kern="0">
                  <a:solidFill>
                    <a:srgbClr val="222222"/>
                  </a:solidFill>
                  <a:latin typeface="Arial"/>
                  <a:cs typeface="Arial"/>
                  <a:sym typeface="Arial"/>
                </a:rPr>
                <a:t>exposed</a:t>
              </a:r>
              <a:endParaRPr sz="2475" kern="0">
                <a:solidFill>
                  <a:srgbClr val="222222"/>
                </a:solidFill>
                <a:latin typeface="Arial"/>
                <a:ea typeface="Arial"/>
                <a:cs typeface="Arial"/>
                <a:sym typeface="Arial"/>
              </a:endParaRPr>
            </a:p>
          </p:txBody>
        </p:sp>
        <p:sp>
          <p:nvSpPr>
            <p:cNvPr id="2060" name="Google Shape;2060;p150"/>
            <p:cNvSpPr/>
            <p:nvPr/>
          </p:nvSpPr>
          <p:spPr>
            <a:xfrm rot="10800000" flipH="1">
              <a:off x="3809939" y="4702127"/>
              <a:ext cx="850500" cy="391200"/>
            </a:xfrm>
            <a:prstGeom prst="rightArrow">
              <a:avLst>
                <a:gd name="adj1" fmla="val 50000"/>
                <a:gd name="adj2" fmla="val 50000"/>
              </a:avLst>
            </a:prstGeom>
            <a:solidFill>
              <a:srgbClr val="FF9900"/>
            </a:solidFill>
            <a:ln w="5100" cap="flat" cmpd="sng">
              <a:solidFill>
                <a:schemeClr val="dk2"/>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61" name="Google Shape;2061;p150"/>
            <p:cNvSpPr txBox="1"/>
            <p:nvPr/>
          </p:nvSpPr>
          <p:spPr>
            <a:xfrm>
              <a:off x="2832263" y="3241816"/>
              <a:ext cx="2264101" cy="562161"/>
            </a:xfrm>
            <a:prstGeom prst="rect">
              <a:avLst/>
            </a:prstGeom>
            <a:noFill/>
            <a:ln>
              <a:noFill/>
            </a:ln>
          </p:spPr>
          <p:txBody>
            <a:bodyPr spcFirstLastPara="1" wrap="square" lIns="65300" tIns="65300" rIns="65300" bIns="65300" anchor="t" anchorCtr="0">
              <a:spAutoFit/>
            </a:bodyPr>
            <a:lstStyle/>
            <a:p>
              <a:pPr defTabSz="1219170">
                <a:buClr>
                  <a:srgbClr val="000000"/>
                </a:buClr>
                <a:buSzPts val="1214"/>
              </a:pPr>
              <a:r>
                <a:rPr lang="en" sz="1751" kern="0">
                  <a:solidFill>
                    <a:srgbClr val="FF9900"/>
                  </a:solidFill>
                  <a:latin typeface="Arial"/>
                  <a:ea typeface="Arial"/>
                  <a:cs typeface="Arial"/>
                  <a:sym typeface="Arial"/>
                </a:rPr>
                <a:t>transmission</a:t>
              </a:r>
              <a:endParaRPr sz="1751" kern="0">
                <a:solidFill>
                  <a:srgbClr val="FF9900"/>
                </a:solidFill>
                <a:latin typeface="Arial"/>
                <a:ea typeface="Arial"/>
                <a:cs typeface="Arial"/>
                <a:sym typeface="Arial"/>
              </a:endParaRPr>
            </a:p>
          </p:txBody>
        </p:sp>
        <p:sp>
          <p:nvSpPr>
            <p:cNvPr id="2062" name="Google Shape;2062;p150"/>
            <p:cNvSpPr/>
            <p:nvPr/>
          </p:nvSpPr>
          <p:spPr>
            <a:xfrm flipH="1">
              <a:off x="4154739" y="3733233"/>
              <a:ext cx="5914800" cy="445500"/>
            </a:xfrm>
            <a:prstGeom prst="uturnArrow">
              <a:avLst>
                <a:gd name="adj1" fmla="val 25000"/>
                <a:gd name="adj2" fmla="val 25000"/>
                <a:gd name="adj3" fmla="val 25000"/>
                <a:gd name="adj4" fmla="val 43750"/>
                <a:gd name="adj5" fmla="val 75000"/>
              </a:avLst>
            </a:prstGeom>
            <a:solidFill>
              <a:srgbClr val="FF9900"/>
            </a:solidFill>
            <a:ln w="5100" cap="flat" cmpd="sng">
              <a:solidFill>
                <a:schemeClr val="dk2"/>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63" name="Google Shape;2063;p150"/>
            <p:cNvSpPr/>
            <p:nvPr/>
          </p:nvSpPr>
          <p:spPr>
            <a:xfrm>
              <a:off x="8147470" y="4835300"/>
              <a:ext cx="737400" cy="391200"/>
            </a:xfrm>
            <a:prstGeom prst="rightArrow">
              <a:avLst>
                <a:gd name="adj1" fmla="val 50000"/>
                <a:gd name="adj2" fmla="val 50000"/>
              </a:avLst>
            </a:prstGeom>
            <a:solidFill>
              <a:srgbClr val="E27972"/>
            </a:solidFill>
            <a:ln w="5100" cap="flat" cmpd="sng">
              <a:solidFill>
                <a:schemeClr val="dk2"/>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64" name="Google Shape;2064;p150"/>
            <p:cNvSpPr txBox="1"/>
            <p:nvPr/>
          </p:nvSpPr>
          <p:spPr>
            <a:xfrm>
              <a:off x="7895520" y="5480583"/>
              <a:ext cx="2001299" cy="521023"/>
            </a:xfrm>
            <a:prstGeom prst="rect">
              <a:avLst/>
            </a:prstGeom>
            <a:noFill/>
            <a:ln>
              <a:noFill/>
            </a:ln>
          </p:spPr>
          <p:txBody>
            <a:bodyPr spcFirstLastPara="1" wrap="square" lIns="65300" tIns="65300" rIns="65300" bIns="65300" anchor="t" anchorCtr="0">
              <a:spAutoFit/>
            </a:bodyPr>
            <a:lstStyle/>
            <a:p>
              <a:pPr defTabSz="1219170">
                <a:buClr>
                  <a:srgbClr val="000000"/>
                </a:buClr>
                <a:buSzPts val="1071"/>
              </a:pPr>
              <a:r>
                <a:rPr lang="en" sz="1560" kern="0">
                  <a:solidFill>
                    <a:srgbClr val="38761D"/>
                  </a:solidFill>
                  <a:latin typeface="Arial"/>
                  <a:cs typeface="Arial"/>
                  <a:sym typeface="Arial"/>
                </a:rPr>
                <a:t>incubation</a:t>
              </a:r>
              <a:endParaRPr sz="1560" kern="0">
                <a:solidFill>
                  <a:srgbClr val="38761D"/>
                </a:solidFill>
                <a:latin typeface="Arial"/>
                <a:ea typeface="Arial"/>
                <a:cs typeface="Arial"/>
                <a:sym typeface="Arial"/>
              </a:endParaRPr>
            </a:p>
          </p:txBody>
        </p:sp>
        <p:sp>
          <p:nvSpPr>
            <p:cNvPr id="2065" name="Google Shape;2065;p150"/>
            <p:cNvSpPr/>
            <p:nvPr/>
          </p:nvSpPr>
          <p:spPr>
            <a:xfrm>
              <a:off x="9106383" y="4313343"/>
              <a:ext cx="3191100" cy="1252500"/>
            </a:xfrm>
            <a:prstGeom prst="roundRect">
              <a:avLst>
                <a:gd name="adj" fmla="val 16667"/>
              </a:avLst>
            </a:prstGeom>
            <a:noFill/>
            <a:ln w="81600" cap="flat" cmpd="sng">
              <a:solidFill>
                <a:srgbClr val="E97F77"/>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66" name="Google Shape;2066;p150"/>
            <p:cNvSpPr txBox="1"/>
            <p:nvPr/>
          </p:nvSpPr>
          <p:spPr>
            <a:xfrm>
              <a:off x="9205500" y="4501749"/>
              <a:ext cx="2986501" cy="718270"/>
            </a:xfrm>
            <a:prstGeom prst="rect">
              <a:avLst/>
            </a:prstGeom>
            <a:noFill/>
            <a:ln>
              <a:noFill/>
            </a:ln>
          </p:spPr>
          <p:txBody>
            <a:bodyPr spcFirstLastPara="1" wrap="square" lIns="65300" tIns="65300" rIns="65300" bIns="65300" anchor="t" anchorCtr="0">
              <a:spAutoFit/>
            </a:bodyPr>
            <a:lstStyle/>
            <a:p>
              <a:pPr algn="ctr" defTabSz="1219170">
                <a:buClr>
                  <a:srgbClr val="000000"/>
                </a:buClr>
                <a:buSzPts val="1856"/>
              </a:pPr>
              <a:r>
                <a:rPr lang="en" sz="2475" kern="0">
                  <a:solidFill>
                    <a:srgbClr val="222222"/>
                  </a:solidFill>
                  <a:latin typeface="Arial"/>
                  <a:cs typeface="Arial"/>
                  <a:sym typeface="Arial"/>
                </a:rPr>
                <a:t>infectious</a:t>
              </a:r>
              <a:endParaRPr sz="2475" kern="0">
                <a:solidFill>
                  <a:srgbClr val="222222"/>
                </a:solidFill>
                <a:latin typeface="Arial"/>
                <a:ea typeface="Arial"/>
                <a:cs typeface="Arial"/>
                <a:sym typeface="Arial"/>
              </a:endParaRPr>
            </a:p>
          </p:txBody>
        </p:sp>
      </p:grpSp>
      <p:pic>
        <p:nvPicPr>
          <p:cNvPr id="2067" name="Google Shape;2067;p150"/>
          <p:cNvPicPr preferRelativeResize="0"/>
          <p:nvPr/>
        </p:nvPicPr>
        <p:blipFill>
          <a:blip r:embed="rId3">
            <a:alphaModFix/>
          </a:blip>
          <a:stretch>
            <a:fillRect/>
          </a:stretch>
        </p:blipFill>
        <p:spPr>
          <a:xfrm>
            <a:off x="3062453" y="6248549"/>
            <a:ext cx="493916" cy="493916"/>
          </a:xfrm>
          <a:prstGeom prst="rect">
            <a:avLst/>
          </a:prstGeom>
          <a:noFill/>
          <a:ln>
            <a:noFill/>
          </a:ln>
        </p:spPr>
      </p:pic>
      <p:pic>
        <p:nvPicPr>
          <p:cNvPr id="2068" name="Google Shape;2068;p150"/>
          <p:cNvPicPr preferRelativeResize="0"/>
          <p:nvPr/>
        </p:nvPicPr>
        <p:blipFill>
          <a:blip r:embed="rId4">
            <a:alphaModFix/>
          </a:blip>
          <a:stretch>
            <a:fillRect/>
          </a:stretch>
        </p:blipFill>
        <p:spPr>
          <a:xfrm>
            <a:off x="2061002" y="6348573"/>
            <a:ext cx="954108" cy="246915"/>
          </a:xfrm>
          <a:prstGeom prst="rect">
            <a:avLst/>
          </a:prstGeom>
          <a:noFill/>
          <a:ln>
            <a:noFill/>
          </a:ln>
        </p:spPr>
      </p:pic>
      <p:grpSp>
        <p:nvGrpSpPr>
          <p:cNvPr id="2069" name="Google Shape;2069;p150"/>
          <p:cNvGrpSpPr/>
          <p:nvPr/>
        </p:nvGrpSpPr>
        <p:grpSpPr>
          <a:xfrm>
            <a:off x="9033923" y="3363362"/>
            <a:ext cx="2203380" cy="894117"/>
            <a:chOff x="8147470" y="4313343"/>
            <a:chExt cx="4150013" cy="1252500"/>
          </a:xfrm>
        </p:grpSpPr>
        <p:sp>
          <p:nvSpPr>
            <p:cNvPr id="2070" name="Google Shape;2070;p150"/>
            <p:cNvSpPr/>
            <p:nvPr/>
          </p:nvSpPr>
          <p:spPr>
            <a:xfrm>
              <a:off x="8147470" y="4835300"/>
              <a:ext cx="737400" cy="391200"/>
            </a:xfrm>
            <a:prstGeom prst="rightArrow">
              <a:avLst>
                <a:gd name="adj1" fmla="val 50000"/>
                <a:gd name="adj2" fmla="val 50000"/>
              </a:avLst>
            </a:prstGeom>
            <a:solidFill>
              <a:srgbClr val="A61C00"/>
            </a:solidFill>
            <a:ln w="5100" cap="flat" cmpd="sng">
              <a:solidFill>
                <a:srgbClr val="980000"/>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71" name="Google Shape;2071;p150"/>
            <p:cNvSpPr/>
            <p:nvPr/>
          </p:nvSpPr>
          <p:spPr>
            <a:xfrm>
              <a:off x="9106383" y="4313343"/>
              <a:ext cx="3191100" cy="1252500"/>
            </a:xfrm>
            <a:prstGeom prst="roundRect">
              <a:avLst>
                <a:gd name="adj" fmla="val 16667"/>
              </a:avLst>
            </a:prstGeom>
            <a:solidFill>
              <a:srgbClr val="CFE2F3"/>
            </a:solidFill>
            <a:ln w="81600" cap="flat" cmpd="sng">
              <a:solidFill>
                <a:srgbClr val="980000"/>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grpSp>
      <p:sp>
        <p:nvSpPr>
          <p:cNvPr id="2072" name="Google Shape;2072;p150"/>
          <p:cNvSpPr txBox="1"/>
          <p:nvPr/>
        </p:nvSpPr>
        <p:spPr>
          <a:xfrm>
            <a:off x="9705803" y="3554015"/>
            <a:ext cx="1396800" cy="512749"/>
          </a:xfrm>
          <a:prstGeom prst="rect">
            <a:avLst/>
          </a:prstGeom>
          <a:noFill/>
          <a:ln>
            <a:noFill/>
          </a:ln>
        </p:spPr>
        <p:txBody>
          <a:bodyPr spcFirstLastPara="1" wrap="square" lIns="65300" tIns="65300" rIns="65300" bIns="65300" anchor="t" anchorCtr="0">
            <a:spAutoFit/>
          </a:bodyPr>
          <a:lstStyle/>
          <a:p>
            <a:pPr algn="ctr" defTabSz="1219170">
              <a:buClr>
                <a:srgbClr val="000000"/>
              </a:buClr>
              <a:buSzPts val="1856"/>
            </a:pPr>
            <a:r>
              <a:rPr lang="en" sz="2475" kern="0">
                <a:solidFill>
                  <a:srgbClr val="222222"/>
                </a:solidFill>
                <a:latin typeface="Arial"/>
                <a:cs typeface="Arial"/>
                <a:sym typeface="Arial"/>
              </a:rPr>
              <a:t>deaths</a:t>
            </a:r>
            <a:endParaRPr sz="2475" kern="0">
              <a:solidFill>
                <a:srgbClr val="222222"/>
              </a:solidFill>
              <a:latin typeface="Arial"/>
              <a:ea typeface="Arial"/>
              <a:cs typeface="Arial"/>
              <a:sym typeface="Arial"/>
            </a:endParaRPr>
          </a:p>
        </p:txBody>
      </p:sp>
      <p:sp>
        <p:nvSpPr>
          <p:cNvPr id="2073" name="Google Shape;2073;p150"/>
          <p:cNvSpPr/>
          <p:nvPr/>
        </p:nvSpPr>
        <p:spPr>
          <a:xfrm>
            <a:off x="6850800" y="4996767"/>
            <a:ext cx="2203200" cy="648400"/>
          </a:xfrm>
          <a:prstGeom prst="roundRect">
            <a:avLst>
              <a:gd name="adj" fmla="val 16667"/>
            </a:avLst>
          </a:prstGeom>
          <a:noFill/>
          <a:ln w="81600" cap="flat" cmpd="sng">
            <a:solidFill>
              <a:srgbClr val="93C47D"/>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74" name="Google Shape;2074;p150"/>
          <p:cNvSpPr txBox="1"/>
          <p:nvPr/>
        </p:nvSpPr>
        <p:spPr>
          <a:xfrm>
            <a:off x="6921401" y="5150331"/>
            <a:ext cx="1775200" cy="512749"/>
          </a:xfrm>
          <a:prstGeom prst="rect">
            <a:avLst/>
          </a:prstGeom>
          <a:noFill/>
          <a:ln>
            <a:noFill/>
          </a:ln>
        </p:spPr>
        <p:txBody>
          <a:bodyPr spcFirstLastPara="1" wrap="square" lIns="65300" tIns="65300" rIns="65300" bIns="65300" anchor="t" anchorCtr="0">
            <a:spAutoFit/>
          </a:bodyPr>
          <a:lstStyle/>
          <a:p>
            <a:pPr algn="ctr" defTabSz="1219170">
              <a:buClr>
                <a:srgbClr val="000000"/>
              </a:buClr>
              <a:buSzPts val="1856"/>
            </a:pPr>
            <a:r>
              <a:rPr lang="en" sz="2475" kern="0">
                <a:solidFill>
                  <a:srgbClr val="222222"/>
                </a:solidFill>
                <a:latin typeface="Arial"/>
                <a:cs typeface="Arial"/>
                <a:sym typeface="Arial"/>
              </a:rPr>
              <a:t>recovered</a:t>
            </a:r>
            <a:endParaRPr sz="2475" kern="0">
              <a:solidFill>
                <a:srgbClr val="222222"/>
              </a:solidFill>
              <a:latin typeface="Arial"/>
              <a:ea typeface="Arial"/>
              <a:cs typeface="Arial"/>
              <a:sym typeface="Arial"/>
            </a:endParaRPr>
          </a:p>
        </p:txBody>
      </p:sp>
      <p:sp>
        <p:nvSpPr>
          <p:cNvPr id="2075" name="Google Shape;2075;p150"/>
          <p:cNvSpPr/>
          <p:nvPr/>
        </p:nvSpPr>
        <p:spPr>
          <a:xfrm>
            <a:off x="6850812" y="1623495"/>
            <a:ext cx="2203200" cy="894000"/>
          </a:xfrm>
          <a:prstGeom prst="roundRect">
            <a:avLst>
              <a:gd name="adj" fmla="val 16667"/>
            </a:avLst>
          </a:prstGeom>
          <a:noFill/>
          <a:ln w="81600" cap="flat" cmpd="sng">
            <a:solidFill>
              <a:srgbClr val="BF3227"/>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76" name="Google Shape;2076;p150"/>
          <p:cNvSpPr txBox="1"/>
          <p:nvPr/>
        </p:nvSpPr>
        <p:spPr>
          <a:xfrm>
            <a:off x="6921408" y="1814092"/>
            <a:ext cx="2062000" cy="512749"/>
          </a:xfrm>
          <a:prstGeom prst="rect">
            <a:avLst/>
          </a:prstGeom>
          <a:noFill/>
          <a:ln>
            <a:noFill/>
          </a:ln>
        </p:spPr>
        <p:txBody>
          <a:bodyPr spcFirstLastPara="1" wrap="square" lIns="65300" tIns="65300" rIns="65300" bIns="65300" anchor="t" anchorCtr="0">
            <a:spAutoFit/>
          </a:bodyPr>
          <a:lstStyle/>
          <a:p>
            <a:pPr algn="ctr" defTabSz="1219170">
              <a:buClr>
                <a:srgbClr val="000000"/>
              </a:buClr>
              <a:buSzPts val="1856"/>
            </a:pPr>
            <a:r>
              <a:rPr lang="en" sz="2475" kern="0">
                <a:solidFill>
                  <a:srgbClr val="222222"/>
                </a:solidFill>
                <a:latin typeface="Arial"/>
                <a:cs typeface="Arial"/>
                <a:sym typeface="Arial"/>
              </a:rPr>
              <a:t>hospitalized</a:t>
            </a:r>
            <a:endParaRPr sz="2475" kern="0">
              <a:solidFill>
                <a:srgbClr val="222222"/>
              </a:solidFill>
              <a:latin typeface="Arial"/>
              <a:ea typeface="Arial"/>
              <a:cs typeface="Arial"/>
              <a:sym typeface="Arial"/>
            </a:endParaRPr>
          </a:p>
        </p:txBody>
      </p:sp>
      <p:sp>
        <p:nvSpPr>
          <p:cNvPr id="2077" name="Google Shape;2077;p150"/>
          <p:cNvSpPr/>
          <p:nvPr/>
        </p:nvSpPr>
        <p:spPr>
          <a:xfrm>
            <a:off x="7780600" y="2581400"/>
            <a:ext cx="343600" cy="648400"/>
          </a:xfrm>
          <a:prstGeom prst="upArrow">
            <a:avLst>
              <a:gd name="adj1" fmla="val 50000"/>
              <a:gd name="adj2" fmla="val 50000"/>
            </a:avLst>
          </a:prstGeom>
          <a:solidFill>
            <a:schemeClr val="accen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FFFFFF"/>
              </a:solidFill>
              <a:latin typeface="Arial"/>
              <a:cs typeface="Arial"/>
              <a:sym typeface="Arial"/>
            </a:endParaRPr>
          </a:p>
        </p:txBody>
      </p:sp>
      <p:sp>
        <p:nvSpPr>
          <p:cNvPr id="2078" name="Google Shape;2078;p150"/>
          <p:cNvSpPr/>
          <p:nvPr/>
        </p:nvSpPr>
        <p:spPr>
          <a:xfrm flipH="1">
            <a:off x="2869600" y="1242400"/>
            <a:ext cx="6743600" cy="894000"/>
          </a:xfrm>
          <a:prstGeom prst="uturnArrow">
            <a:avLst>
              <a:gd name="adj1" fmla="val 14646"/>
              <a:gd name="adj2" fmla="val 25000"/>
              <a:gd name="adj3" fmla="val 25000"/>
              <a:gd name="adj4" fmla="val 50000"/>
              <a:gd name="adj5" fmla="val 75000"/>
            </a:avLst>
          </a:prstGeom>
          <a:solidFill>
            <a:srgbClr val="FF9900"/>
          </a:solidFill>
          <a:ln w="5100" cap="flat" cmpd="sng">
            <a:solidFill>
              <a:schemeClr val="dk2"/>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sp>
        <p:nvSpPr>
          <p:cNvPr id="2079" name="Google Shape;2079;p150"/>
          <p:cNvSpPr/>
          <p:nvPr/>
        </p:nvSpPr>
        <p:spPr>
          <a:xfrm>
            <a:off x="7780600" y="4421067"/>
            <a:ext cx="343600" cy="512800"/>
          </a:xfrm>
          <a:prstGeom prst="down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FFFFFF"/>
              </a:solidFill>
              <a:latin typeface="Arial"/>
              <a:cs typeface="Arial"/>
              <a:sym typeface="Arial"/>
            </a:endParaRPr>
          </a:p>
        </p:txBody>
      </p:sp>
      <p:sp>
        <p:nvSpPr>
          <p:cNvPr id="2080" name="Google Shape;2080;p150"/>
          <p:cNvSpPr/>
          <p:nvPr/>
        </p:nvSpPr>
        <p:spPr>
          <a:xfrm rot="-5400000" flipH="1">
            <a:off x="4481967" y="379200"/>
            <a:ext cx="704000" cy="3502800"/>
          </a:xfrm>
          <a:prstGeom prst="bentArrow">
            <a:avLst>
              <a:gd name="adj1" fmla="val 25000"/>
              <a:gd name="adj2" fmla="val 33340"/>
              <a:gd name="adj3" fmla="val 25000"/>
              <a:gd name="adj4" fmla="val 48900"/>
            </a:avLst>
          </a:prstGeom>
          <a:solidFill>
            <a:srgbClr val="FF9900"/>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FFFFFF"/>
              </a:solidFill>
              <a:latin typeface="Arial"/>
              <a:cs typeface="Arial"/>
              <a:sym typeface="Arial"/>
            </a:endParaRPr>
          </a:p>
        </p:txBody>
      </p:sp>
      <p:sp>
        <p:nvSpPr>
          <p:cNvPr id="2081" name="Google Shape;2081;p150"/>
          <p:cNvSpPr/>
          <p:nvPr/>
        </p:nvSpPr>
        <p:spPr>
          <a:xfrm rot="5400000">
            <a:off x="8876700" y="3022600"/>
            <a:ext cx="3650000" cy="2176800"/>
          </a:xfrm>
          <a:prstGeom prst="uturnArrow">
            <a:avLst>
              <a:gd name="adj1" fmla="val 7946"/>
              <a:gd name="adj2" fmla="val 10925"/>
              <a:gd name="adj3" fmla="val 38169"/>
              <a:gd name="adj4" fmla="val 43750"/>
              <a:gd name="adj5" fmla="val 75000"/>
            </a:avLst>
          </a:prstGeom>
          <a:solidFill>
            <a:srgbClr val="93C47D"/>
          </a:solidFill>
          <a:ln w="5100" cap="flat" cmpd="sng">
            <a:solidFill>
              <a:schemeClr val="dk2"/>
            </a:solidFill>
            <a:prstDash val="solid"/>
            <a:round/>
            <a:headEnd type="none" w="sm" len="sm"/>
            <a:tailEnd type="none" w="sm" len="sm"/>
          </a:ln>
        </p:spPr>
        <p:txBody>
          <a:bodyPr spcFirstLastPara="1" wrap="square" lIns="65300" tIns="65300" rIns="65300" bIns="65300" anchor="ctr" anchorCtr="0">
            <a:noAutofit/>
          </a:bodyPr>
          <a:lstStyle/>
          <a:p>
            <a:pPr algn="ctr" defTabSz="1219170">
              <a:buClr>
                <a:srgbClr val="000000"/>
              </a:buClr>
              <a:buSzPts val="785"/>
            </a:pPr>
            <a:endParaRPr sz="1047" kern="0">
              <a:solidFill>
                <a:srgbClr val="000000"/>
              </a:solidFill>
              <a:latin typeface="Arial"/>
              <a:ea typeface="Arial"/>
              <a:cs typeface="Arial"/>
              <a:sym typeface="Arial"/>
            </a:endParaRPr>
          </a:p>
        </p:txBody>
      </p:sp>
      <p:pic>
        <p:nvPicPr>
          <p:cNvPr id="2082" name="Google Shape;2082;p150"/>
          <p:cNvPicPr preferRelativeResize="0"/>
          <p:nvPr/>
        </p:nvPicPr>
        <p:blipFill>
          <a:blip r:embed="rId5">
            <a:alphaModFix/>
          </a:blip>
          <a:stretch>
            <a:fillRect/>
          </a:stretch>
        </p:blipFill>
        <p:spPr>
          <a:xfrm>
            <a:off x="9155600" y="2466994"/>
            <a:ext cx="1396800" cy="97217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CFE2F3"/>
        </a:solidFill>
        <a:effectLst/>
      </p:bgPr>
    </p:bg>
    <p:spTree>
      <p:nvGrpSpPr>
        <p:cNvPr id="1" name="Shape 2086"/>
        <p:cNvGrpSpPr/>
        <p:nvPr/>
      </p:nvGrpSpPr>
      <p:grpSpPr>
        <a:xfrm>
          <a:off x="0" y="0"/>
          <a:ext cx="0" cy="0"/>
          <a:chOff x="0" y="0"/>
          <a:chExt cx="0" cy="0"/>
        </a:xfrm>
      </p:grpSpPr>
      <p:grpSp>
        <p:nvGrpSpPr>
          <p:cNvPr id="2087" name="Google Shape;2087;p151"/>
          <p:cNvGrpSpPr/>
          <p:nvPr/>
        </p:nvGrpSpPr>
        <p:grpSpPr>
          <a:xfrm>
            <a:off x="1" y="382632"/>
            <a:ext cx="4501249" cy="436800"/>
            <a:chOff x="23676" y="510670"/>
            <a:chExt cx="4501249" cy="436800"/>
          </a:xfrm>
        </p:grpSpPr>
        <p:sp>
          <p:nvSpPr>
            <p:cNvPr id="2088" name="Google Shape;2088;p151"/>
            <p:cNvSpPr/>
            <p:nvPr/>
          </p:nvSpPr>
          <p:spPr>
            <a:xfrm>
              <a:off x="3773425" y="510670"/>
              <a:ext cx="751500" cy="436800"/>
            </a:xfrm>
            <a:prstGeom prst="flowChartDelay">
              <a:avLst/>
            </a:prstGeom>
            <a:solidFill>
              <a:srgbClr val="468AB2"/>
            </a:solidFill>
            <a:ln>
              <a:noFill/>
            </a:ln>
          </p:spPr>
          <p:txBody>
            <a:bodyPr spcFirstLastPara="1" wrap="square" lIns="121900" tIns="60933" rIns="121900" bIns="60933" anchor="ctr" anchorCtr="0">
              <a:noAutofit/>
            </a:bodyPr>
            <a:lstStyle/>
            <a:p>
              <a:pPr algn="ctr" defTabSz="1219170">
                <a:lnSpc>
                  <a:spcPct val="93000"/>
                </a:lnSpc>
                <a:buClr>
                  <a:srgbClr val="000000"/>
                </a:buClr>
              </a:pPr>
              <a:endParaRPr sz="2400" kern="0">
                <a:solidFill>
                  <a:srgbClr val="EFEFF0"/>
                </a:solidFill>
                <a:latin typeface="Calibri"/>
                <a:ea typeface="Calibri"/>
                <a:cs typeface="Calibri"/>
                <a:sym typeface="Calibri"/>
              </a:endParaRPr>
            </a:p>
          </p:txBody>
        </p:sp>
        <p:sp>
          <p:nvSpPr>
            <p:cNvPr id="2089" name="Google Shape;2089;p151"/>
            <p:cNvSpPr/>
            <p:nvPr/>
          </p:nvSpPr>
          <p:spPr>
            <a:xfrm>
              <a:off x="23676" y="510670"/>
              <a:ext cx="3749700" cy="436800"/>
            </a:xfrm>
            <a:prstGeom prst="rect">
              <a:avLst/>
            </a:prstGeom>
            <a:solidFill>
              <a:srgbClr val="468AB2"/>
            </a:solidFill>
            <a:ln>
              <a:noFill/>
            </a:ln>
          </p:spPr>
          <p:txBody>
            <a:bodyPr spcFirstLastPara="1" wrap="square" lIns="121900" tIns="60933" rIns="121900" bIns="60933" anchor="ctr" anchorCtr="0">
              <a:noAutofit/>
            </a:bodyPr>
            <a:lstStyle/>
            <a:p>
              <a:pPr algn="ctr" defTabSz="1219170">
                <a:lnSpc>
                  <a:spcPct val="93000"/>
                </a:lnSpc>
                <a:buClr>
                  <a:srgbClr val="000000"/>
                </a:buClr>
              </a:pPr>
              <a:endParaRPr sz="2400" kern="0">
                <a:solidFill>
                  <a:srgbClr val="EFEFF0"/>
                </a:solidFill>
                <a:latin typeface="Calibri"/>
                <a:ea typeface="Calibri"/>
                <a:cs typeface="Calibri"/>
                <a:sym typeface="Calibri"/>
              </a:endParaRPr>
            </a:p>
          </p:txBody>
        </p:sp>
      </p:grpSp>
      <p:sp>
        <p:nvSpPr>
          <p:cNvPr id="2090" name="Google Shape;2090;p151"/>
          <p:cNvSpPr txBox="1"/>
          <p:nvPr/>
        </p:nvSpPr>
        <p:spPr>
          <a:xfrm>
            <a:off x="666751" y="68627"/>
            <a:ext cx="5237200" cy="723600"/>
          </a:xfrm>
          <a:prstGeom prst="rect">
            <a:avLst/>
          </a:prstGeom>
          <a:noFill/>
          <a:ln>
            <a:noFill/>
          </a:ln>
        </p:spPr>
        <p:txBody>
          <a:bodyPr spcFirstLastPara="1" wrap="square" lIns="0" tIns="60933" rIns="121900" bIns="60933" anchor="t" anchorCtr="0">
            <a:noAutofit/>
          </a:bodyPr>
          <a:lstStyle/>
          <a:p>
            <a:pPr defTabSz="1219170">
              <a:lnSpc>
                <a:spcPct val="93000"/>
              </a:lnSpc>
              <a:buClr>
                <a:srgbClr val="000000"/>
              </a:buClr>
            </a:pPr>
            <a:endParaRPr sz="3200" kern="0">
              <a:solidFill>
                <a:srgbClr val="B5C751"/>
              </a:solidFill>
              <a:latin typeface="Arial"/>
              <a:ea typeface="Arial"/>
              <a:cs typeface="Arial"/>
              <a:sym typeface="Arial"/>
            </a:endParaRPr>
          </a:p>
        </p:txBody>
      </p:sp>
      <p:pic>
        <p:nvPicPr>
          <p:cNvPr id="2091" name="Google Shape;2091;p151"/>
          <p:cNvPicPr preferRelativeResize="0"/>
          <p:nvPr/>
        </p:nvPicPr>
        <p:blipFill rotWithShape="1">
          <a:blip r:embed="rId3">
            <a:alphaModFix/>
          </a:blip>
          <a:srcRect b="52283"/>
          <a:stretch/>
        </p:blipFill>
        <p:spPr>
          <a:xfrm>
            <a:off x="131362" y="6222211"/>
            <a:ext cx="1904116" cy="466800"/>
          </a:xfrm>
          <a:prstGeom prst="rect">
            <a:avLst/>
          </a:prstGeom>
          <a:noFill/>
          <a:ln>
            <a:noFill/>
          </a:ln>
        </p:spPr>
      </p:pic>
      <p:sp>
        <p:nvSpPr>
          <p:cNvPr id="2092" name="Google Shape;2092;p151"/>
          <p:cNvSpPr/>
          <p:nvPr/>
        </p:nvSpPr>
        <p:spPr>
          <a:xfrm>
            <a:off x="378691" y="2309091"/>
            <a:ext cx="3454400" cy="1999200"/>
          </a:xfrm>
          <a:prstGeom prst="rect">
            <a:avLst/>
          </a:prstGeom>
          <a:solidFill>
            <a:srgbClr val="CFE2F3"/>
          </a:solidFill>
          <a:ln>
            <a:noFill/>
          </a:ln>
        </p:spPr>
        <p:txBody>
          <a:bodyPr spcFirstLastPara="1" wrap="square" lIns="121900" tIns="60933" rIns="121900" bIns="60933" anchor="ctr" anchorCtr="0">
            <a:noAutofit/>
          </a:bodyPr>
          <a:lstStyle/>
          <a:p>
            <a:pPr algn="ctr" defTabSz="1219170">
              <a:lnSpc>
                <a:spcPct val="93000"/>
              </a:lnSpc>
              <a:buClr>
                <a:srgbClr val="000000"/>
              </a:buClr>
            </a:pPr>
            <a:endParaRPr sz="2400" kern="0">
              <a:solidFill>
                <a:srgbClr val="EFEFF0"/>
              </a:solidFill>
              <a:latin typeface="Calibri"/>
              <a:ea typeface="Calibri"/>
              <a:cs typeface="Calibri"/>
              <a:sym typeface="Calibri"/>
            </a:endParaRPr>
          </a:p>
        </p:txBody>
      </p:sp>
      <p:sp>
        <p:nvSpPr>
          <p:cNvPr id="2093" name="Google Shape;2093;p151"/>
          <p:cNvSpPr txBox="1"/>
          <p:nvPr/>
        </p:nvSpPr>
        <p:spPr>
          <a:xfrm>
            <a:off x="6335480" y="482825"/>
            <a:ext cx="5130800" cy="3748279"/>
          </a:xfrm>
          <a:prstGeom prst="rect">
            <a:avLst/>
          </a:prstGeom>
          <a:noFill/>
          <a:ln>
            <a:noFill/>
          </a:ln>
        </p:spPr>
        <p:txBody>
          <a:bodyPr spcFirstLastPara="1" wrap="square" lIns="121900" tIns="60933" rIns="121900" bIns="60933" anchor="t" anchorCtr="0">
            <a:spAutoFit/>
          </a:bodyPr>
          <a:lstStyle/>
          <a:p>
            <a:pPr marL="609585" defTabSz="1219170">
              <a:lnSpc>
                <a:spcPct val="93000"/>
              </a:lnSpc>
              <a:buClr>
                <a:srgbClr val="000000"/>
              </a:buClr>
            </a:pPr>
            <a:endParaRPr sz="1867" kern="0">
              <a:solidFill>
                <a:srgbClr val="000000"/>
              </a:solidFill>
              <a:latin typeface="Arial"/>
              <a:cs typeface="Arial"/>
              <a:sym typeface="Arial"/>
            </a:endParaRPr>
          </a:p>
          <a:p>
            <a:pPr marL="609585" indent="-440256" defTabSz="1219170">
              <a:lnSpc>
                <a:spcPct val="93000"/>
              </a:lnSpc>
              <a:buClr>
                <a:srgbClr val="000000"/>
              </a:buClr>
              <a:buSzPts val="1600"/>
              <a:buFont typeface="Century Gothic"/>
              <a:buChar char="●"/>
            </a:pPr>
            <a:r>
              <a:rPr lang="en" sz="2133" kern="0">
                <a:solidFill>
                  <a:srgbClr val="000000"/>
                </a:solidFill>
                <a:latin typeface="Century Gothic"/>
                <a:ea typeface="Century Gothic"/>
                <a:cs typeface="Century Gothic"/>
                <a:sym typeface="Century Gothic"/>
              </a:rPr>
              <a:t>Christian Selinger</a:t>
            </a:r>
            <a:endParaRPr sz="1867" kern="0">
              <a:solidFill>
                <a:srgbClr val="000000"/>
              </a:solidFill>
              <a:latin typeface="Arial"/>
              <a:cs typeface="Arial"/>
              <a:sym typeface="Arial"/>
            </a:endParaRPr>
          </a:p>
          <a:p>
            <a:pPr marL="609585" indent="-440256" defTabSz="1219170">
              <a:lnSpc>
                <a:spcPct val="93000"/>
              </a:lnSpc>
              <a:buClr>
                <a:srgbClr val="000000"/>
              </a:buClr>
              <a:buSzPts val="1600"/>
              <a:buFont typeface="Century Gothic"/>
              <a:buChar char="●"/>
            </a:pPr>
            <a:r>
              <a:rPr lang="en" sz="2133" kern="0">
                <a:solidFill>
                  <a:srgbClr val="000000"/>
                </a:solidFill>
                <a:latin typeface="Century Gothic"/>
                <a:ea typeface="Century Gothic"/>
                <a:cs typeface="Century Gothic"/>
                <a:sym typeface="Century Gothic"/>
              </a:rPr>
              <a:t>Emilie Pothin</a:t>
            </a:r>
            <a:endParaRPr sz="2133" kern="0">
              <a:solidFill>
                <a:srgbClr val="000000"/>
              </a:solidFill>
              <a:latin typeface="Century Gothic"/>
              <a:ea typeface="Century Gothic"/>
              <a:cs typeface="Century Gothic"/>
              <a:sym typeface="Century Gothic"/>
            </a:endParaRPr>
          </a:p>
          <a:p>
            <a:pPr marL="609585" indent="-440256" defTabSz="1219170">
              <a:lnSpc>
                <a:spcPct val="93000"/>
              </a:lnSpc>
              <a:buClr>
                <a:srgbClr val="000000"/>
              </a:buClr>
              <a:buSzPts val="1600"/>
              <a:buFont typeface="Century Gothic"/>
              <a:buChar char="●"/>
            </a:pPr>
            <a:r>
              <a:rPr lang="en" sz="2133" kern="0">
                <a:solidFill>
                  <a:srgbClr val="000000"/>
                </a:solidFill>
                <a:latin typeface="Century Gothic"/>
                <a:ea typeface="Century Gothic"/>
                <a:cs typeface="Century Gothic"/>
                <a:sym typeface="Century Gothic"/>
              </a:rPr>
              <a:t>Billy Bauzille</a:t>
            </a:r>
            <a:endParaRPr sz="2133" kern="0">
              <a:solidFill>
                <a:srgbClr val="000000"/>
              </a:solidFill>
              <a:latin typeface="Century Gothic"/>
              <a:ea typeface="Century Gothic"/>
              <a:cs typeface="Century Gothic"/>
              <a:sym typeface="Century Gothic"/>
            </a:endParaRPr>
          </a:p>
          <a:p>
            <a:pPr marL="609585" indent="-440256" defTabSz="1219170">
              <a:lnSpc>
                <a:spcPct val="93000"/>
              </a:lnSpc>
              <a:buClr>
                <a:srgbClr val="000000"/>
              </a:buClr>
              <a:buSzPts val="1600"/>
              <a:buFont typeface="Century Gothic"/>
              <a:buChar char="●"/>
            </a:pPr>
            <a:r>
              <a:rPr lang="en" sz="2133" kern="0">
                <a:solidFill>
                  <a:srgbClr val="000000"/>
                </a:solidFill>
                <a:latin typeface="Century Gothic"/>
                <a:ea typeface="Century Gothic"/>
                <a:cs typeface="Century Gothic"/>
                <a:sym typeface="Century Gothic"/>
              </a:rPr>
              <a:t>Cameline Orlendo</a:t>
            </a:r>
            <a:endParaRPr sz="2133" kern="0">
              <a:solidFill>
                <a:srgbClr val="000000"/>
              </a:solidFill>
              <a:latin typeface="Century Gothic"/>
              <a:ea typeface="Century Gothic"/>
              <a:cs typeface="Century Gothic"/>
              <a:sym typeface="Century Gothic"/>
            </a:endParaRPr>
          </a:p>
          <a:p>
            <a:pPr marL="609585" indent="-440256" defTabSz="1219170">
              <a:lnSpc>
                <a:spcPct val="93000"/>
              </a:lnSpc>
              <a:buClr>
                <a:srgbClr val="000000"/>
              </a:buClr>
              <a:buSzPts val="1600"/>
              <a:buFont typeface="Century Gothic"/>
              <a:buChar char="●"/>
            </a:pPr>
            <a:r>
              <a:rPr lang="en" sz="2133" kern="0">
                <a:solidFill>
                  <a:srgbClr val="000000"/>
                </a:solidFill>
                <a:latin typeface="Century Gothic"/>
                <a:ea typeface="Century Gothic"/>
                <a:cs typeface="Century Gothic"/>
                <a:sym typeface="Century Gothic"/>
              </a:rPr>
              <a:t>Geoffrey Githinji</a:t>
            </a:r>
            <a:endParaRPr sz="2133" kern="0">
              <a:solidFill>
                <a:srgbClr val="000000"/>
              </a:solidFill>
              <a:latin typeface="Century Gothic"/>
              <a:ea typeface="Century Gothic"/>
              <a:cs typeface="Century Gothic"/>
              <a:sym typeface="Century Gothic"/>
            </a:endParaRPr>
          </a:p>
          <a:p>
            <a:pPr marL="342891" indent="-207428" defTabSz="1219170">
              <a:lnSpc>
                <a:spcPct val="93000"/>
              </a:lnSpc>
              <a:buClr>
                <a:srgbClr val="000000"/>
              </a:buClr>
              <a:buSzPts val="1600"/>
            </a:pPr>
            <a:endParaRPr sz="2133" kern="0">
              <a:solidFill>
                <a:srgbClr val="000000"/>
              </a:solidFill>
              <a:latin typeface="Century Gothic"/>
              <a:ea typeface="Century Gothic"/>
              <a:cs typeface="Century Gothic"/>
              <a:sym typeface="Century Gothic"/>
            </a:endParaRPr>
          </a:p>
          <a:p>
            <a:pPr marL="342891" indent="-207428" defTabSz="1219170">
              <a:lnSpc>
                <a:spcPct val="93000"/>
              </a:lnSpc>
              <a:buClr>
                <a:srgbClr val="000000"/>
              </a:buClr>
              <a:buSzPts val="1600"/>
            </a:pPr>
            <a:endParaRPr sz="2133" kern="0">
              <a:solidFill>
                <a:srgbClr val="000000"/>
              </a:solidFill>
              <a:latin typeface="Century Gothic"/>
              <a:ea typeface="Century Gothic"/>
              <a:cs typeface="Century Gothic"/>
              <a:sym typeface="Century Gothic"/>
            </a:endParaRPr>
          </a:p>
          <a:p>
            <a:pPr marL="285742" indent="-150279" defTabSz="1219170">
              <a:lnSpc>
                <a:spcPct val="93000"/>
              </a:lnSpc>
              <a:buClr>
                <a:srgbClr val="000000"/>
              </a:buClr>
              <a:buSzPts val="1600"/>
            </a:pPr>
            <a:endParaRPr sz="2133" kern="0">
              <a:solidFill>
                <a:srgbClr val="000000"/>
              </a:solidFill>
              <a:latin typeface="Century Gothic"/>
              <a:ea typeface="Century Gothic"/>
              <a:cs typeface="Century Gothic"/>
              <a:sym typeface="Century Gothic"/>
            </a:endParaRPr>
          </a:p>
          <a:p>
            <a:pPr marL="285742" indent="-150279" defTabSz="1219170">
              <a:lnSpc>
                <a:spcPct val="93000"/>
              </a:lnSpc>
              <a:buClr>
                <a:srgbClr val="000000"/>
              </a:buClr>
              <a:buSzPts val="1600"/>
            </a:pPr>
            <a:endParaRPr sz="2133" kern="0">
              <a:solidFill>
                <a:srgbClr val="000000"/>
              </a:solidFill>
              <a:latin typeface="Century Gothic"/>
              <a:ea typeface="Century Gothic"/>
              <a:cs typeface="Century Gothic"/>
              <a:sym typeface="Century Gothic"/>
            </a:endParaRPr>
          </a:p>
          <a:p>
            <a:pPr defTabSz="1219170">
              <a:lnSpc>
                <a:spcPct val="93000"/>
              </a:lnSpc>
              <a:buClr>
                <a:srgbClr val="000000"/>
              </a:buClr>
            </a:pPr>
            <a:endParaRPr sz="2133" b="1" u="sng" kern="0">
              <a:solidFill>
                <a:srgbClr val="000000"/>
              </a:solidFill>
              <a:latin typeface="Century Gothic"/>
              <a:ea typeface="Century Gothic"/>
              <a:cs typeface="Century Gothic"/>
              <a:sym typeface="Century Gothic"/>
            </a:endParaRPr>
          </a:p>
          <a:p>
            <a:pPr defTabSz="1219170">
              <a:lnSpc>
                <a:spcPct val="93000"/>
              </a:lnSpc>
              <a:buClr>
                <a:srgbClr val="000000"/>
              </a:buClr>
            </a:pPr>
            <a:endParaRPr sz="2133" kern="0">
              <a:solidFill>
                <a:srgbClr val="000000"/>
              </a:solidFill>
              <a:latin typeface="Century Gothic"/>
              <a:ea typeface="Century Gothic"/>
              <a:cs typeface="Century Gothic"/>
              <a:sym typeface="Century Gothic"/>
            </a:endParaRPr>
          </a:p>
        </p:txBody>
      </p:sp>
      <p:pic>
        <p:nvPicPr>
          <p:cNvPr id="2094" name="Google Shape;2094;p151"/>
          <p:cNvPicPr preferRelativeResize="0"/>
          <p:nvPr/>
        </p:nvPicPr>
        <p:blipFill rotWithShape="1">
          <a:blip r:embed="rId4">
            <a:alphaModFix/>
          </a:blip>
          <a:srcRect b="52799"/>
          <a:stretch/>
        </p:blipFill>
        <p:spPr>
          <a:xfrm>
            <a:off x="1443580" y="1722954"/>
            <a:ext cx="2336803" cy="638495"/>
          </a:xfrm>
          <a:prstGeom prst="rect">
            <a:avLst/>
          </a:prstGeom>
          <a:noFill/>
          <a:ln>
            <a:noFill/>
          </a:ln>
        </p:spPr>
      </p:pic>
      <p:sp>
        <p:nvSpPr>
          <p:cNvPr id="2095" name="Google Shape;2095;p151"/>
          <p:cNvSpPr txBox="1"/>
          <p:nvPr/>
        </p:nvSpPr>
        <p:spPr>
          <a:xfrm>
            <a:off x="365052" y="382633"/>
            <a:ext cx="10850000" cy="745200"/>
          </a:xfrm>
          <a:prstGeom prst="rect">
            <a:avLst/>
          </a:prstGeom>
          <a:noFill/>
          <a:ln>
            <a:noFill/>
          </a:ln>
        </p:spPr>
        <p:txBody>
          <a:bodyPr spcFirstLastPara="1" wrap="square" lIns="121900" tIns="60933" rIns="121900" bIns="60933" anchor="t" anchorCtr="0">
            <a:noAutofit/>
          </a:bodyPr>
          <a:lstStyle/>
          <a:p>
            <a:pPr defTabSz="1219170">
              <a:lnSpc>
                <a:spcPct val="90000"/>
              </a:lnSpc>
              <a:buClr>
                <a:srgbClr val="FFFFFF"/>
              </a:buClr>
              <a:buSzPts val="1500"/>
            </a:pPr>
            <a:r>
              <a:rPr lang="en" sz="2000" b="1" kern="0">
                <a:solidFill>
                  <a:srgbClr val="FFFFFF"/>
                </a:solidFill>
                <a:latin typeface="Century Gothic"/>
                <a:ea typeface="Century Gothic"/>
                <a:cs typeface="Century Gothic"/>
                <a:sym typeface="Century Gothic"/>
              </a:rPr>
              <a:t>Acknowledgements</a:t>
            </a:r>
            <a:endParaRPr sz="1867" kern="0">
              <a:solidFill>
                <a:srgbClr val="000000"/>
              </a:solidFill>
              <a:latin typeface="Arial"/>
              <a:cs typeface="Arial"/>
              <a:sym typeface="Arial"/>
            </a:endParaRPr>
          </a:p>
        </p:txBody>
      </p:sp>
      <p:sp>
        <p:nvSpPr>
          <p:cNvPr id="2096" name="Google Shape;2096;p151"/>
          <p:cNvSpPr txBox="1"/>
          <p:nvPr/>
        </p:nvSpPr>
        <p:spPr>
          <a:xfrm>
            <a:off x="677253" y="3709821"/>
            <a:ext cx="3762400" cy="824000"/>
          </a:xfrm>
          <a:prstGeom prst="rect">
            <a:avLst/>
          </a:prstGeom>
          <a:noFill/>
          <a:ln>
            <a:noFill/>
          </a:ln>
        </p:spPr>
        <p:txBody>
          <a:bodyPr spcFirstLastPara="1" wrap="square" lIns="0" tIns="60933" rIns="121900" bIns="60933" anchor="ctr" anchorCtr="0">
            <a:noAutofit/>
          </a:bodyPr>
          <a:lstStyle/>
          <a:p>
            <a:pPr defTabSz="1219170">
              <a:buClr>
                <a:srgbClr val="000000"/>
              </a:buClr>
            </a:pPr>
            <a:r>
              <a:rPr lang="en" sz="3733" kern="0">
                <a:solidFill>
                  <a:srgbClr val="0070C0"/>
                </a:solidFill>
                <a:latin typeface="Century Gothic"/>
                <a:ea typeface="Century Gothic"/>
                <a:cs typeface="Century Gothic"/>
                <a:sym typeface="Century Gothic"/>
              </a:rPr>
              <a:t>Asanteni sana</a:t>
            </a:r>
            <a:endParaRPr sz="3733" kern="0">
              <a:solidFill>
                <a:srgbClr val="0070C0"/>
              </a:solidFill>
              <a:latin typeface="Century Gothic"/>
              <a:ea typeface="Century Gothic"/>
              <a:cs typeface="Century Gothic"/>
              <a:sym typeface="Century Gothic"/>
            </a:endParaRPr>
          </a:p>
        </p:txBody>
      </p:sp>
      <p:sp>
        <p:nvSpPr>
          <p:cNvPr id="2097" name="Google Shape;2097;p151"/>
          <p:cNvSpPr txBox="1"/>
          <p:nvPr/>
        </p:nvSpPr>
        <p:spPr>
          <a:xfrm>
            <a:off x="666751" y="4823725"/>
            <a:ext cx="5184400" cy="379200"/>
          </a:xfrm>
          <a:prstGeom prst="rect">
            <a:avLst/>
          </a:prstGeom>
          <a:noFill/>
          <a:ln>
            <a:noFill/>
          </a:ln>
        </p:spPr>
        <p:txBody>
          <a:bodyPr spcFirstLastPara="1" wrap="square" lIns="121900" tIns="60933" rIns="121900" bIns="60933" anchor="t" anchorCtr="0">
            <a:noAutofit/>
          </a:bodyPr>
          <a:lstStyle/>
          <a:p>
            <a:pPr defTabSz="1219170">
              <a:lnSpc>
                <a:spcPct val="93000"/>
              </a:lnSpc>
              <a:buClr>
                <a:srgbClr val="000000"/>
              </a:buClr>
            </a:pPr>
            <a:r>
              <a:rPr lang="en" sz="2133" u="sng" kern="0">
                <a:solidFill>
                  <a:srgbClr val="00344B"/>
                </a:solidFill>
                <a:latin typeface="Century Gothic"/>
                <a:ea typeface="Century Gothic"/>
                <a:cs typeface="Century Gothic"/>
                <a:sym typeface="Century Gothic"/>
                <a:hlinkClick r:id="rId5"/>
              </a:rPr>
              <a:t>zenabu.suboi@swisstph.ch</a:t>
            </a:r>
            <a:endParaRPr sz="2133" kern="0">
              <a:solidFill>
                <a:srgbClr val="000000"/>
              </a:solidFill>
              <a:latin typeface="Century Gothic"/>
              <a:ea typeface="Century Gothic"/>
              <a:cs typeface="Century Gothic"/>
              <a:sym typeface="Century Gothic"/>
            </a:endParaRPr>
          </a:p>
          <a:p>
            <a:pPr defTabSz="1219170">
              <a:lnSpc>
                <a:spcPct val="93000"/>
              </a:lnSpc>
              <a:buClr>
                <a:srgbClr val="000000"/>
              </a:buClr>
            </a:pPr>
            <a:r>
              <a:rPr lang="en" sz="2133" kern="0">
                <a:solidFill>
                  <a:srgbClr val="468AB2"/>
                </a:solidFill>
                <a:latin typeface="Century Gothic"/>
                <a:ea typeface="Century Gothic"/>
                <a:cs typeface="Century Gothic"/>
                <a:sym typeface="Century Gothic"/>
              </a:rPr>
              <a:t> </a:t>
            </a:r>
            <a:endParaRPr sz="2133" kern="0">
              <a:solidFill>
                <a:srgbClr val="468AB2"/>
              </a:solidFill>
              <a:latin typeface="Century Gothic"/>
              <a:ea typeface="Century Gothic"/>
              <a:cs typeface="Century Gothic"/>
              <a:sym typeface="Century Gothic"/>
            </a:endParaRPr>
          </a:p>
          <a:p>
            <a:pPr defTabSz="1219170">
              <a:lnSpc>
                <a:spcPct val="93000"/>
              </a:lnSpc>
              <a:buClr>
                <a:srgbClr val="000000"/>
              </a:buClr>
            </a:pPr>
            <a:endParaRPr sz="2133" kern="0">
              <a:solidFill>
                <a:srgbClr val="468AB2"/>
              </a:solidFill>
              <a:latin typeface="Century Gothic"/>
              <a:ea typeface="Century Gothic"/>
              <a:cs typeface="Century Gothic"/>
              <a:sym typeface="Century Gothic"/>
            </a:endParaRPr>
          </a:p>
        </p:txBody>
      </p:sp>
      <p:pic>
        <p:nvPicPr>
          <p:cNvPr id="2098" name="Google Shape;2098;p151"/>
          <p:cNvPicPr preferRelativeResize="0"/>
          <p:nvPr/>
        </p:nvPicPr>
        <p:blipFill>
          <a:blip r:embed="rId6">
            <a:alphaModFix/>
          </a:blip>
          <a:stretch>
            <a:fillRect/>
          </a:stretch>
        </p:blipFill>
        <p:spPr>
          <a:xfrm>
            <a:off x="3062453" y="6248549"/>
            <a:ext cx="493916" cy="493916"/>
          </a:xfrm>
          <a:prstGeom prst="rect">
            <a:avLst/>
          </a:prstGeom>
          <a:noFill/>
          <a:ln>
            <a:noFill/>
          </a:ln>
        </p:spPr>
      </p:pic>
      <p:pic>
        <p:nvPicPr>
          <p:cNvPr id="2099" name="Google Shape;2099;p151"/>
          <p:cNvPicPr preferRelativeResize="0"/>
          <p:nvPr/>
        </p:nvPicPr>
        <p:blipFill>
          <a:blip r:embed="rId7">
            <a:alphaModFix/>
          </a:blip>
          <a:stretch>
            <a:fillRect/>
          </a:stretch>
        </p:blipFill>
        <p:spPr>
          <a:xfrm>
            <a:off x="2061002" y="6348573"/>
            <a:ext cx="954108" cy="246915"/>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Swiss TPH">
      <a:dk1>
        <a:srgbClr val="000000"/>
      </a:dk1>
      <a:lt1>
        <a:srgbClr val="EFEFF0"/>
      </a:lt1>
      <a:dk2>
        <a:srgbClr val="BABCBE"/>
      </a:dk2>
      <a:lt2>
        <a:srgbClr val="717073"/>
      </a:lt2>
      <a:accent1>
        <a:srgbClr val="222222"/>
      </a:accent1>
      <a:accent2>
        <a:srgbClr val="BF3227"/>
      </a:accent2>
      <a:accent3>
        <a:srgbClr val="468AB2"/>
      </a:accent3>
      <a:accent4>
        <a:srgbClr val="EDCD64"/>
      </a:accent4>
      <a:accent5>
        <a:srgbClr val="B5C751"/>
      </a:accent5>
      <a:accent6>
        <a:srgbClr val="868686"/>
      </a:accent6>
      <a:hlink>
        <a:srgbClr val="00344B"/>
      </a:hlink>
      <a:folHlink>
        <a:srgbClr val="7FB9C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1805</Words>
  <Application>Microsoft Office PowerPoint</Application>
  <PresentationFormat>Widescreen</PresentationFormat>
  <Paragraphs>342</Paragraphs>
  <Slides>45</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Century Gothic</vt:lpstr>
      <vt:lpstr>NTR</vt:lpstr>
      <vt:lpstr>Custom Design</vt:lpstr>
      <vt:lpstr>PowerPoint Presentation</vt:lpstr>
      <vt:lpstr>PowerPoint Presentation</vt:lpstr>
      <vt:lpstr>Learning Objectives</vt:lpstr>
      <vt:lpstr>Learning Objectives</vt:lpstr>
      <vt:lpstr>Modeling = a process where people from different worlds meet on a common ground</vt:lpstr>
      <vt:lpstr>Modeling = a process where people from different worlds meet on a common ground</vt:lpstr>
      <vt:lpstr>PowerPoint Presentation</vt:lpstr>
      <vt:lpstr>Individual destinies</vt:lpstr>
      <vt:lpstr>Individual destinies</vt:lpstr>
      <vt:lpstr>Individual destinies</vt:lpstr>
      <vt:lpstr>Individual destinies</vt:lpstr>
      <vt:lpstr>Individual destinies</vt:lpstr>
      <vt:lpstr>Individual destinies</vt:lpstr>
      <vt:lpstr>Putting people into boxes - compartments</vt:lpstr>
      <vt:lpstr>Putting people into boxes - compartments</vt:lpstr>
      <vt:lpstr>Putting people into boxes - compartments</vt:lpstr>
      <vt:lpstr>Putting people into boxes - compartments</vt:lpstr>
      <vt:lpstr>Putting people into boxes - compartments</vt:lpstr>
      <vt:lpstr>PowerPoint Presentation</vt:lpstr>
      <vt:lpstr>Transferring people between boxes - transitions</vt:lpstr>
      <vt:lpstr>Transferring people between boxes - transitions</vt:lpstr>
      <vt:lpstr>Transferring people between boxes - transitions</vt:lpstr>
      <vt:lpstr>Transferring people between boxes - transitions</vt:lpstr>
      <vt:lpstr>Transferring people between boxes - transitions</vt:lpstr>
      <vt:lpstr>Transferring people between boxes - transitions</vt:lpstr>
      <vt:lpstr>Flow diagrams for disease transmission </vt:lpstr>
      <vt:lpstr>Flow diagrams for disease transmission </vt:lpstr>
      <vt:lpstr>Flow diagrams for disease transmission </vt:lpstr>
      <vt:lpstr>Flow diagrams for disease transmission </vt:lpstr>
      <vt:lpstr>Flow diagrams for disease transmission: assumptions!</vt:lpstr>
      <vt:lpstr>Flow diagrams for disease transmission: assumptions!</vt:lpstr>
      <vt:lpstr>Flow diagrams for disease transmission: assumptions!</vt:lpstr>
      <vt:lpstr>Flow diagrams for disease transmission: assumptions!</vt:lpstr>
      <vt:lpstr>Flow diagrams for disease transmission</vt:lpstr>
      <vt:lpstr>Flow diagrams for disease transmission</vt:lpstr>
      <vt:lpstr>PowerPoint Presentation</vt:lpstr>
      <vt:lpstr>Practical 1</vt:lpstr>
      <vt:lpstr>Practical 1 - solution 1</vt:lpstr>
      <vt:lpstr>Practical 2</vt:lpstr>
      <vt:lpstr>Practical 2 - solution 1</vt:lpstr>
      <vt:lpstr>Day 2 - Tutorial (Tasks 1 &amp; 2)</vt:lpstr>
      <vt:lpstr>Day 2 - Tutorial (Tasks 1 &amp; 2)</vt:lpstr>
      <vt:lpstr>Day 2 - Tutorial (Tasks 1 &amp; 2)</vt:lpstr>
      <vt:lpstr>Practical 3 - solution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Zenabu Suboi</dc:creator>
  <cp:lastModifiedBy>Zenabu Suboi</cp:lastModifiedBy>
  <cp:revision>1</cp:revision>
  <dcterms:created xsi:type="dcterms:W3CDTF">2025-08-20T07:58:15Z</dcterms:created>
  <dcterms:modified xsi:type="dcterms:W3CDTF">2025-08-20T08:32:29Z</dcterms:modified>
</cp:coreProperties>
</file>