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62" r:id="rId5"/>
  </p:sldMasterIdLst>
  <p:notesMasterIdLst>
    <p:notesMasterId r:id="rId8"/>
  </p:notesMasterIdLst>
  <p:sldIdLst>
    <p:sldId id="263" r:id="rId6"/>
    <p:sldId id="265" r:id="rId7"/>
  </p:sldIdLst>
  <p:sldSz cx="15119350" cy="10691813"/>
  <p:notesSz cx="9926638" cy="6797675"/>
  <p:defaultTextStyle>
    <a:defPPr>
      <a:defRPr lang="en-US"/>
    </a:defPPr>
    <a:lvl1pPr marL="0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1pPr>
    <a:lvl2pPr marL="156088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2pPr>
    <a:lvl3pPr marL="312176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3pPr>
    <a:lvl4pPr marL="468264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4pPr>
    <a:lvl5pPr marL="624352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5pPr>
    <a:lvl6pPr marL="780440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6pPr>
    <a:lvl7pPr marL="936528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7pPr>
    <a:lvl8pPr marL="1092617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8pPr>
    <a:lvl9pPr marL="1248705" algn="l" defTabSz="156088" rtl="0" eaLnBrk="1" latinLnBrk="0" hangingPunct="1">
      <a:defRPr sz="61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3" userDrawn="1">
          <p15:clr>
            <a:srgbClr val="A4A3A4"/>
          </p15:clr>
        </p15:guide>
        <p15:guide id="2" pos="9277" userDrawn="1">
          <p15:clr>
            <a:srgbClr val="A4A3A4"/>
          </p15:clr>
        </p15:guide>
        <p15:guide id="3" pos="233" userDrawn="1">
          <p15:clr>
            <a:srgbClr val="A4A3A4"/>
          </p15:clr>
        </p15:guide>
        <p15:guide id="4" orient="horz" pos="3407" userDrawn="1">
          <p15:clr>
            <a:srgbClr val="A4A3A4"/>
          </p15:clr>
        </p15:guide>
        <p15:guide id="5" orient="horz" pos="9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7C31"/>
    <a:srgbClr val="5F4CAF"/>
    <a:srgbClr val="D6CFF2"/>
    <a:srgbClr val="308CC0"/>
    <a:srgbClr val="E5F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411" autoAdjust="0"/>
  </p:normalViewPr>
  <p:slideViewPr>
    <p:cSldViewPr snapToGrid="0" snapToObjects="1" showGuides="1">
      <p:cViewPr>
        <p:scale>
          <a:sx n="60" d="100"/>
          <a:sy n="60" d="100"/>
        </p:scale>
        <p:origin x="360" y="-720"/>
      </p:cViewPr>
      <p:guideLst>
        <p:guide orient="horz" pos="623"/>
        <p:guide pos="9277"/>
        <p:guide pos="233"/>
        <p:guide orient="horz" pos="3407"/>
        <p:guide orient="horz" pos="9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5" d="100"/>
          <a:sy n="115" d="100"/>
        </p:scale>
        <p:origin x="162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372" y="0"/>
            <a:ext cx="4301543" cy="3414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DB8CBD-2D58-402C-A7C9-26121B06B09F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849313"/>
            <a:ext cx="324326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4" y="3271382"/>
            <a:ext cx="7941310" cy="267658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219"/>
            <a:ext cx="4301543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372" y="6456219"/>
            <a:ext cx="4301543" cy="3414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9A644-9E54-4A5F-895C-1F6AF01C09C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781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1pPr>
    <a:lvl2pPr marL="156088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2pPr>
    <a:lvl3pPr marL="312176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3pPr>
    <a:lvl4pPr marL="468264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4pPr>
    <a:lvl5pPr marL="624352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5pPr>
    <a:lvl6pPr marL="780440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6pPr>
    <a:lvl7pPr marL="936528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7pPr>
    <a:lvl8pPr marL="1092617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8pPr>
    <a:lvl9pPr marL="1248705" algn="l" defTabSz="312176" rtl="0" eaLnBrk="1" latinLnBrk="0" hangingPunct="1">
      <a:defRPr sz="41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027EC-E318-DBE4-2FDD-3531203C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CE5CF-D8F2-ECCA-C8CB-CE6CA17092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1688" y="849313"/>
            <a:ext cx="3243262" cy="2293937"/>
          </a:xfrm>
        </p:spPr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E3E6E8-A4B0-5C87-0EE4-8944A8ACD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correctly print, use the "create and share Adobe PDF" function on the "home" tab of PowerPoint - it will not correctly print if you use the normal print function.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376EB-01BE-D41A-CED5-B0BB4D731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A9A644-9E54-4A5F-895C-1F6AF01C09C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378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w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CAF7B-E584-AB40-9B9C-D604D1DC8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92" y="851206"/>
            <a:ext cx="11435737" cy="330698"/>
          </a:xfrm>
        </p:spPr>
        <p:txBody>
          <a:bodyPr/>
          <a:lstStyle>
            <a:lvl1pPr>
              <a:defRPr sz="2438"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B17A486-F3E3-8C48-AFA0-6202B653E2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2892" y="1351120"/>
            <a:ext cx="11442439" cy="303257"/>
          </a:xfrm>
        </p:spPr>
        <p:txBody>
          <a:bodyPr tIns="0" bIns="36000">
            <a:noAutofit/>
          </a:bodyPr>
          <a:lstStyle>
            <a:lvl1pPr>
              <a:defRPr sz="1375" b="0">
                <a:solidFill>
                  <a:schemeClr val="accent2">
                    <a:lumMod val="100000"/>
                  </a:schemeClr>
                </a:solidFill>
              </a:defRPr>
            </a:lvl1pPr>
            <a:lvl2pPr>
              <a:defRPr sz="1559" b="1">
                <a:solidFill>
                  <a:schemeClr val="accent2"/>
                </a:solidFill>
              </a:defRPr>
            </a:lvl2pPr>
            <a:lvl3pPr>
              <a:defRPr sz="1559" b="1">
                <a:solidFill>
                  <a:schemeClr val="accent2"/>
                </a:solidFill>
              </a:defRPr>
            </a:lvl3pPr>
            <a:lvl4pPr>
              <a:defRPr sz="1559" b="1">
                <a:solidFill>
                  <a:schemeClr val="accent2"/>
                </a:solidFill>
              </a:defRPr>
            </a:lvl4pPr>
            <a:lvl5pPr>
              <a:defRPr sz="1559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A750459-8198-884B-9589-79985A099CA8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64020" y="7071325"/>
            <a:ext cx="4612318" cy="2545660"/>
          </a:xfrm>
          <a:ln>
            <a:noFill/>
          </a:ln>
        </p:spPr>
        <p:txBody>
          <a:bodyPr tIns="36000" bIns="36000"/>
          <a:lstStyle>
            <a:lvl1pPr>
              <a:defRPr sz="75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3A4A6AB3-08D8-D244-8B04-4EB24AC2C72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481" y="1710952"/>
            <a:ext cx="11449678" cy="444374"/>
          </a:xfrm>
        </p:spPr>
        <p:txBody>
          <a:bodyPr tIns="0" bIns="36000"/>
          <a:lstStyle>
            <a:lvl1pPr>
              <a:lnSpc>
                <a:spcPct val="100000"/>
              </a:lnSpc>
              <a:spcBef>
                <a:spcPts val="0"/>
              </a:spcBef>
              <a:defRPr sz="1000" i="1"/>
            </a:lvl1pPr>
            <a:lvl2pPr>
              <a:defRPr sz="283"/>
            </a:lvl2pPr>
            <a:lvl3pPr>
              <a:defRPr sz="283"/>
            </a:lvl3pPr>
            <a:lvl4pPr>
              <a:defRPr sz="283"/>
            </a:lvl4pPr>
            <a:lvl5pPr>
              <a:defRPr sz="283"/>
            </a:lvl5pPr>
          </a:lstStyle>
          <a:p>
            <a:pPr lvl="0"/>
            <a:r>
              <a:rPr lang="en-US" dirty="0"/>
              <a:t>Insert credits</a:t>
            </a:r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05F8743B-F29C-5A42-B14C-2FAF92618C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56693" y="9645724"/>
            <a:ext cx="4612318" cy="199531"/>
          </a:xfrm>
        </p:spPr>
        <p:txBody>
          <a:bodyPr lIns="0" tIns="36000" rIns="0" bIns="0"/>
          <a:lstStyle>
            <a:lvl1pPr>
              <a:spcBef>
                <a:spcPts val="0"/>
              </a:spcBef>
              <a:defRPr sz="750" i="1"/>
            </a:lvl1pPr>
            <a:lvl3pPr>
              <a:defRPr sz="236"/>
            </a:lvl3pPr>
            <a:lvl4pPr>
              <a:defRPr sz="236"/>
            </a:lvl4pPr>
            <a:lvl5pPr>
              <a:defRPr sz="236"/>
            </a:lvl5pPr>
          </a:lstStyle>
          <a:p>
            <a:pPr lvl="0"/>
            <a:r>
              <a:rPr lang="en-US" dirty="0"/>
              <a:t>Enter Caption</a:t>
            </a:r>
            <a:endParaRPr lang="en-GB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793240A8-76E1-E941-9E99-C83FE75F7E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56693" y="2319347"/>
            <a:ext cx="4612318" cy="1527283"/>
          </a:xfrm>
        </p:spPr>
        <p:txBody>
          <a:bodyPr/>
          <a:lstStyle>
            <a:lvl1pPr>
              <a:spcBef>
                <a:spcPts val="0"/>
              </a:spcBef>
              <a:defRPr sz="875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D0ACF30-3EA7-2042-B942-68B67D030C5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8808" y="2319382"/>
            <a:ext cx="4612318" cy="7525873"/>
          </a:xfrm>
        </p:spPr>
        <p:txBody>
          <a:bodyPr/>
          <a:lstStyle>
            <a:lvl1pPr marL="0" marR="0" indent="0" algn="l" defTabSz="113402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71"/>
              </a:spcAft>
              <a:buClr>
                <a:srgbClr val="BF3227"/>
              </a:buClr>
              <a:buSzTx/>
              <a:buFont typeface="Arial" panose="020B0604020202020204" pitchFamily="34" charset="0"/>
              <a:buNone/>
              <a:tabLst/>
              <a:defRPr sz="1000" b="0"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113402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71"/>
              </a:spcAft>
              <a:buClr>
                <a:srgbClr val="BF3227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text and/or bullets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AF58B4D-CF73-3949-B1E1-7FB3F7E56BB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1481" y="256677"/>
            <a:ext cx="535076" cy="141426"/>
          </a:xfrm>
        </p:spPr>
        <p:txBody>
          <a:bodyPr tIns="0" bIns="0"/>
          <a:lstStyle>
            <a:lvl1pPr>
              <a:defRPr sz="750" b="1">
                <a:solidFill>
                  <a:schemeClr val="accent1">
                    <a:lumMod val="100000"/>
                  </a:schemeClr>
                </a:solidFill>
              </a:defRPr>
            </a:lvl1pPr>
            <a:lvl2pPr>
              <a:defRPr sz="283" b="1">
                <a:solidFill>
                  <a:schemeClr val="tx2"/>
                </a:solidFill>
              </a:defRPr>
            </a:lvl2pPr>
            <a:lvl3pPr>
              <a:defRPr sz="283" b="1">
                <a:solidFill>
                  <a:schemeClr val="tx2"/>
                </a:solidFill>
              </a:defRPr>
            </a:lvl3pPr>
            <a:lvl4pPr>
              <a:defRPr sz="283" b="1">
                <a:solidFill>
                  <a:schemeClr val="tx2"/>
                </a:solidFill>
              </a:defRPr>
            </a:lvl4pPr>
            <a:lvl5pPr>
              <a:defRPr sz="283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AP #</a:t>
            </a:r>
            <a:endParaRPr lang="en-GB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501961DA-526D-5B42-BC44-BEA5026335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110995" y="2319346"/>
            <a:ext cx="4612318" cy="7524394"/>
          </a:xfrm>
        </p:spPr>
        <p:txBody>
          <a:bodyPr/>
          <a:lstStyle>
            <a:lvl1pPr>
              <a:spcBef>
                <a:spcPts val="0"/>
              </a:spcBef>
              <a:defRPr sz="875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030B0A47-00A4-F14D-A008-334D68C632E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5258408" y="4035315"/>
            <a:ext cx="4612318" cy="2545660"/>
          </a:xfrm>
        </p:spPr>
        <p:txBody>
          <a:bodyPr tIns="36000" bIns="36000"/>
          <a:lstStyle>
            <a:lvl1pPr>
              <a:defRPr sz="75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5EDBC99-51F6-6C44-8F4B-A4C62EE0C46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64926" y="6628132"/>
            <a:ext cx="4612318" cy="198018"/>
          </a:xfrm>
        </p:spPr>
        <p:txBody>
          <a:bodyPr lIns="0" tIns="36000" rIns="0" bIns="0"/>
          <a:lstStyle>
            <a:lvl1pPr>
              <a:spcBef>
                <a:spcPts val="0"/>
              </a:spcBef>
              <a:defRPr sz="750" i="1"/>
            </a:lvl1pPr>
            <a:lvl3pPr>
              <a:defRPr sz="236"/>
            </a:lvl3pPr>
            <a:lvl4pPr>
              <a:defRPr sz="236"/>
            </a:lvl4pPr>
            <a:lvl5pPr>
              <a:defRPr sz="236"/>
            </a:lvl5pPr>
          </a:lstStyle>
          <a:p>
            <a:pPr lvl="0"/>
            <a:r>
              <a:rPr lang="en-US" dirty="0"/>
              <a:t>Enter Caption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753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4762" userDrawn="1">
          <p15:clr>
            <a:srgbClr val="FBAE40"/>
          </p15:clr>
        </p15:guide>
        <p15:guide id="3" pos="927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9083D-30CC-3644-B1E5-FE35EC84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82" y="847393"/>
            <a:ext cx="11449988" cy="356914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chemeClr val="accent1">
                    <a:lumMod val="10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DB6EB01D-8DE1-1241-BDFF-3F429BA0F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0986" y="1329403"/>
            <a:ext cx="11450485" cy="225793"/>
          </a:xfrm>
        </p:spPr>
        <p:txBody>
          <a:bodyPr tIns="0" bIns="36000">
            <a:noAutofit/>
          </a:bodyPr>
          <a:lstStyle>
            <a:lvl1pPr>
              <a:spcBef>
                <a:spcPts val="0"/>
              </a:spcBef>
              <a:defRPr sz="1375" b="0">
                <a:solidFill>
                  <a:schemeClr val="accent2">
                    <a:lumMod val="100000"/>
                  </a:schemeClr>
                </a:solidFill>
              </a:defRPr>
            </a:lvl1pPr>
            <a:lvl2pPr>
              <a:defRPr sz="1559" b="1">
                <a:solidFill>
                  <a:schemeClr val="accent2"/>
                </a:solidFill>
              </a:defRPr>
            </a:lvl2pPr>
            <a:lvl3pPr>
              <a:defRPr sz="1559" b="1">
                <a:solidFill>
                  <a:schemeClr val="accent2"/>
                </a:solidFill>
              </a:defRPr>
            </a:lvl3pPr>
            <a:lvl4pPr>
              <a:defRPr sz="1559" b="1">
                <a:solidFill>
                  <a:schemeClr val="accent2"/>
                </a:solidFill>
              </a:defRPr>
            </a:lvl4pPr>
            <a:lvl5pPr>
              <a:defRPr sz="1559"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 dirty="0"/>
              <a:t>Insert Subtitle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6266BFA-963D-504A-A4CC-943BC1D0F9C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0986" y="1852677"/>
            <a:ext cx="11450485" cy="325279"/>
          </a:xfrm>
        </p:spPr>
        <p:txBody>
          <a:bodyPr tIns="0" bIns="36000"/>
          <a:lstStyle>
            <a:lvl1pPr>
              <a:lnSpc>
                <a:spcPct val="100000"/>
              </a:lnSpc>
              <a:spcBef>
                <a:spcPts val="0"/>
              </a:spcBef>
              <a:defRPr sz="1000" i="1"/>
            </a:lvl1pPr>
            <a:lvl2pPr>
              <a:defRPr sz="283"/>
            </a:lvl2pPr>
            <a:lvl3pPr>
              <a:defRPr sz="283"/>
            </a:lvl3pPr>
            <a:lvl4pPr>
              <a:defRPr sz="283"/>
            </a:lvl4pPr>
            <a:lvl5pPr>
              <a:defRPr sz="283"/>
            </a:lvl5pPr>
          </a:lstStyle>
          <a:p>
            <a:pPr lvl="0"/>
            <a:r>
              <a:rPr lang="en-US" dirty="0"/>
              <a:t>Insert credits</a:t>
            </a: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1FE33B7F-0E46-5F4E-8AD2-E609E11EFB8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9079" y="2319347"/>
            <a:ext cx="4612318" cy="1924667"/>
          </a:xfrm>
        </p:spPr>
        <p:txBody>
          <a:bodyPr/>
          <a:lstStyle>
            <a:lvl1pPr>
              <a:spcBef>
                <a:spcPts val="0"/>
              </a:spcBef>
              <a:defRPr sz="875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ED9F77B-6A48-D24A-866C-5D16A02C13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0985" y="2319346"/>
            <a:ext cx="4612318" cy="7517792"/>
          </a:xfrm>
        </p:spPr>
        <p:txBody>
          <a:bodyPr/>
          <a:lstStyle>
            <a:lvl1pPr>
              <a:spcBef>
                <a:spcPts val="0"/>
              </a:spcBef>
              <a:defRPr sz="1000"/>
            </a:lvl1pPr>
          </a:lstStyle>
          <a:p>
            <a:pPr lvl="0"/>
            <a:r>
              <a:rPr lang="en-US" dirty="0"/>
              <a:t>Insert text and/or bullets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2851C0F6-48B5-714E-8701-BC8ED47DC6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4427" y="256677"/>
            <a:ext cx="674973" cy="141426"/>
          </a:xfrm>
        </p:spPr>
        <p:txBody>
          <a:bodyPr tIns="0" bIns="0"/>
          <a:lstStyle>
            <a:lvl1pPr>
              <a:defRPr sz="750" b="1">
                <a:solidFill>
                  <a:schemeClr val="accent1">
                    <a:lumMod val="100000"/>
                  </a:schemeClr>
                </a:solidFill>
              </a:defRPr>
            </a:lvl1pPr>
            <a:lvl2pPr>
              <a:defRPr sz="283" b="1">
                <a:solidFill>
                  <a:schemeClr val="tx2"/>
                </a:solidFill>
              </a:defRPr>
            </a:lvl2pPr>
            <a:lvl3pPr>
              <a:defRPr sz="283" b="1">
                <a:solidFill>
                  <a:schemeClr val="tx2"/>
                </a:solidFill>
              </a:defRPr>
            </a:lvl3pPr>
            <a:lvl4pPr>
              <a:defRPr sz="283" b="1">
                <a:solidFill>
                  <a:schemeClr val="tx2"/>
                </a:solidFill>
              </a:defRPr>
            </a:lvl4pPr>
            <a:lvl5pPr>
              <a:defRPr sz="283" b="1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AP #</a:t>
            </a:r>
            <a:endParaRPr lang="en-GB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8CA1EFCB-8ACF-6E40-AC95-29787EBC93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02883" y="2361400"/>
            <a:ext cx="3326839" cy="2786491"/>
          </a:xfrm>
        </p:spPr>
        <p:txBody>
          <a:bodyPr wrap="square"/>
          <a:lstStyle>
            <a:lvl1pPr>
              <a:defRPr sz="750"/>
            </a:lvl1pPr>
          </a:lstStyle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9" name="Chart Placeholder 5">
            <a:extLst>
              <a:ext uri="{FF2B5EF4-FFF2-40B4-BE49-F238E27FC236}">
                <a16:creationId xmlns:a16="http://schemas.microsoft.com/office/drawing/2014/main" id="{47E2E74C-A258-4246-BE9B-4EB571ADE04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73402" y="4483690"/>
            <a:ext cx="4612318" cy="2913691"/>
          </a:xfrm>
          <a:ln>
            <a:noFill/>
          </a:ln>
        </p:spPr>
        <p:txBody>
          <a:bodyPr tIns="36000" bIns="36000"/>
          <a:lstStyle>
            <a:lvl1pPr>
              <a:defRPr sz="750">
                <a:ln>
                  <a:noFill/>
                </a:ln>
              </a:defRPr>
            </a:lvl1pPr>
          </a:lstStyle>
          <a:p>
            <a:r>
              <a:rPr lang="en-US"/>
              <a:t>Click icon to add chart</a:t>
            </a:r>
            <a:endParaRPr lang="en-GB" dirty="0"/>
          </a:p>
        </p:txBody>
      </p:sp>
      <p:sp>
        <p:nvSpPr>
          <p:cNvPr id="10" name="Text Placeholder 25">
            <a:extLst>
              <a:ext uri="{FF2B5EF4-FFF2-40B4-BE49-F238E27FC236}">
                <a16:creationId xmlns:a16="http://schemas.microsoft.com/office/drawing/2014/main" id="{A365565E-D9C5-EC47-B909-532C2D2565C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567607" y="2365743"/>
            <a:ext cx="1158930" cy="2782147"/>
          </a:xfrm>
        </p:spPr>
        <p:txBody>
          <a:bodyPr lIns="0" tIns="36000" rIns="0" bIns="0" anchor="b" anchorCtr="0"/>
          <a:lstStyle>
            <a:lvl1pPr>
              <a:spcBef>
                <a:spcPts val="0"/>
              </a:spcBef>
              <a:defRPr sz="750" i="1"/>
            </a:lvl1pPr>
            <a:lvl3pPr>
              <a:defRPr sz="236"/>
            </a:lvl3pPr>
            <a:lvl4pPr>
              <a:defRPr sz="236"/>
            </a:lvl4pPr>
            <a:lvl5pPr>
              <a:defRPr sz="236"/>
            </a:lvl5pPr>
          </a:lstStyle>
          <a:p>
            <a:pPr lvl="0"/>
            <a:r>
              <a:rPr lang="en-US" dirty="0"/>
              <a:t>Enter Caption</a:t>
            </a:r>
            <a:endParaRPr lang="en-GB" dirty="0"/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FC00E8DE-0E87-E147-BCC9-5E2807A2E5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6075" y="7482661"/>
            <a:ext cx="4612318" cy="308793"/>
          </a:xfrm>
        </p:spPr>
        <p:txBody>
          <a:bodyPr lIns="0" tIns="36000" rIns="0" bIns="0"/>
          <a:lstStyle>
            <a:lvl1pPr>
              <a:spcBef>
                <a:spcPts val="0"/>
              </a:spcBef>
              <a:defRPr sz="750" i="1"/>
            </a:lvl1pPr>
            <a:lvl3pPr>
              <a:defRPr sz="236"/>
            </a:lvl3pPr>
            <a:lvl4pPr>
              <a:defRPr sz="236"/>
            </a:lvl4pPr>
            <a:lvl5pPr>
              <a:defRPr sz="236"/>
            </a:lvl5pPr>
          </a:lstStyle>
          <a:p>
            <a:pPr lvl="0"/>
            <a:r>
              <a:rPr lang="en-US" dirty="0"/>
              <a:t>Enter Caption</a:t>
            </a:r>
            <a:endParaRPr lang="en-GB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78B91C23-727B-8641-A2AF-8D8FFCE2683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117536" y="5348401"/>
            <a:ext cx="4612318" cy="4487768"/>
          </a:xfrm>
        </p:spPr>
        <p:txBody>
          <a:bodyPr/>
          <a:lstStyle>
            <a:lvl1pPr>
              <a:spcBef>
                <a:spcPts val="0"/>
              </a:spcBef>
              <a:defRPr sz="750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765BECA1-B120-E344-9766-8BA4A7854E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64926" y="8002399"/>
            <a:ext cx="4612318" cy="1838454"/>
          </a:xfrm>
        </p:spPr>
        <p:txBody>
          <a:bodyPr/>
          <a:lstStyle>
            <a:lvl1pPr>
              <a:spcBef>
                <a:spcPts val="0"/>
              </a:spcBef>
              <a:defRPr sz="875"/>
            </a:lvl1pPr>
          </a:lstStyle>
          <a:p>
            <a:pPr lvl="0"/>
            <a:r>
              <a:rPr lang="en-GB" dirty="0"/>
              <a:t>Insert text and/or bullets</a:t>
            </a:r>
          </a:p>
        </p:txBody>
      </p:sp>
    </p:spTree>
    <p:extLst>
      <p:ext uri="{BB962C8B-B14F-4D97-AF65-F5344CB8AC3E}">
        <p14:creationId xmlns:p14="http://schemas.microsoft.com/office/powerpoint/2010/main" val="1275500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476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20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B4D81A-F4F7-4028-5B89-F9A7216FB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209" y="1"/>
            <a:ext cx="8504634" cy="106918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" y="930897"/>
            <a:ext cx="4391855" cy="1650507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374" y="4319613"/>
            <a:ext cx="13630008" cy="1026294"/>
          </a:xfrm>
        </p:spPr>
        <p:txBody>
          <a:bodyPr lIns="0" tIns="0" rIns="0" bIns="0"/>
          <a:lstStyle>
            <a:lvl1pPr>
              <a:defRPr sz="7276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title</a:t>
            </a:r>
            <a:endParaRPr lang="de-CH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5375" y="6500037"/>
            <a:ext cx="13630008" cy="844786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3969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a subtitle</a:t>
            </a:r>
            <a:endParaRPr lang="de-CH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5373" y="8466691"/>
            <a:ext cx="7322751" cy="628832"/>
          </a:xfrm>
        </p:spPr>
        <p:txBody>
          <a:bodyPr lIns="0" tIns="0" rIns="0" bIns="0"/>
          <a:lstStyle>
            <a:lvl1pPr>
              <a:buNone/>
              <a:defRPr sz="3308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9138" y="930897"/>
            <a:ext cx="4391855" cy="16505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4343" y="9292639"/>
            <a:ext cx="7323435" cy="63029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8777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8" y="930897"/>
            <a:ext cx="4391855" cy="1650507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374" y="4319613"/>
            <a:ext cx="13630008" cy="1026294"/>
          </a:xfrm>
        </p:spPr>
        <p:txBody>
          <a:bodyPr lIns="0" tIns="0" rIns="0" bIns="0"/>
          <a:lstStyle>
            <a:lvl1pPr>
              <a:defRPr sz="7276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endParaRPr lang="de-CH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5375" y="6500037"/>
            <a:ext cx="13630008" cy="844786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3969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a subtitle</a:t>
            </a:r>
            <a:endParaRPr lang="de-CH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5373" y="8466691"/>
            <a:ext cx="7322751" cy="628832"/>
          </a:xfrm>
        </p:spPr>
        <p:txBody>
          <a:bodyPr lIns="0" tIns="0" rIns="0" bIns="0"/>
          <a:lstStyle>
            <a:lvl1pPr>
              <a:buNone/>
              <a:defRPr sz="3308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19140" y="930897"/>
            <a:ext cx="4391850" cy="16505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74343" y="9292639"/>
            <a:ext cx="7323435" cy="630290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2222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_Divider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44190B-4DC9-2E28-0BE0-4A1CB062F6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209" y="1"/>
            <a:ext cx="8504634" cy="10691813"/>
          </a:xfrm>
          <a:prstGeom prst="rect">
            <a:avLst/>
          </a:prstGeom>
        </p:spPr>
      </p:pic>
      <p:sp>
        <p:nvSpPr>
          <p:cNvPr id="5" name="Title 10">
            <a:extLst>
              <a:ext uri="{FF2B5EF4-FFF2-40B4-BE49-F238E27FC236}">
                <a16:creationId xmlns:a16="http://schemas.microsoft.com/office/drawing/2014/main" id="{258D4EC0-2AA2-172B-3474-E52D57E35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5374" y="1564265"/>
            <a:ext cx="8967292" cy="2513195"/>
          </a:xfrm>
        </p:spPr>
        <p:txBody>
          <a:bodyPr lIns="0" tIns="0" rIns="0" bIns="0"/>
          <a:lstStyle>
            <a:lvl1pPr>
              <a:defRPr sz="7276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03892-6641-83D0-10BB-64FF2E68C7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2278427" y="9347058"/>
            <a:ext cx="2380741" cy="89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01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>
            <a:extLst>
              <a:ext uri="{FF2B5EF4-FFF2-40B4-BE49-F238E27FC236}">
                <a16:creationId xmlns:a16="http://schemas.microsoft.com/office/drawing/2014/main" id="{2EA09857-0CA6-780E-4E27-2143EBE43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3051" y="1564265"/>
            <a:ext cx="8967292" cy="2513195"/>
          </a:xfrm>
        </p:spPr>
        <p:txBody>
          <a:bodyPr lIns="0" tIns="0" rIns="0" bIns="0"/>
          <a:lstStyle>
            <a:lvl1pPr>
              <a:defRPr sz="7276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281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783050" y="1904069"/>
            <a:ext cx="13622332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7496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7499305" y="1904069"/>
            <a:ext cx="6906077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2A84D25-DDE2-780F-AF4D-92F765C17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2828" y="1904071"/>
            <a:ext cx="6537984" cy="7095140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3712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050" y="1475528"/>
            <a:ext cx="13622332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308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050" y="2247624"/>
            <a:ext cx="13622332" cy="676452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24095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Text indi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050" y="1475528"/>
            <a:ext cx="13622332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308" b="1">
                <a:solidFill>
                  <a:schemeClr val="bg1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050" y="2247624"/>
            <a:ext cx="13622332" cy="676452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9CDB0-C415-9C00-27B3-704F2A1C53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278427" y="9347058"/>
            <a:ext cx="2380741" cy="89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54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3050" y="1475528"/>
            <a:ext cx="13622332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308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050" y="2247624"/>
            <a:ext cx="13622332" cy="676452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87A6D-D2D9-D477-4025-75D9C2DD7E6C}"/>
              </a:ext>
            </a:extLst>
          </p:cNvPr>
          <p:cNvSpPr/>
          <p:nvPr userDrawn="1"/>
        </p:nvSpPr>
        <p:spPr>
          <a:xfrm>
            <a:off x="10019226" y="1"/>
            <a:ext cx="736325" cy="10691813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5119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3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0BD5863-132B-9E24-707C-20F5EA092A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756789" y="1"/>
            <a:ext cx="4362562" cy="106918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9979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27" y="569241"/>
            <a:ext cx="13622554" cy="1026294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2AFDDF-3698-47D2-3627-A45D53AE5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050" y="2261499"/>
            <a:ext cx="13622332" cy="6737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A6544-18DC-3CD4-6AE5-3F069492CD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3B7C-10DD-D96A-B851-7438B248F9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73C1E11-48D1-B5E8-31F5-9D83FEBB5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3050" y="1475528"/>
            <a:ext cx="13622332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308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673875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3A8296-DAA0-EA4B-0EB4-E3644CDC8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2828" y="1904071"/>
            <a:ext cx="6537984" cy="7095140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8C33A2A-FF60-B961-6033-B844322601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98544" y="1904068"/>
            <a:ext cx="6606842" cy="709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B0E66-B7A9-882D-FDE9-1F3C2A9817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EC3E9-22B3-FBB8-6FA3-90C7A8C0F6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38745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219" userDrawn="1">
          <p15:clr>
            <a:srgbClr val="FBAE40"/>
          </p15:clr>
        </p15:guide>
        <p15:guide id="4" pos="236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0947-DCF8-097C-DD13-84158B653B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27" y="569241"/>
            <a:ext cx="13622554" cy="10262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49ACBA-AB67-B261-0ED3-2067A00B5A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" y="1917998"/>
            <a:ext cx="10902605" cy="7094146"/>
          </a:xfrm>
          <a:prstGeom prst="roundRect">
            <a:avLst>
              <a:gd name="adj" fmla="val 0"/>
            </a:avLst>
          </a:prstGeom>
          <a:effectLst>
            <a:softEdge rad="0"/>
          </a:effectLst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40095B-0699-FBE0-2925-1DFD62B632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32148" y="1917998"/>
            <a:ext cx="3273234" cy="709414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4D4F0-BB52-2D28-2604-8E591F54E1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8B752-A962-8143-25FD-4ADF451E0E0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85983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13ED-ED31-BFA1-D374-C723C949E0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2400E9F1-8329-271F-5A8A-782FEA66DC6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" y="1917998"/>
            <a:ext cx="15119348" cy="7098029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D5F3EA-C07A-CE4F-C6F9-7A8C6972B3A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CDFC50C-2F73-2188-0112-41571673F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92850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C7BF98-D031-7199-3344-9E91340F5B3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98540" y="1917269"/>
            <a:ext cx="7320811" cy="656028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6A466F9-9A06-768E-B229-561CE4FA2F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2969" y="8773817"/>
            <a:ext cx="6497843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19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2333E61-170C-3E12-37E7-4DA427475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" y="1917997"/>
            <a:ext cx="7320812" cy="6559759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8F9B7B-B1BB-AC22-49DF-2A5EC85A5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98542" y="8773817"/>
            <a:ext cx="6568463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19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A8C32-51D8-18CB-9A8B-8801E103273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7FAFB-A9BA-32D1-4589-64FD3BF809E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04124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219" userDrawn="1">
          <p15:clr>
            <a:srgbClr val="FBAE40"/>
          </p15:clr>
        </p15:guide>
        <p15:guide id="4" pos="236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A6DDA9-7BE9-F15A-CF8F-C29988B321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2828" y="1917271"/>
            <a:ext cx="6522235" cy="7319273"/>
          </a:xfrm>
        </p:spPr>
        <p:txBody>
          <a:bodyPr/>
          <a:lstStyle>
            <a:lvl1pPr marL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514A1-72FF-F9A8-3580-2295F1341D7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BB4ED-CE4C-A5A2-A846-823B219395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4B4D148E-07FB-04E6-902F-A6A028B4B5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798540" y="1917269"/>
            <a:ext cx="7320811" cy="656028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814E36-13EA-F48C-32D9-CE387CBF3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98542" y="8773817"/>
            <a:ext cx="6568463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19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2795790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219" userDrawn="1">
          <p15:clr>
            <a:srgbClr val="FBAE40"/>
          </p15:clr>
        </p15:guide>
        <p15:guide id="4" pos="2363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24FFA915-C129-2D51-9359-FED1D7392D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917996"/>
            <a:ext cx="4657202" cy="6610222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8F3138C-EC75-E351-A419-029A2CC4AAE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231147" y="1917998"/>
            <a:ext cx="4657202" cy="6610220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16BBD0-D784-74E1-902A-EEEECC3C705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62150" y="1917999"/>
            <a:ext cx="4657202" cy="6610217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6DFF9EA-F83D-2A82-D3A4-ACAFE11BE5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2969" y="8773817"/>
            <a:ext cx="3834234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19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7973893-BFCF-629D-BE66-EE5C7E3150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31146" y="8796468"/>
            <a:ext cx="3834234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19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D85CCB9-91F4-9D91-727E-1376EFBD8C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462148" y="8800735"/>
            <a:ext cx="3834234" cy="4297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19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DEA67-EF55-1E23-FBDD-E30600DCC69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24AB2-0A09-492A-5FE4-8CA1EDE241A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153983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Half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E54810-BE73-1D04-5EF6-4D987B2664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91433" y="1"/>
            <a:ext cx="7327918" cy="1069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3048" y="2261499"/>
            <a:ext cx="6716256" cy="6975042"/>
          </a:xfrm>
        </p:spPr>
        <p:txBody>
          <a:bodyPr/>
          <a:lstStyle>
            <a:lvl1pPr marL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add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9FC8D6-4E33-D1D1-A26F-555CBFC4F4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2828" y="569241"/>
            <a:ext cx="6716478" cy="10262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98F3CB-F243-8D8F-E004-9C414535A9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1252425" y="9681918"/>
            <a:ext cx="6246880" cy="569240"/>
          </a:xfrm>
        </p:spPr>
        <p:txBody>
          <a:bodyPr/>
          <a:lstStyle/>
          <a:p>
            <a:endParaRPr lang="de-CH" sz="1488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E55C4-DEB7-3BEF-8134-6B73A6972E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83F5FA1-0965-6354-AB11-058F2079E5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3048" y="1475528"/>
            <a:ext cx="6716256" cy="56759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308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6701122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Halfpage Pictu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499305" y="1904071"/>
            <a:ext cx="6906077" cy="71080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FE2399D-8924-B185-5D32-0198F05CBF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3409" y="1"/>
            <a:ext cx="7327918" cy="1069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40A969-D0A9-6427-9590-B56A9CE49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99305" y="569241"/>
            <a:ext cx="6906077" cy="102629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845E3-6098-0535-7144-0E21452577E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349848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B0D39E-89B4-DA99-4B61-F6ECE18D76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2826" y="1918962"/>
            <a:ext cx="4167757" cy="7317578"/>
          </a:xfrm>
        </p:spPr>
        <p:txBody>
          <a:bodyPr/>
          <a:lstStyle>
            <a:lvl1pPr marL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218277" y="1904069"/>
            <a:ext cx="9187105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87884-C944-5102-98EA-C08242B56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363D9-340F-C445-0A7F-E06D418067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359984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82823" y="1904069"/>
            <a:ext cx="13622554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71942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82825" y="1904069"/>
            <a:ext cx="6388833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EECB708F-E472-2D2A-7929-5EAE022CC17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7994363" y="1904069"/>
            <a:ext cx="6388833" cy="7108076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998629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red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3353C7-BB70-EFB0-958E-885B405D5A24}"/>
              </a:ext>
            </a:extLst>
          </p:cNvPr>
          <p:cNvSpPr/>
          <p:nvPr userDrawn="1"/>
        </p:nvSpPr>
        <p:spPr>
          <a:xfrm>
            <a:off x="7865263" y="1880965"/>
            <a:ext cx="6556252" cy="7108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977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CB08AE-5B25-43E9-697E-63AD96A0C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FC5528-0561-DC8B-6842-DEF3940C5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9917F-9BB4-1BC3-B624-88CB7F03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AAD22-3F8B-E460-BDA0-48C87E1F52E9}"/>
              </a:ext>
            </a:extLst>
          </p:cNvPr>
          <p:cNvSpPr/>
          <p:nvPr userDrawn="1"/>
        </p:nvSpPr>
        <p:spPr>
          <a:xfrm>
            <a:off x="774345" y="1904069"/>
            <a:ext cx="6556252" cy="710807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977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1595B8-58A3-B211-A78D-D5474FCE12AE}"/>
              </a:ext>
            </a:extLst>
          </p:cNvPr>
          <p:cNvCxnSpPr>
            <a:cxnSpLocks/>
          </p:cNvCxnSpPr>
          <p:nvPr userDrawn="1"/>
        </p:nvCxnSpPr>
        <p:spPr>
          <a:xfrm>
            <a:off x="7891245" y="1880965"/>
            <a:ext cx="0" cy="715097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319AE-BE18-DADE-CFED-D8BFB8C45C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10447" y="2082459"/>
            <a:ext cx="6071244" cy="680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B0D24D-A5E4-132E-326B-76473F38EBD6}"/>
              </a:ext>
            </a:extLst>
          </p:cNvPr>
          <p:cNvCxnSpPr>
            <a:cxnSpLocks/>
          </p:cNvCxnSpPr>
          <p:nvPr userDrawn="1"/>
        </p:nvCxnSpPr>
        <p:spPr>
          <a:xfrm>
            <a:off x="800325" y="1880965"/>
            <a:ext cx="0" cy="7150974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344AF0F4-09E2-63AA-C806-ACE36889E3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5384" y="2082459"/>
            <a:ext cx="6071244" cy="680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82456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s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31B87F-D6EB-EDFE-9616-EEE61432631F}"/>
              </a:ext>
            </a:extLst>
          </p:cNvPr>
          <p:cNvSpPr/>
          <p:nvPr userDrawn="1"/>
        </p:nvSpPr>
        <p:spPr>
          <a:xfrm>
            <a:off x="2" y="1"/>
            <a:ext cx="5188687" cy="106918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977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F3CFC-3397-C570-15CD-38BDDD90E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345" y="1468479"/>
            <a:ext cx="3830187" cy="2486794"/>
          </a:xfrm>
        </p:spPr>
        <p:txBody>
          <a:bodyPr/>
          <a:lstStyle>
            <a:lvl1pPr>
              <a:defRPr sz="5953"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153CB8-3F26-F854-5DB5-E648EDDBA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A3962-2304-ED01-335C-C94A8250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898640-EC61-03CA-C6EA-4D493D5CB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50114" y="1468477"/>
            <a:ext cx="7501927" cy="2088862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98BA07-508D-3620-7892-53D3C12E5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50114" y="4168277"/>
            <a:ext cx="7501927" cy="2088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F3B46BB-68B9-55AB-DED7-20E7736D77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50114" y="6868077"/>
            <a:ext cx="7501927" cy="2088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8A3BCD-2D9B-A38E-AEDD-3A81E3534B63}"/>
              </a:ext>
            </a:extLst>
          </p:cNvPr>
          <p:cNvCxnSpPr>
            <a:cxnSpLocks/>
          </p:cNvCxnSpPr>
          <p:nvPr userDrawn="1"/>
        </p:nvCxnSpPr>
        <p:spPr>
          <a:xfrm>
            <a:off x="6001210" y="1427823"/>
            <a:ext cx="0" cy="2170167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930FEE-CE76-24EB-785D-7FA05359EFF2}"/>
              </a:ext>
            </a:extLst>
          </p:cNvPr>
          <p:cNvCxnSpPr>
            <a:cxnSpLocks/>
          </p:cNvCxnSpPr>
          <p:nvPr userDrawn="1"/>
        </p:nvCxnSpPr>
        <p:spPr>
          <a:xfrm>
            <a:off x="6001210" y="4127622"/>
            <a:ext cx="0" cy="2170167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F0AAA4-E3F0-0261-6D3C-B5D9430533CA}"/>
              </a:ext>
            </a:extLst>
          </p:cNvPr>
          <p:cNvCxnSpPr>
            <a:cxnSpLocks/>
          </p:cNvCxnSpPr>
          <p:nvPr userDrawn="1"/>
        </p:nvCxnSpPr>
        <p:spPr>
          <a:xfrm>
            <a:off x="6001210" y="6827422"/>
            <a:ext cx="0" cy="2170167"/>
          </a:xfrm>
          <a:prstGeom prst="line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0520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ored Tex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B8F8-1379-2E6C-FF2A-E4C3C8AFB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54153-A7A7-35B0-970F-73A76C5B2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3B0B9-0363-A225-6B3E-CC4DB2EC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7E0682-A2BC-60AC-AB25-B66C56A9BC57}"/>
              </a:ext>
            </a:extLst>
          </p:cNvPr>
          <p:cNvSpPr/>
          <p:nvPr userDrawn="1"/>
        </p:nvSpPr>
        <p:spPr>
          <a:xfrm>
            <a:off x="782828" y="1904069"/>
            <a:ext cx="6444681" cy="3294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977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F340E-E584-01B3-B27B-5CC6CB446E3D}"/>
              </a:ext>
            </a:extLst>
          </p:cNvPr>
          <p:cNvSpPr/>
          <p:nvPr userDrawn="1"/>
        </p:nvSpPr>
        <p:spPr>
          <a:xfrm>
            <a:off x="774344" y="5717905"/>
            <a:ext cx="6444681" cy="3294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977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B78F2A-B3C9-C05C-CB05-8345F4DF651B}"/>
              </a:ext>
            </a:extLst>
          </p:cNvPr>
          <p:cNvSpPr/>
          <p:nvPr userDrawn="1"/>
        </p:nvSpPr>
        <p:spPr>
          <a:xfrm>
            <a:off x="7781254" y="1904069"/>
            <a:ext cx="6444681" cy="3294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977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05DE6E-CF65-53C8-2623-55AA8BA31AA7}"/>
              </a:ext>
            </a:extLst>
          </p:cNvPr>
          <p:cNvSpPr/>
          <p:nvPr userDrawn="1"/>
        </p:nvSpPr>
        <p:spPr>
          <a:xfrm>
            <a:off x="7781254" y="5717901"/>
            <a:ext cx="6444681" cy="3294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977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3D9F00-3690-8830-416B-CDEC1AA2FF3B}"/>
              </a:ext>
            </a:extLst>
          </p:cNvPr>
          <p:cNvCxnSpPr/>
          <p:nvPr userDrawn="1"/>
        </p:nvCxnSpPr>
        <p:spPr>
          <a:xfrm>
            <a:off x="774342" y="1904069"/>
            <a:ext cx="0" cy="32942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AB629F-4098-24B4-BFE9-F259C8ADDFD1}"/>
              </a:ext>
            </a:extLst>
          </p:cNvPr>
          <p:cNvCxnSpPr/>
          <p:nvPr userDrawn="1"/>
        </p:nvCxnSpPr>
        <p:spPr>
          <a:xfrm>
            <a:off x="774342" y="5717901"/>
            <a:ext cx="0" cy="32942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8DAAB2-3E22-3865-FF8E-164D648EA46B}"/>
              </a:ext>
            </a:extLst>
          </p:cNvPr>
          <p:cNvCxnSpPr/>
          <p:nvPr userDrawn="1"/>
        </p:nvCxnSpPr>
        <p:spPr>
          <a:xfrm>
            <a:off x="7781252" y="1904069"/>
            <a:ext cx="0" cy="32942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C1E4B7-91F9-70B7-FD63-980336DB9689}"/>
              </a:ext>
            </a:extLst>
          </p:cNvPr>
          <p:cNvCxnSpPr/>
          <p:nvPr userDrawn="1"/>
        </p:nvCxnSpPr>
        <p:spPr>
          <a:xfrm>
            <a:off x="7781252" y="5717898"/>
            <a:ext cx="0" cy="3294240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1FB079DC-8BB0-65B7-AE1A-F8F1A77A28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10447" y="2115121"/>
            <a:ext cx="5956705" cy="2931920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5F3AEAE-BD58-FD15-030D-6A3EE23644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52202" y="2115121"/>
            <a:ext cx="5956705" cy="2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8AB4EDA8-C71E-2174-3085-FDC7848647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10445" y="5899054"/>
            <a:ext cx="5956705" cy="2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78AB8E-79BF-8432-4D99-5A4788438C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52202" y="5920154"/>
            <a:ext cx="5956705" cy="2931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587482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BB44-F435-7C5D-7CDE-02C1B041D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5CA3D-CEBD-4CDF-E493-BB3FC2E50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5EDCE-2F15-A315-EAA6-7DDF3034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0A2EE4A3-DD96-7DCA-2BCE-D83BCC01D7FA}"/>
              </a:ext>
            </a:extLst>
          </p:cNvPr>
          <p:cNvSpPr/>
          <p:nvPr userDrawn="1"/>
        </p:nvSpPr>
        <p:spPr>
          <a:xfrm>
            <a:off x="803215" y="1904069"/>
            <a:ext cx="4252318" cy="7005777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232" dirty="0"/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76D37D87-F8E5-7902-0908-E837E8E0B7E6}"/>
              </a:ext>
            </a:extLst>
          </p:cNvPr>
          <p:cNvSpPr/>
          <p:nvPr userDrawn="1"/>
        </p:nvSpPr>
        <p:spPr>
          <a:xfrm>
            <a:off x="782828" y="1904069"/>
            <a:ext cx="114885" cy="7005777"/>
          </a:xfrm>
          <a:prstGeom prst="rect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232" dirty="0"/>
          </a:p>
        </p:txBody>
      </p:sp>
      <p:sp>
        <p:nvSpPr>
          <p:cNvPr id="7" name="Rectangle: Rounded Corners 7">
            <a:extLst>
              <a:ext uri="{FF2B5EF4-FFF2-40B4-BE49-F238E27FC236}">
                <a16:creationId xmlns:a16="http://schemas.microsoft.com/office/drawing/2014/main" id="{73D55287-7CE8-372E-376E-2877E46082E5}"/>
              </a:ext>
            </a:extLst>
          </p:cNvPr>
          <p:cNvSpPr/>
          <p:nvPr userDrawn="1"/>
        </p:nvSpPr>
        <p:spPr>
          <a:xfrm>
            <a:off x="5339020" y="1904069"/>
            <a:ext cx="4252318" cy="7005777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232"/>
          </a:p>
        </p:txBody>
      </p:sp>
      <p:sp>
        <p:nvSpPr>
          <p:cNvPr id="8" name="Rectangle: Rounded Corners 8">
            <a:extLst>
              <a:ext uri="{FF2B5EF4-FFF2-40B4-BE49-F238E27FC236}">
                <a16:creationId xmlns:a16="http://schemas.microsoft.com/office/drawing/2014/main" id="{A4B7E36A-9B92-16BD-7CB3-2A106618EE33}"/>
              </a:ext>
            </a:extLst>
          </p:cNvPr>
          <p:cNvSpPr/>
          <p:nvPr userDrawn="1"/>
        </p:nvSpPr>
        <p:spPr>
          <a:xfrm>
            <a:off x="5336396" y="1904069"/>
            <a:ext cx="97121" cy="7005777"/>
          </a:xfrm>
          <a:prstGeom prst="rect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232"/>
          </a:p>
        </p:txBody>
      </p: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B798DE3C-DC37-23A7-A7CC-DDAFF916EB26}"/>
              </a:ext>
            </a:extLst>
          </p:cNvPr>
          <p:cNvSpPr/>
          <p:nvPr userDrawn="1"/>
        </p:nvSpPr>
        <p:spPr>
          <a:xfrm>
            <a:off x="9874825" y="1904069"/>
            <a:ext cx="4252318" cy="7005777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232"/>
          </a:p>
        </p:txBody>
      </p:sp>
      <p:sp>
        <p:nvSpPr>
          <p:cNvPr id="10" name="Rectangle: Rounded Corners 12">
            <a:extLst>
              <a:ext uri="{FF2B5EF4-FFF2-40B4-BE49-F238E27FC236}">
                <a16:creationId xmlns:a16="http://schemas.microsoft.com/office/drawing/2014/main" id="{4C7C1F9A-4756-79FD-40DE-6A5608BFC3E8}"/>
              </a:ext>
            </a:extLst>
          </p:cNvPr>
          <p:cNvSpPr/>
          <p:nvPr userDrawn="1"/>
        </p:nvSpPr>
        <p:spPr>
          <a:xfrm>
            <a:off x="9874826" y="1904069"/>
            <a:ext cx="94496" cy="7005777"/>
          </a:xfrm>
          <a:prstGeom prst="rect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2232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FD0970-113A-3988-6DB8-073AC7A28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10329" y="2151632"/>
            <a:ext cx="3758839" cy="6517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3ED4C84-4F4E-8928-F931-9EF23523C8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85761" y="2151635"/>
            <a:ext cx="3758839" cy="65173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812056F-9A3A-3BF3-673E-57EEEFC6FC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250184" y="2151634"/>
            <a:ext cx="3758839" cy="6517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276202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C3F2323D-F148-D56F-19D4-FCBB34F56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34700" y="4086973"/>
            <a:ext cx="1554544" cy="195433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113395" tIns="56698" rIns="113395" bIns="56698" numCol="1" anchor="t" anchorCtr="0" compatLnSpc="1">
            <a:prstTxWarp prst="textNoShape">
              <a:avLst/>
            </a:prstTxWarp>
          </a:bodyPr>
          <a:lstStyle/>
          <a:p>
            <a:pPr defTabSz="755980"/>
            <a:endParaRPr lang="en-US" sz="2232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6" name="Oval 6">
            <a:extLst>
              <a:ext uri="{FF2B5EF4-FFF2-40B4-BE49-F238E27FC236}">
                <a16:creationId xmlns:a16="http://schemas.microsoft.com/office/drawing/2014/main" id="{DB4E3B2C-16B3-2F7C-4423-03D625EC60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81353" y="4086973"/>
            <a:ext cx="1556652" cy="195433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113395" tIns="56698" rIns="113395" bIns="56698" numCol="1" anchor="t" anchorCtr="0" compatLnSpc="1">
            <a:prstTxWarp prst="textNoShape">
              <a:avLst/>
            </a:prstTxWarp>
          </a:bodyPr>
          <a:lstStyle/>
          <a:p>
            <a:pPr defTabSz="755980"/>
            <a:endParaRPr lang="en-US" sz="2232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7" name="Oval 7">
            <a:extLst>
              <a:ext uri="{FF2B5EF4-FFF2-40B4-BE49-F238E27FC236}">
                <a16:creationId xmlns:a16="http://schemas.microsoft.com/office/drawing/2014/main" id="{E9CEFFE1-1FAD-7A6D-B6D7-C07DEFCFB2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930117" y="4086973"/>
            <a:ext cx="1554544" cy="195433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113395" tIns="56698" rIns="113395" bIns="56698" numCol="1" anchor="t" anchorCtr="0" compatLnSpc="1">
            <a:prstTxWarp prst="textNoShape">
              <a:avLst/>
            </a:prstTxWarp>
          </a:bodyPr>
          <a:lstStyle/>
          <a:p>
            <a:pPr defTabSz="755980"/>
            <a:endParaRPr lang="en-US" sz="2232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8" name="Oval 8">
            <a:extLst>
              <a:ext uri="{FF2B5EF4-FFF2-40B4-BE49-F238E27FC236}">
                <a16:creationId xmlns:a16="http://schemas.microsoft.com/office/drawing/2014/main" id="{E17FDB97-37B8-99D8-D44B-C7593BB4EF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208028" y="5518911"/>
            <a:ext cx="1554544" cy="195698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113395" tIns="56698" rIns="113395" bIns="56698" numCol="1" anchor="t" anchorCtr="0" compatLnSpc="1">
            <a:prstTxWarp prst="textNoShape">
              <a:avLst/>
            </a:prstTxWarp>
          </a:bodyPr>
          <a:lstStyle/>
          <a:p>
            <a:pPr defTabSz="755980"/>
            <a:endParaRPr lang="en-US" sz="2232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A87770F1-E658-290C-8E77-142E774F12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356789" y="5518911"/>
            <a:ext cx="1554544" cy="19569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113395" tIns="56698" rIns="113395" bIns="56698" numCol="1" anchor="t" anchorCtr="0" compatLnSpc="1">
            <a:prstTxWarp prst="textNoShape">
              <a:avLst/>
            </a:prstTxWarp>
          </a:bodyPr>
          <a:lstStyle/>
          <a:p>
            <a:pPr defTabSz="755980"/>
            <a:endParaRPr lang="en-US" sz="2232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40" name="Freeform 14">
            <a:extLst>
              <a:ext uri="{FF2B5EF4-FFF2-40B4-BE49-F238E27FC236}">
                <a16:creationId xmlns:a16="http://schemas.microsoft.com/office/drawing/2014/main" id="{57A3D1B2-62D6-3E6B-E793-DD0D2BF1C3C8}"/>
              </a:ext>
            </a:extLst>
          </p:cNvPr>
          <p:cNvSpPr>
            <a:spLocks/>
          </p:cNvSpPr>
          <p:nvPr userDrawn="1"/>
        </p:nvSpPr>
        <p:spPr bwMode="auto">
          <a:xfrm>
            <a:off x="0" y="3429342"/>
            <a:ext cx="15119350" cy="4701535"/>
          </a:xfrm>
          <a:custGeom>
            <a:avLst/>
            <a:gdLst>
              <a:gd name="T0" fmla="*/ 0 w 7680"/>
              <a:gd name="T1" fmla="*/ 654 h 1897"/>
              <a:gd name="T2" fmla="*/ 571 w 7680"/>
              <a:gd name="T3" fmla="*/ 654 h 1897"/>
              <a:gd name="T4" fmla="*/ 571 w 7680"/>
              <a:gd name="T5" fmla="*/ 654 h 1897"/>
              <a:gd name="T6" fmla="*/ 1225 w 7680"/>
              <a:gd name="T7" fmla="*/ 0 h 1897"/>
              <a:gd name="T8" fmla="*/ 1225 w 7680"/>
              <a:gd name="T9" fmla="*/ 0 h 1897"/>
              <a:gd name="T10" fmla="*/ 1879 w 7680"/>
              <a:gd name="T11" fmla="*/ 654 h 1897"/>
              <a:gd name="T12" fmla="*/ 1879 w 7680"/>
              <a:gd name="T13" fmla="*/ 1243 h 1897"/>
              <a:gd name="T14" fmla="*/ 2532 w 7680"/>
              <a:gd name="T15" fmla="*/ 1897 h 1897"/>
              <a:gd name="T16" fmla="*/ 2532 w 7680"/>
              <a:gd name="T17" fmla="*/ 1897 h 1897"/>
              <a:gd name="T18" fmla="*/ 3186 w 7680"/>
              <a:gd name="T19" fmla="*/ 1243 h 1897"/>
              <a:gd name="T20" fmla="*/ 3186 w 7680"/>
              <a:gd name="T21" fmla="*/ 654 h 1897"/>
              <a:gd name="T22" fmla="*/ 3840 w 7680"/>
              <a:gd name="T23" fmla="*/ 0 h 1897"/>
              <a:gd name="T24" fmla="*/ 3840 w 7680"/>
              <a:gd name="T25" fmla="*/ 0 h 1897"/>
              <a:gd name="T26" fmla="*/ 4494 w 7680"/>
              <a:gd name="T27" fmla="*/ 654 h 1897"/>
              <a:gd name="T28" fmla="*/ 4494 w 7680"/>
              <a:gd name="T29" fmla="*/ 1243 h 1897"/>
              <a:gd name="T30" fmla="*/ 5148 w 7680"/>
              <a:gd name="T31" fmla="*/ 1897 h 1897"/>
              <a:gd name="T32" fmla="*/ 5148 w 7680"/>
              <a:gd name="T33" fmla="*/ 1897 h 1897"/>
              <a:gd name="T34" fmla="*/ 5801 w 7680"/>
              <a:gd name="T35" fmla="*/ 1243 h 1897"/>
              <a:gd name="T36" fmla="*/ 5801 w 7680"/>
              <a:gd name="T37" fmla="*/ 654 h 1897"/>
              <a:gd name="T38" fmla="*/ 6455 w 7680"/>
              <a:gd name="T39" fmla="*/ 0 h 1897"/>
              <a:gd name="T40" fmla="*/ 6455 w 7680"/>
              <a:gd name="T41" fmla="*/ 0 h 1897"/>
              <a:gd name="T42" fmla="*/ 7109 w 7680"/>
              <a:gd name="T43" fmla="*/ 654 h 1897"/>
              <a:gd name="T44" fmla="*/ 7109 w 7680"/>
              <a:gd name="T45" fmla="*/ 654 h 1897"/>
              <a:gd name="T46" fmla="*/ 7680 w 7680"/>
              <a:gd name="T47" fmla="*/ 654 h 18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680" h="1897">
                <a:moveTo>
                  <a:pt x="0" y="654"/>
                </a:moveTo>
                <a:cubicBezTo>
                  <a:pt x="571" y="654"/>
                  <a:pt x="571" y="654"/>
                  <a:pt x="571" y="654"/>
                </a:cubicBezTo>
                <a:cubicBezTo>
                  <a:pt x="571" y="654"/>
                  <a:pt x="571" y="654"/>
                  <a:pt x="571" y="654"/>
                </a:cubicBezTo>
                <a:cubicBezTo>
                  <a:pt x="571" y="293"/>
                  <a:pt x="864" y="0"/>
                  <a:pt x="1225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586" y="0"/>
                  <a:pt x="1879" y="293"/>
                  <a:pt x="1879" y="654"/>
                </a:cubicBezTo>
                <a:cubicBezTo>
                  <a:pt x="1879" y="1243"/>
                  <a:pt x="1879" y="1243"/>
                  <a:pt x="1879" y="1243"/>
                </a:cubicBezTo>
                <a:cubicBezTo>
                  <a:pt x="1879" y="1604"/>
                  <a:pt x="2171" y="1897"/>
                  <a:pt x="2532" y="1897"/>
                </a:cubicBezTo>
                <a:cubicBezTo>
                  <a:pt x="2532" y="1897"/>
                  <a:pt x="2532" y="1897"/>
                  <a:pt x="2532" y="1897"/>
                </a:cubicBezTo>
                <a:cubicBezTo>
                  <a:pt x="2894" y="1897"/>
                  <a:pt x="3186" y="1604"/>
                  <a:pt x="3186" y="1243"/>
                </a:cubicBezTo>
                <a:cubicBezTo>
                  <a:pt x="3186" y="654"/>
                  <a:pt x="3186" y="654"/>
                  <a:pt x="3186" y="654"/>
                </a:cubicBezTo>
                <a:cubicBezTo>
                  <a:pt x="3186" y="293"/>
                  <a:pt x="3479" y="0"/>
                  <a:pt x="3840" y="0"/>
                </a:cubicBezTo>
                <a:cubicBezTo>
                  <a:pt x="3840" y="0"/>
                  <a:pt x="3840" y="0"/>
                  <a:pt x="3840" y="0"/>
                </a:cubicBezTo>
                <a:cubicBezTo>
                  <a:pt x="4201" y="0"/>
                  <a:pt x="4494" y="293"/>
                  <a:pt x="4494" y="654"/>
                </a:cubicBezTo>
                <a:cubicBezTo>
                  <a:pt x="4494" y="1243"/>
                  <a:pt x="4494" y="1243"/>
                  <a:pt x="4494" y="1243"/>
                </a:cubicBezTo>
                <a:cubicBezTo>
                  <a:pt x="4494" y="1604"/>
                  <a:pt x="4786" y="1897"/>
                  <a:pt x="5148" y="1897"/>
                </a:cubicBezTo>
                <a:cubicBezTo>
                  <a:pt x="5148" y="1897"/>
                  <a:pt x="5148" y="1897"/>
                  <a:pt x="5148" y="1897"/>
                </a:cubicBezTo>
                <a:cubicBezTo>
                  <a:pt x="5509" y="1897"/>
                  <a:pt x="5801" y="1604"/>
                  <a:pt x="5801" y="1243"/>
                </a:cubicBezTo>
                <a:cubicBezTo>
                  <a:pt x="5801" y="654"/>
                  <a:pt x="5801" y="654"/>
                  <a:pt x="5801" y="654"/>
                </a:cubicBezTo>
                <a:cubicBezTo>
                  <a:pt x="5801" y="293"/>
                  <a:pt x="6094" y="0"/>
                  <a:pt x="6455" y="0"/>
                </a:cubicBezTo>
                <a:cubicBezTo>
                  <a:pt x="6455" y="0"/>
                  <a:pt x="6455" y="0"/>
                  <a:pt x="6455" y="0"/>
                </a:cubicBezTo>
                <a:cubicBezTo>
                  <a:pt x="6816" y="0"/>
                  <a:pt x="7109" y="293"/>
                  <a:pt x="7109" y="654"/>
                </a:cubicBezTo>
                <a:cubicBezTo>
                  <a:pt x="7109" y="654"/>
                  <a:pt x="7109" y="654"/>
                  <a:pt x="7109" y="654"/>
                </a:cubicBezTo>
                <a:cubicBezTo>
                  <a:pt x="7680" y="654"/>
                  <a:pt x="7680" y="654"/>
                  <a:pt x="7680" y="654"/>
                </a:cubicBezTo>
              </a:path>
            </a:pathLst>
          </a:custGeom>
          <a:noFill/>
          <a:ln w="317500" cap="flat">
            <a:solidFill>
              <a:schemeClr val="tx2">
                <a:lumMod val="10000"/>
                <a:lumOff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13395" tIns="56698" rIns="113395" bIns="56698" numCol="1" anchor="t" anchorCtr="0" compatLnSpc="1">
            <a:prstTxWarp prst="textNoShape">
              <a:avLst/>
            </a:prstTxWarp>
          </a:bodyPr>
          <a:lstStyle/>
          <a:p>
            <a:pPr defTabSz="755980"/>
            <a:endParaRPr lang="en-US" sz="2232">
              <a:solidFill>
                <a:srgbClr val="000000"/>
              </a:solidFill>
              <a:latin typeface="Aptos" panose="02110004020202020204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E51E402-F3F4-35F5-DC54-AB59D05D1DBD}"/>
              </a:ext>
            </a:extLst>
          </p:cNvPr>
          <p:cNvCxnSpPr/>
          <p:nvPr userDrawn="1"/>
        </p:nvCxnSpPr>
        <p:spPr>
          <a:xfrm>
            <a:off x="2399030" y="5800201"/>
            <a:ext cx="0" cy="1185310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4EE6C8-0997-66D9-B8B7-D1DBF03A2E41}"/>
              </a:ext>
            </a:extLst>
          </p:cNvPr>
          <p:cNvCxnSpPr/>
          <p:nvPr userDrawn="1"/>
        </p:nvCxnSpPr>
        <p:spPr>
          <a:xfrm>
            <a:off x="4985294" y="4523125"/>
            <a:ext cx="0" cy="1185310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F60135-14EE-6AFE-DE95-08124B86F065}"/>
              </a:ext>
            </a:extLst>
          </p:cNvPr>
          <p:cNvCxnSpPr>
            <a:cxnSpLocks/>
            <a:stCxn id="36" idx="4"/>
          </p:cNvCxnSpPr>
          <p:nvPr userDrawn="1"/>
        </p:nvCxnSpPr>
        <p:spPr>
          <a:xfrm flipH="1">
            <a:off x="7559676" y="6041305"/>
            <a:ext cx="4" cy="944208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506401-AE38-17F5-FB10-2F71DF311722}"/>
              </a:ext>
            </a:extLst>
          </p:cNvPr>
          <p:cNvCxnSpPr>
            <a:cxnSpLocks/>
            <a:endCxn id="39" idx="0"/>
          </p:cNvCxnSpPr>
          <p:nvPr userDrawn="1"/>
        </p:nvCxnSpPr>
        <p:spPr>
          <a:xfrm>
            <a:off x="10134058" y="4523127"/>
            <a:ext cx="4" cy="995787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4D0D3F-6DA4-53D3-9F5C-80F156868508}"/>
              </a:ext>
            </a:extLst>
          </p:cNvPr>
          <p:cNvCxnSpPr>
            <a:cxnSpLocks/>
            <a:stCxn id="37" idx="4"/>
          </p:cNvCxnSpPr>
          <p:nvPr userDrawn="1"/>
        </p:nvCxnSpPr>
        <p:spPr>
          <a:xfrm flipH="1">
            <a:off x="12707384" y="6041305"/>
            <a:ext cx="4" cy="944208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68136" y="7178496"/>
            <a:ext cx="2061558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67569" y="8005662"/>
            <a:ext cx="2063161" cy="1432174"/>
          </a:xfrm>
        </p:spPr>
        <p:txBody>
          <a:bodyPr/>
          <a:lstStyle>
            <a:lvl1pPr algn="ctr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63" name="Text Placeholder 46">
            <a:extLst>
              <a:ext uri="{FF2B5EF4-FFF2-40B4-BE49-F238E27FC236}">
                <a16:creationId xmlns:a16="http://schemas.microsoft.com/office/drawing/2014/main" id="{6CC2C5F4-8354-E703-67D7-D4FEF72112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54285" y="1912145"/>
            <a:ext cx="2061558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5C3F4F6E-CAFF-1E8E-EB8F-3757FBEAE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53718" y="2739313"/>
            <a:ext cx="2063161" cy="1432174"/>
          </a:xfrm>
        </p:spPr>
        <p:txBody>
          <a:bodyPr/>
          <a:lstStyle>
            <a:lvl1pPr algn="ctr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41472" y="7178496"/>
            <a:ext cx="2061558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40904" y="8005662"/>
            <a:ext cx="2063161" cy="1432174"/>
          </a:xfrm>
        </p:spPr>
        <p:txBody>
          <a:bodyPr/>
          <a:lstStyle>
            <a:lvl1pPr algn="ctr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03044" y="1952612"/>
            <a:ext cx="2061558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02476" y="2779779"/>
            <a:ext cx="2063161" cy="1432174"/>
          </a:xfrm>
        </p:spPr>
        <p:txBody>
          <a:bodyPr/>
          <a:lstStyle>
            <a:lvl1pPr algn="ctr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714807" y="7168472"/>
            <a:ext cx="2061558" cy="587390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714240" y="7995639"/>
            <a:ext cx="2063161" cy="1432174"/>
          </a:xfrm>
        </p:spPr>
        <p:txBody>
          <a:bodyPr/>
          <a:lstStyle>
            <a:lvl1pPr algn="ctr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634757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91499" y="2109762"/>
            <a:ext cx="2061558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90931" y="2936929"/>
            <a:ext cx="2063161" cy="1432174"/>
          </a:xfrm>
        </p:spPr>
        <p:txBody>
          <a:bodyPr/>
          <a:lstStyle>
            <a:lvl1pPr marL="0" indent="0" algn="r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8338" y="6410165"/>
            <a:ext cx="2061558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7770" y="7237333"/>
            <a:ext cx="2063161" cy="1432174"/>
          </a:xfrm>
        </p:spPr>
        <p:txBody>
          <a:bodyPr/>
          <a:lstStyle>
            <a:lvl1pPr marL="0" indent="0" algn="r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2202" y="2397504"/>
            <a:ext cx="2061558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1634" y="3224671"/>
            <a:ext cx="2063161" cy="1432174"/>
          </a:xfrm>
        </p:spPr>
        <p:txBody>
          <a:bodyPr/>
          <a:lstStyle>
            <a:lvl1pPr marL="0" indent="0" algn="l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13702" y="6367506"/>
            <a:ext cx="2061558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3135" y="7194673"/>
            <a:ext cx="2063161" cy="1432174"/>
          </a:xfrm>
        </p:spPr>
        <p:txBody>
          <a:bodyPr/>
          <a:lstStyle>
            <a:lvl1pPr marL="0" indent="0" algn="l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40765D4C-9B19-CCEA-F740-AD6D5B5AD14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638295" y="2316337"/>
            <a:ext cx="8091205" cy="6310510"/>
          </a:xfrm>
          <a:custGeom>
            <a:avLst/>
            <a:gdLst>
              <a:gd name="T0" fmla="*/ 3262 w 4022"/>
              <a:gd name="T1" fmla="*/ 636 h 2595"/>
              <a:gd name="T2" fmla="*/ 3275 w 4022"/>
              <a:gd name="T3" fmla="*/ 797 h 2595"/>
              <a:gd name="T4" fmla="*/ 2709 w 4022"/>
              <a:gd name="T5" fmla="*/ 1703 h 2595"/>
              <a:gd name="T6" fmla="*/ 2577 w 4022"/>
              <a:gd name="T7" fmla="*/ 1770 h 2595"/>
              <a:gd name="T8" fmla="*/ 2565 w 4022"/>
              <a:gd name="T9" fmla="*/ 1769 h 2595"/>
              <a:gd name="T10" fmla="*/ 2544 w 4022"/>
              <a:gd name="T11" fmla="*/ 1768 h 2595"/>
              <a:gd name="T12" fmla="*/ 2529 w 4022"/>
              <a:gd name="T13" fmla="*/ 1769 h 2595"/>
              <a:gd name="T14" fmla="*/ 2507 w 4022"/>
              <a:gd name="T15" fmla="*/ 1770 h 2595"/>
              <a:gd name="T16" fmla="*/ 2494 w 4022"/>
              <a:gd name="T17" fmla="*/ 1771 h 2595"/>
              <a:gd name="T18" fmla="*/ 2469 w 4022"/>
              <a:gd name="T19" fmla="*/ 1773 h 2595"/>
              <a:gd name="T20" fmla="*/ 1803 w 4022"/>
              <a:gd name="T21" fmla="*/ 846 h 2595"/>
              <a:gd name="T22" fmla="*/ 1803 w 4022"/>
              <a:gd name="T23" fmla="*/ 669 h 2595"/>
              <a:gd name="T24" fmla="*/ 1803 w 4022"/>
              <a:gd name="T25" fmla="*/ 669 h 2595"/>
              <a:gd name="T26" fmla="*/ 1811 w 4022"/>
              <a:gd name="T27" fmla="*/ 657 h 2595"/>
              <a:gd name="T28" fmla="*/ 1478 w 4022"/>
              <a:gd name="T29" fmla="*/ 0 h 2595"/>
              <a:gd name="T30" fmla="*/ 1138 w 4022"/>
              <a:gd name="T31" fmla="*/ 647 h 2595"/>
              <a:gd name="T32" fmla="*/ 1129 w 4022"/>
              <a:gd name="T33" fmla="*/ 822 h 2595"/>
              <a:gd name="T34" fmla="*/ 450 w 4022"/>
              <a:gd name="T35" fmla="*/ 1770 h 2595"/>
              <a:gd name="T36" fmla="*/ 413 w 4022"/>
              <a:gd name="T37" fmla="*/ 1768 h 2595"/>
              <a:gd name="T38" fmla="*/ 826 w 4022"/>
              <a:gd name="T39" fmla="*/ 2182 h 2595"/>
              <a:gd name="T40" fmla="*/ 710 w 4022"/>
              <a:gd name="T41" fmla="*/ 1838 h 2595"/>
              <a:gd name="T42" fmla="*/ 1271 w 4022"/>
              <a:gd name="T43" fmla="*/ 897 h 2595"/>
              <a:gd name="T44" fmla="*/ 1419 w 4022"/>
              <a:gd name="T45" fmla="*/ 822 h 2595"/>
              <a:gd name="T46" fmla="*/ 1499 w 4022"/>
              <a:gd name="T47" fmla="*/ 826 h 2595"/>
              <a:gd name="T48" fmla="*/ 1511 w 4022"/>
              <a:gd name="T49" fmla="*/ 825 h 2595"/>
              <a:gd name="T50" fmla="*/ 1643 w 4022"/>
              <a:gd name="T51" fmla="*/ 891 h 2595"/>
              <a:gd name="T52" fmla="*/ 2209 w 4022"/>
              <a:gd name="T53" fmla="*/ 1797 h 2595"/>
              <a:gd name="T54" fmla="*/ 2189 w 4022"/>
              <a:gd name="T55" fmla="*/ 1970 h 2595"/>
              <a:gd name="T56" fmla="*/ 2181 w 4022"/>
              <a:gd name="T57" fmla="*/ 1983 h 2595"/>
              <a:gd name="T58" fmla="*/ 2169 w 4022"/>
              <a:gd name="T59" fmla="*/ 2008 h 2595"/>
              <a:gd name="T60" fmla="*/ 2162 w 4022"/>
              <a:gd name="T61" fmla="*/ 2023 h 2595"/>
              <a:gd name="T62" fmla="*/ 2148 w 4022"/>
              <a:gd name="T63" fmla="*/ 2062 h 2595"/>
              <a:gd name="T64" fmla="*/ 2144 w 4022"/>
              <a:gd name="T65" fmla="*/ 2078 h 2595"/>
              <a:gd name="T66" fmla="*/ 2138 w 4022"/>
              <a:gd name="T67" fmla="*/ 2105 h 2595"/>
              <a:gd name="T68" fmla="*/ 2135 w 4022"/>
              <a:gd name="T69" fmla="*/ 2123 h 2595"/>
              <a:gd name="T70" fmla="*/ 2132 w 4022"/>
              <a:gd name="T71" fmla="*/ 2151 h 2595"/>
              <a:gd name="T72" fmla="*/ 2131 w 4022"/>
              <a:gd name="T73" fmla="*/ 2168 h 2595"/>
              <a:gd name="T74" fmla="*/ 2196 w 4022"/>
              <a:gd name="T75" fmla="*/ 2404 h 2595"/>
              <a:gd name="T76" fmla="*/ 2305 w 4022"/>
              <a:gd name="T77" fmla="*/ 2519 h 2595"/>
              <a:gd name="T78" fmla="*/ 2544 w 4022"/>
              <a:gd name="T79" fmla="*/ 2595 h 2595"/>
              <a:gd name="T80" fmla="*/ 2957 w 4022"/>
              <a:gd name="T81" fmla="*/ 2182 h 2595"/>
              <a:gd name="T82" fmla="*/ 2956 w 4022"/>
              <a:gd name="T83" fmla="*/ 2148 h 2595"/>
              <a:gd name="T84" fmla="*/ 2954 w 4022"/>
              <a:gd name="T85" fmla="*/ 2130 h 2595"/>
              <a:gd name="T86" fmla="*/ 2945 w 4022"/>
              <a:gd name="T87" fmla="*/ 2083 h 2595"/>
              <a:gd name="T88" fmla="*/ 2940 w 4022"/>
              <a:gd name="T89" fmla="*/ 2065 h 2595"/>
              <a:gd name="T90" fmla="*/ 2931 w 4022"/>
              <a:gd name="T91" fmla="*/ 2036 h 2595"/>
              <a:gd name="T92" fmla="*/ 2918 w 4022"/>
              <a:gd name="T93" fmla="*/ 2005 h 2595"/>
              <a:gd name="T94" fmla="*/ 2895 w 4022"/>
              <a:gd name="T95" fmla="*/ 1964 h 2595"/>
              <a:gd name="T96" fmla="*/ 2877 w 4022"/>
              <a:gd name="T97" fmla="*/ 1937 h 2595"/>
              <a:gd name="T98" fmla="*/ 2868 w 4022"/>
              <a:gd name="T99" fmla="*/ 1926 h 2595"/>
              <a:gd name="T100" fmla="*/ 2869 w 4022"/>
              <a:gd name="T101" fmla="*/ 1749 h 2595"/>
              <a:gd name="T102" fmla="*/ 3534 w 4022"/>
              <a:gd name="T103" fmla="*/ 821 h 2595"/>
              <a:gd name="T104" fmla="*/ 3609 w 4022"/>
              <a:gd name="T105" fmla="*/ 826 h 2595"/>
              <a:gd name="T106" fmla="*/ 1592 w 4022"/>
              <a:gd name="T107" fmla="*/ 810 h 2595"/>
              <a:gd name="T108" fmla="*/ 1735 w 4022"/>
              <a:gd name="T109" fmla="*/ 737 h 2595"/>
              <a:gd name="T110" fmla="*/ 1735 w 4022"/>
              <a:gd name="T111" fmla="*/ 737 h 2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022" h="2595">
                <a:moveTo>
                  <a:pt x="3609" y="0"/>
                </a:moveTo>
                <a:cubicBezTo>
                  <a:pt x="3381" y="0"/>
                  <a:pt x="3196" y="185"/>
                  <a:pt x="3196" y="413"/>
                </a:cubicBezTo>
                <a:cubicBezTo>
                  <a:pt x="3196" y="495"/>
                  <a:pt x="3220" y="572"/>
                  <a:pt x="3262" y="636"/>
                </a:cubicBezTo>
                <a:cubicBezTo>
                  <a:pt x="3264" y="640"/>
                  <a:pt x="3266" y="644"/>
                  <a:pt x="3269" y="647"/>
                </a:cubicBezTo>
                <a:cubicBezTo>
                  <a:pt x="3283" y="671"/>
                  <a:pt x="3291" y="698"/>
                  <a:pt x="3291" y="727"/>
                </a:cubicBezTo>
                <a:cubicBezTo>
                  <a:pt x="3291" y="753"/>
                  <a:pt x="3285" y="776"/>
                  <a:pt x="3275" y="797"/>
                </a:cubicBezTo>
                <a:cubicBezTo>
                  <a:pt x="3259" y="822"/>
                  <a:pt x="3259" y="822"/>
                  <a:pt x="3259" y="822"/>
                </a:cubicBezTo>
                <a:cubicBezTo>
                  <a:pt x="2717" y="1690"/>
                  <a:pt x="2717" y="1690"/>
                  <a:pt x="2717" y="1690"/>
                </a:cubicBezTo>
                <a:cubicBezTo>
                  <a:pt x="2709" y="1703"/>
                  <a:pt x="2709" y="1703"/>
                  <a:pt x="2709" y="1703"/>
                </a:cubicBezTo>
                <a:cubicBezTo>
                  <a:pt x="2681" y="1744"/>
                  <a:pt x="2634" y="1770"/>
                  <a:pt x="2581" y="1770"/>
                </a:cubicBezTo>
                <a:cubicBezTo>
                  <a:pt x="2580" y="1770"/>
                  <a:pt x="2578" y="1770"/>
                  <a:pt x="2577" y="1770"/>
                </a:cubicBezTo>
                <a:cubicBezTo>
                  <a:pt x="2577" y="1770"/>
                  <a:pt x="2577" y="1770"/>
                  <a:pt x="2577" y="1770"/>
                </a:cubicBezTo>
                <a:cubicBezTo>
                  <a:pt x="2573" y="1769"/>
                  <a:pt x="2569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1" y="1769"/>
                  <a:pt x="2558" y="1769"/>
                  <a:pt x="2554" y="1769"/>
                </a:cubicBezTo>
                <a:cubicBezTo>
                  <a:pt x="2551" y="1769"/>
                  <a:pt x="2547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0" y="1768"/>
                  <a:pt x="2536" y="1769"/>
                  <a:pt x="2532" y="1769"/>
                </a:cubicBezTo>
                <a:cubicBezTo>
                  <a:pt x="2531" y="1769"/>
                  <a:pt x="2530" y="1769"/>
                  <a:pt x="2529" y="1769"/>
                </a:cubicBezTo>
                <a:cubicBezTo>
                  <a:pt x="2526" y="1769"/>
                  <a:pt x="2523" y="1769"/>
                  <a:pt x="2520" y="1769"/>
                </a:cubicBezTo>
                <a:cubicBezTo>
                  <a:pt x="2519" y="1769"/>
                  <a:pt x="2518" y="1769"/>
                  <a:pt x="2517" y="1769"/>
                </a:cubicBezTo>
                <a:cubicBezTo>
                  <a:pt x="2514" y="1770"/>
                  <a:pt x="2510" y="1770"/>
                  <a:pt x="2507" y="1770"/>
                </a:cubicBezTo>
                <a:cubicBezTo>
                  <a:pt x="2507" y="1770"/>
                  <a:pt x="2506" y="1770"/>
                  <a:pt x="2506" y="1770"/>
                </a:cubicBezTo>
                <a:cubicBezTo>
                  <a:pt x="2502" y="1771"/>
                  <a:pt x="2498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1" y="1772"/>
                  <a:pt x="2488" y="1772"/>
                  <a:pt x="2485" y="1773"/>
                </a:cubicBezTo>
                <a:cubicBezTo>
                  <a:pt x="2480" y="1773"/>
                  <a:pt x="2474" y="1773"/>
                  <a:pt x="2469" y="1773"/>
                </a:cubicBezTo>
                <a:cubicBezTo>
                  <a:pt x="2414" y="1773"/>
                  <a:pt x="2366" y="1745"/>
                  <a:pt x="2338" y="1701"/>
                </a:cubicBezTo>
                <a:cubicBezTo>
                  <a:pt x="2337" y="1700"/>
                  <a:pt x="2337" y="1699"/>
                  <a:pt x="2336" y="1698"/>
                </a:cubicBezTo>
                <a:cubicBezTo>
                  <a:pt x="1803" y="846"/>
                  <a:pt x="1803" y="846"/>
                  <a:pt x="1803" y="846"/>
                </a:cubicBezTo>
                <a:cubicBezTo>
                  <a:pt x="1795" y="832"/>
                  <a:pt x="1795" y="832"/>
                  <a:pt x="1795" y="832"/>
                </a:cubicBezTo>
                <a:cubicBezTo>
                  <a:pt x="1782" y="810"/>
                  <a:pt x="1775" y="784"/>
                  <a:pt x="1775" y="757"/>
                </a:cubicBezTo>
                <a:cubicBezTo>
                  <a:pt x="1775" y="724"/>
                  <a:pt x="1786" y="694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6" y="665"/>
                  <a:pt x="1809" y="661"/>
                  <a:pt x="1811" y="658"/>
                </a:cubicBezTo>
                <a:cubicBezTo>
                  <a:pt x="1811" y="658"/>
                  <a:pt x="1811" y="657"/>
                  <a:pt x="1811" y="657"/>
                </a:cubicBezTo>
                <a:cubicBezTo>
                  <a:pt x="1811" y="657"/>
                  <a:pt x="1811" y="657"/>
                  <a:pt x="1811" y="657"/>
                </a:cubicBezTo>
                <a:cubicBezTo>
                  <a:pt x="1862" y="589"/>
                  <a:pt x="1892" y="504"/>
                  <a:pt x="1892" y="413"/>
                </a:cubicBezTo>
                <a:cubicBezTo>
                  <a:pt x="1892" y="185"/>
                  <a:pt x="1707" y="0"/>
                  <a:pt x="1478" y="0"/>
                </a:cubicBezTo>
                <a:cubicBezTo>
                  <a:pt x="1250" y="0"/>
                  <a:pt x="1065" y="185"/>
                  <a:pt x="1065" y="413"/>
                </a:cubicBezTo>
                <a:cubicBezTo>
                  <a:pt x="1065" y="495"/>
                  <a:pt x="1089" y="572"/>
                  <a:pt x="1131" y="636"/>
                </a:cubicBezTo>
                <a:cubicBezTo>
                  <a:pt x="1133" y="640"/>
                  <a:pt x="1136" y="644"/>
                  <a:pt x="1138" y="647"/>
                </a:cubicBezTo>
                <a:cubicBezTo>
                  <a:pt x="1152" y="671"/>
                  <a:pt x="1160" y="698"/>
                  <a:pt x="1160" y="727"/>
                </a:cubicBezTo>
                <a:cubicBezTo>
                  <a:pt x="1160" y="753"/>
                  <a:pt x="1155" y="776"/>
                  <a:pt x="1144" y="797"/>
                </a:cubicBezTo>
                <a:cubicBezTo>
                  <a:pt x="1129" y="822"/>
                  <a:pt x="1129" y="822"/>
                  <a:pt x="1129" y="822"/>
                </a:cubicBezTo>
                <a:cubicBezTo>
                  <a:pt x="586" y="1690"/>
                  <a:pt x="586" y="1690"/>
                  <a:pt x="586" y="1690"/>
                </a:cubicBezTo>
                <a:cubicBezTo>
                  <a:pt x="578" y="1703"/>
                  <a:pt x="578" y="1703"/>
                  <a:pt x="578" y="1703"/>
                </a:cubicBezTo>
                <a:cubicBezTo>
                  <a:pt x="550" y="1744"/>
                  <a:pt x="503" y="1770"/>
                  <a:pt x="450" y="1770"/>
                </a:cubicBezTo>
                <a:cubicBezTo>
                  <a:pt x="449" y="1770"/>
                  <a:pt x="447" y="1770"/>
                  <a:pt x="446" y="1770"/>
                </a:cubicBezTo>
                <a:cubicBezTo>
                  <a:pt x="442" y="1769"/>
                  <a:pt x="438" y="1769"/>
                  <a:pt x="434" y="1769"/>
                </a:cubicBezTo>
                <a:cubicBezTo>
                  <a:pt x="427" y="1769"/>
                  <a:pt x="420" y="1768"/>
                  <a:pt x="413" y="1768"/>
                </a:cubicBezTo>
                <a:cubicBezTo>
                  <a:pt x="185" y="1768"/>
                  <a:pt x="0" y="1953"/>
                  <a:pt x="0" y="2182"/>
                </a:cubicBezTo>
                <a:cubicBezTo>
                  <a:pt x="0" y="2410"/>
                  <a:pt x="185" y="2595"/>
                  <a:pt x="413" y="2595"/>
                </a:cubicBezTo>
                <a:cubicBezTo>
                  <a:pt x="641" y="2595"/>
                  <a:pt x="826" y="2410"/>
                  <a:pt x="826" y="2182"/>
                </a:cubicBezTo>
                <a:cubicBezTo>
                  <a:pt x="826" y="2090"/>
                  <a:pt x="796" y="2006"/>
                  <a:pt x="746" y="1937"/>
                </a:cubicBezTo>
                <a:cubicBezTo>
                  <a:pt x="743" y="1933"/>
                  <a:pt x="741" y="1930"/>
                  <a:pt x="738" y="1926"/>
                </a:cubicBezTo>
                <a:cubicBezTo>
                  <a:pt x="720" y="1901"/>
                  <a:pt x="710" y="1870"/>
                  <a:pt x="710" y="1838"/>
                </a:cubicBezTo>
                <a:cubicBezTo>
                  <a:pt x="710" y="1810"/>
                  <a:pt x="717" y="1785"/>
                  <a:pt x="729" y="1763"/>
                </a:cubicBezTo>
                <a:cubicBezTo>
                  <a:pt x="738" y="1749"/>
                  <a:pt x="738" y="1749"/>
                  <a:pt x="738" y="1749"/>
                </a:cubicBezTo>
                <a:cubicBezTo>
                  <a:pt x="1271" y="897"/>
                  <a:pt x="1271" y="897"/>
                  <a:pt x="1271" y="897"/>
                </a:cubicBezTo>
                <a:cubicBezTo>
                  <a:pt x="1271" y="895"/>
                  <a:pt x="1272" y="894"/>
                  <a:pt x="1273" y="893"/>
                </a:cubicBezTo>
                <a:cubicBezTo>
                  <a:pt x="1300" y="850"/>
                  <a:pt x="1349" y="821"/>
                  <a:pt x="1404" y="821"/>
                </a:cubicBezTo>
                <a:cubicBezTo>
                  <a:pt x="1409" y="821"/>
                  <a:pt x="1414" y="821"/>
                  <a:pt x="1419" y="822"/>
                </a:cubicBezTo>
                <a:cubicBezTo>
                  <a:pt x="1422" y="822"/>
                  <a:pt x="1426" y="823"/>
                  <a:pt x="1429" y="823"/>
                </a:cubicBezTo>
                <a:cubicBezTo>
                  <a:pt x="1445" y="825"/>
                  <a:pt x="1462" y="826"/>
                  <a:pt x="1478" y="826"/>
                </a:cubicBezTo>
                <a:cubicBezTo>
                  <a:pt x="1485" y="826"/>
                  <a:pt x="1492" y="826"/>
                  <a:pt x="1499" y="826"/>
                </a:cubicBezTo>
                <a:cubicBezTo>
                  <a:pt x="1503" y="825"/>
                  <a:pt x="1507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3" y="825"/>
                  <a:pt x="1514" y="825"/>
                  <a:pt x="1516" y="825"/>
                </a:cubicBezTo>
                <a:cubicBezTo>
                  <a:pt x="1569" y="825"/>
                  <a:pt x="1615" y="851"/>
                  <a:pt x="1643" y="891"/>
                </a:cubicBezTo>
                <a:cubicBezTo>
                  <a:pt x="1651" y="904"/>
                  <a:pt x="1651" y="904"/>
                  <a:pt x="1651" y="904"/>
                </a:cubicBezTo>
                <a:cubicBezTo>
                  <a:pt x="2194" y="1773"/>
                  <a:pt x="2194" y="1773"/>
                  <a:pt x="2194" y="1773"/>
                </a:cubicBezTo>
                <a:cubicBezTo>
                  <a:pt x="2209" y="1797"/>
                  <a:pt x="2209" y="1797"/>
                  <a:pt x="2209" y="1797"/>
                </a:cubicBezTo>
                <a:cubicBezTo>
                  <a:pt x="2220" y="1818"/>
                  <a:pt x="2226" y="1842"/>
                  <a:pt x="2226" y="1867"/>
                </a:cubicBezTo>
                <a:cubicBezTo>
                  <a:pt x="2226" y="1896"/>
                  <a:pt x="2218" y="1924"/>
                  <a:pt x="2203" y="1947"/>
                </a:cubicBezTo>
                <a:cubicBezTo>
                  <a:pt x="2198" y="1955"/>
                  <a:pt x="2194" y="1962"/>
                  <a:pt x="2189" y="1970"/>
                </a:cubicBezTo>
                <a:cubicBezTo>
                  <a:pt x="2189" y="1970"/>
                  <a:pt x="2188" y="1971"/>
                  <a:pt x="2188" y="1972"/>
                </a:cubicBezTo>
                <a:cubicBezTo>
                  <a:pt x="2186" y="1975"/>
                  <a:pt x="2184" y="1979"/>
                  <a:pt x="2182" y="1982"/>
                </a:cubicBezTo>
                <a:cubicBezTo>
                  <a:pt x="2182" y="1983"/>
                  <a:pt x="2181" y="1983"/>
                  <a:pt x="2181" y="1983"/>
                </a:cubicBezTo>
                <a:cubicBezTo>
                  <a:pt x="2179" y="1987"/>
                  <a:pt x="2177" y="1991"/>
                  <a:pt x="2175" y="1995"/>
                </a:cubicBezTo>
                <a:cubicBezTo>
                  <a:pt x="2175" y="1996"/>
                  <a:pt x="2174" y="1996"/>
                  <a:pt x="2174" y="1997"/>
                </a:cubicBezTo>
                <a:cubicBezTo>
                  <a:pt x="2172" y="2000"/>
                  <a:pt x="2171" y="2004"/>
                  <a:pt x="2169" y="2008"/>
                </a:cubicBezTo>
                <a:cubicBezTo>
                  <a:pt x="2169" y="2008"/>
                  <a:pt x="2168" y="2009"/>
                  <a:pt x="2168" y="2010"/>
                </a:cubicBezTo>
                <a:cubicBezTo>
                  <a:pt x="2166" y="2014"/>
                  <a:pt x="2164" y="2018"/>
                  <a:pt x="2163" y="2022"/>
                </a:cubicBezTo>
                <a:cubicBezTo>
                  <a:pt x="2163" y="2022"/>
                  <a:pt x="2162" y="2022"/>
                  <a:pt x="2162" y="2023"/>
                </a:cubicBezTo>
                <a:cubicBezTo>
                  <a:pt x="2161" y="2027"/>
                  <a:pt x="2159" y="2030"/>
                  <a:pt x="2158" y="2034"/>
                </a:cubicBezTo>
                <a:cubicBezTo>
                  <a:pt x="2157" y="2035"/>
                  <a:pt x="2157" y="2036"/>
                  <a:pt x="2157" y="2037"/>
                </a:cubicBezTo>
                <a:cubicBezTo>
                  <a:pt x="2154" y="2045"/>
                  <a:pt x="2151" y="2053"/>
                  <a:pt x="2148" y="2062"/>
                </a:cubicBezTo>
                <a:cubicBezTo>
                  <a:pt x="2148" y="2063"/>
                  <a:pt x="2148" y="2064"/>
                  <a:pt x="2147" y="2065"/>
                </a:cubicBezTo>
                <a:cubicBezTo>
                  <a:pt x="2146" y="2069"/>
                  <a:pt x="2145" y="2073"/>
                  <a:pt x="2144" y="2077"/>
                </a:cubicBezTo>
                <a:cubicBezTo>
                  <a:pt x="2144" y="2077"/>
                  <a:pt x="2144" y="2077"/>
                  <a:pt x="2144" y="2078"/>
                </a:cubicBezTo>
                <a:cubicBezTo>
                  <a:pt x="2143" y="2082"/>
                  <a:pt x="2142" y="2086"/>
                  <a:pt x="2141" y="2091"/>
                </a:cubicBezTo>
                <a:cubicBezTo>
                  <a:pt x="2140" y="2092"/>
                  <a:pt x="2140" y="2093"/>
                  <a:pt x="2140" y="2094"/>
                </a:cubicBezTo>
                <a:cubicBezTo>
                  <a:pt x="2139" y="2097"/>
                  <a:pt x="2139" y="2101"/>
                  <a:pt x="2138" y="2105"/>
                </a:cubicBezTo>
                <a:cubicBezTo>
                  <a:pt x="2138" y="2105"/>
                  <a:pt x="2137" y="2106"/>
                  <a:pt x="2137" y="2107"/>
                </a:cubicBezTo>
                <a:cubicBezTo>
                  <a:pt x="2137" y="2111"/>
                  <a:pt x="2136" y="2116"/>
                  <a:pt x="2135" y="2120"/>
                </a:cubicBezTo>
                <a:cubicBezTo>
                  <a:pt x="2135" y="2121"/>
                  <a:pt x="2135" y="2122"/>
                  <a:pt x="2135" y="2123"/>
                </a:cubicBezTo>
                <a:cubicBezTo>
                  <a:pt x="2134" y="2127"/>
                  <a:pt x="2134" y="2130"/>
                  <a:pt x="2133" y="2134"/>
                </a:cubicBezTo>
                <a:cubicBezTo>
                  <a:pt x="2133" y="2135"/>
                  <a:pt x="2133" y="2136"/>
                  <a:pt x="2133" y="2137"/>
                </a:cubicBezTo>
                <a:cubicBezTo>
                  <a:pt x="2133" y="2142"/>
                  <a:pt x="2132" y="2146"/>
                  <a:pt x="2132" y="2151"/>
                </a:cubicBezTo>
                <a:cubicBezTo>
                  <a:pt x="2132" y="2151"/>
                  <a:pt x="2132" y="2152"/>
                  <a:pt x="2132" y="2153"/>
                </a:cubicBezTo>
                <a:cubicBezTo>
                  <a:pt x="2131" y="2157"/>
                  <a:pt x="2131" y="2160"/>
                  <a:pt x="2131" y="2164"/>
                </a:cubicBezTo>
                <a:cubicBezTo>
                  <a:pt x="2131" y="2166"/>
                  <a:pt x="2131" y="2167"/>
                  <a:pt x="2131" y="2168"/>
                </a:cubicBezTo>
                <a:cubicBezTo>
                  <a:pt x="2131" y="2173"/>
                  <a:pt x="2131" y="2177"/>
                  <a:pt x="2131" y="2182"/>
                </a:cubicBezTo>
                <a:cubicBezTo>
                  <a:pt x="2131" y="2257"/>
                  <a:pt x="2151" y="2327"/>
                  <a:pt x="2185" y="2387"/>
                </a:cubicBezTo>
                <a:cubicBezTo>
                  <a:pt x="2189" y="2393"/>
                  <a:pt x="2192" y="2399"/>
                  <a:pt x="2196" y="2404"/>
                </a:cubicBezTo>
                <a:cubicBezTo>
                  <a:pt x="2212" y="2430"/>
                  <a:pt x="2231" y="2453"/>
                  <a:pt x="2252" y="2474"/>
                </a:cubicBezTo>
                <a:cubicBezTo>
                  <a:pt x="2263" y="2486"/>
                  <a:pt x="2276" y="2497"/>
                  <a:pt x="2289" y="2507"/>
                </a:cubicBezTo>
                <a:cubicBezTo>
                  <a:pt x="2294" y="2511"/>
                  <a:pt x="2299" y="2515"/>
                  <a:pt x="2305" y="2519"/>
                </a:cubicBezTo>
                <a:cubicBezTo>
                  <a:pt x="2315" y="2526"/>
                  <a:pt x="2327" y="2534"/>
                  <a:pt x="2338" y="2540"/>
                </a:cubicBezTo>
                <a:cubicBezTo>
                  <a:pt x="2341" y="2542"/>
                  <a:pt x="2344" y="2543"/>
                  <a:pt x="2347" y="2545"/>
                </a:cubicBezTo>
                <a:cubicBezTo>
                  <a:pt x="2405" y="2577"/>
                  <a:pt x="2472" y="2595"/>
                  <a:pt x="2544" y="2595"/>
                </a:cubicBezTo>
                <a:cubicBezTo>
                  <a:pt x="2544" y="2595"/>
                  <a:pt x="2544" y="2595"/>
                  <a:pt x="2544" y="2595"/>
                </a:cubicBezTo>
                <a:cubicBezTo>
                  <a:pt x="2772" y="2595"/>
                  <a:pt x="2957" y="2410"/>
                  <a:pt x="2957" y="2182"/>
                </a:cubicBezTo>
                <a:cubicBezTo>
                  <a:pt x="2957" y="2182"/>
                  <a:pt x="2957" y="2182"/>
                  <a:pt x="2957" y="2182"/>
                </a:cubicBezTo>
                <a:cubicBezTo>
                  <a:pt x="2957" y="2177"/>
                  <a:pt x="2957" y="2171"/>
                  <a:pt x="2957" y="2166"/>
                </a:cubicBezTo>
                <a:cubicBezTo>
                  <a:pt x="2957" y="2165"/>
                  <a:pt x="2957" y="2164"/>
                  <a:pt x="2957" y="2163"/>
                </a:cubicBezTo>
                <a:cubicBezTo>
                  <a:pt x="2956" y="2158"/>
                  <a:pt x="2956" y="2153"/>
                  <a:pt x="2956" y="2148"/>
                </a:cubicBezTo>
                <a:cubicBezTo>
                  <a:pt x="2956" y="2148"/>
                  <a:pt x="2956" y="2147"/>
                  <a:pt x="2955" y="2146"/>
                </a:cubicBezTo>
                <a:cubicBezTo>
                  <a:pt x="2955" y="2141"/>
                  <a:pt x="2955" y="2137"/>
                  <a:pt x="2954" y="2132"/>
                </a:cubicBezTo>
                <a:cubicBezTo>
                  <a:pt x="2954" y="2132"/>
                  <a:pt x="2954" y="2131"/>
                  <a:pt x="2954" y="2130"/>
                </a:cubicBezTo>
                <a:cubicBezTo>
                  <a:pt x="2953" y="2125"/>
                  <a:pt x="2953" y="2121"/>
                  <a:pt x="2952" y="2116"/>
                </a:cubicBezTo>
                <a:cubicBezTo>
                  <a:pt x="2952" y="2115"/>
                  <a:pt x="2951" y="2114"/>
                  <a:pt x="2951" y="2113"/>
                </a:cubicBezTo>
                <a:cubicBezTo>
                  <a:pt x="2950" y="2103"/>
                  <a:pt x="2948" y="2093"/>
                  <a:pt x="2945" y="2083"/>
                </a:cubicBezTo>
                <a:cubicBezTo>
                  <a:pt x="2945" y="2083"/>
                  <a:pt x="2945" y="2082"/>
                  <a:pt x="2945" y="2081"/>
                </a:cubicBezTo>
                <a:cubicBezTo>
                  <a:pt x="2943" y="2076"/>
                  <a:pt x="2942" y="2072"/>
                  <a:pt x="2941" y="2067"/>
                </a:cubicBezTo>
                <a:cubicBezTo>
                  <a:pt x="2941" y="2066"/>
                  <a:pt x="2941" y="2066"/>
                  <a:pt x="2940" y="2065"/>
                </a:cubicBezTo>
                <a:cubicBezTo>
                  <a:pt x="2939" y="2061"/>
                  <a:pt x="2937" y="2056"/>
                  <a:pt x="2936" y="2051"/>
                </a:cubicBezTo>
                <a:cubicBezTo>
                  <a:pt x="2936" y="2051"/>
                  <a:pt x="2936" y="2051"/>
                  <a:pt x="2936" y="2051"/>
                </a:cubicBezTo>
                <a:cubicBezTo>
                  <a:pt x="2934" y="2046"/>
                  <a:pt x="2932" y="2041"/>
                  <a:pt x="2931" y="2036"/>
                </a:cubicBezTo>
                <a:cubicBezTo>
                  <a:pt x="2930" y="2036"/>
                  <a:pt x="2930" y="2035"/>
                  <a:pt x="2930" y="2035"/>
                </a:cubicBezTo>
                <a:cubicBezTo>
                  <a:pt x="2926" y="2025"/>
                  <a:pt x="2922" y="2015"/>
                  <a:pt x="2918" y="2006"/>
                </a:cubicBezTo>
                <a:cubicBezTo>
                  <a:pt x="2918" y="2006"/>
                  <a:pt x="2918" y="2006"/>
                  <a:pt x="2918" y="2005"/>
                </a:cubicBezTo>
                <a:cubicBezTo>
                  <a:pt x="2915" y="2001"/>
                  <a:pt x="2913" y="1996"/>
                  <a:pt x="2911" y="1991"/>
                </a:cubicBezTo>
                <a:cubicBezTo>
                  <a:pt x="2911" y="1991"/>
                  <a:pt x="2911" y="1991"/>
                  <a:pt x="2911" y="1991"/>
                </a:cubicBezTo>
                <a:cubicBezTo>
                  <a:pt x="2906" y="1982"/>
                  <a:pt x="2900" y="1973"/>
                  <a:pt x="2895" y="1964"/>
                </a:cubicBezTo>
                <a:cubicBezTo>
                  <a:pt x="2895" y="1964"/>
                  <a:pt x="2895" y="1963"/>
                  <a:pt x="2895" y="1963"/>
                </a:cubicBezTo>
                <a:cubicBezTo>
                  <a:pt x="2889" y="1954"/>
                  <a:pt x="2883" y="1946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4" y="1933"/>
                  <a:pt x="2871" y="1930"/>
                  <a:pt x="2868" y="1926"/>
                </a:cubicBezTo>
                <a:cubicBezTo>
                  <a:pt x="2868" y="1926"/>
                  <a:pt x="2868" y="1926"/>
                  <a:pt x="2868" y="1926"/>
                </a:cubicBezTo>
                <a:cubicBezTo>
                  <a:pt x="2851" y="1901"/>
                  <a:pt x="2841" y="1870"/>
                  <a:pt x="2841" y="1838"/>
                </a:cubicBezTo>
                <a:cubicBezTo>
                  <a:pt x="2841" y="1810"/>
                  <a:pt x="2848" y="1785"/>
                  <a:pt x="2860" y="1763"/>
                </a:cubicBezTo>
                <a:cubicBezTo>
                  <a:pt x="2869" y="1749"/>
                  <a:pt x="2869" y="1749"/>
                  <a:pt x="2869" y="1749"/>
                </a:cubicBezTo>
                <a:cubicBezTo>
                  <a:pt x="3401" y="897"/>
                  <a:pt x="3401" y="897"/>
                  <a:pt x="3401" y="897"/>
                </a:cubicBezTo>
                <a:cubicBezTo>
                  <a:pt x="3402" y="895"/>
                  <a:pt x="3403" y="894"/>
                  <a:pt x="3403" y="893"/>
                </a:cubicBezTo>
                <a:cubicBezTo>
                  <a:pt x="3431" y="850"/>
                  <a:pt x="3479" y="821"/>
                  <a:pt x="3534" y="821"/>
                </a:cubicBezTo>
                <a:cubicBezTo>
                  <a:pt x="3540" y="821"/>
                  <a:pt x="3545" y="821"/>
                  <a:pt x="3550" y="822"/>
                </a:cubicBezTo>
                <a:cubicBezTo>
                  <a:pt x="3553" y="822"/>
                  <a:pt x="3556" y="823"/>
                  <a:pt x="3559" y="823"/>
                </a:cubicBezTo>
                <a:cubicBezTo>
                  <a:pt x="3576" y="825"/>
                  <a:pt x="3592" y="826"/>
                  <a:pt x="3609" y="826"/>
                </a:cubicBezTo>
                <a:cubicBezTo>
                  <a:pt x="3837" y="826"/>
                  <a:pt x="4022" y="641"/>
                  <a:pt x="4022" y="413"/>
                </a:cubicBezTo>
                <a:cubicBezTo>
                  <a:pt x="4022" y="185"/>
                  <a:pt x="3837" y="0"/>
                  <a:pt x="3609" y="0"/>
                </a:cubicBezTo>
                <a:close/>
                <a:moveTo>
                  <a:pt x="1592" y="810"/>
                </a:moveTo>
                <a:cubicBezTo>
                  <a:pt x="1592" y="810"/>
                  <a:pt x="1592" y="810"/>
                  <a:pt x="1592" y="810"/>
                </a:cubicBezTo>
                <a:cubicBezTo>
                  <a:pt x="1592" y="810"/>
                  <a:pt x="1592" y="810"/>
                  <a:pt x="1592" y="810"/>
                </a:cubicBezTo>
                <a:close/>
                <a:moveTo>
                  <a:pt x="1735" y="737"/>
                </a:move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lose/>
              </a:path>
            </a:pathLst>
          </a:custGeom>
          <a:solidFill>
            <a:srgbClr val="DDE24A">
              <a:lumMod val="20000"/>
              <a:lumOff val="80000"/>
            </a:srgbClr>
          </a:solidFill>
          <a:ln>
            <a:noFill/>
          </a:ln>
        </p:spPr>
        <p:txBody>
          <a:bodyPr vert="horz" wrap="square" lIns="151193" tIns="75597" rIns="151193" bIns="75597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5119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7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C21443-5F79-FB91-AC27-1A7E3B8C2B51}"/>
              </a:ext>
            </a:extLst>
          </p:cNvPr>
          <p:cNvSpPr/>
          <p:nvPr userDrawn="1"/>
        </p:nvSpPr>
        <p:spPr>
          <a:xfrm>
            <a:off x="3823820" y="6856990"/>
            <a:ext cx="1277356" cy="1541991"/>
          </a:xfrm>
          <a:prstGeom prst="ellipse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5119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7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06A445-8E4E-C9DA-D2CF-38BD01CFB0C6}"/>
              </a:ext>
            </a:extLst>
          </p:cNvPr>
          <p:cNvSpPr/>
          <p:nvPr userDrawn="1"/>
        </p:nvSpPr>
        <p:spPr>
          <a:xfrm>
            <a:off x="5975154" y="2544718"/>
            <a:ext cx="1277356" cy="1541991"/>
          </a:xfrm>
          <a:prstGeom prst="ellipse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5119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7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0C6DFA-978B-6845-A459-145EBCF6E296}"/>
              </a:ext>
            </a:extLst>
          </p:cNvPr>
          <p:cNvSpPr/>
          <p:nvPr userDrawn="1"/>
        </p:nvSpPr>
        <p:spPr>
          <a:xfrm>
            <a:off x="8123473" y="6862712"/>
            <a:ext cx="1277356" cy="1541991"/>
          </a:xfrm>
          <a:prstGeom prst="ellipse">
            <a:avLst/>
          </a:prstGeom>
          <a:solidFill>
            <a:srgbClr val="3A017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5119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7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2ECDB7-270A-59EC-9292-DB76B1E3366D}"/>
              </a:ext>
            </a:extLst>
          </p:cNvPr>
          <p:cNvSpPr/>
          <p:nvPr userDrawn="1"/>
        </p:nvSpPr>
        <p:spPr>
          <a:xfrm>
            <a:off x="10259940" y="2548620"/>
            <a:ext cx="1277356" cy="1541991"/>
          </a:xfrm>
          <a:prstGeom prst="ellipse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5119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77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5658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9">
            <a:extLst>
              <a:ext uri="{FF2B5EF4-FFF2-40B4-BE49-F238E27FC236}">
                <a16:creationId xmlns:a16="http://schemas.microsoft.com/office/drawing/2014/main" id="{7142851F-5466-B79E-F9E4-7FA8A851C49A}"/>
              </a:ext>
            </a:extLst>
          </p:cNvPr>
          <p:cNvSpPr>
            <a:spLocks/>
          </p:cNvSpPr>
          <p:nvPr userDrawn="1"/>
        </p:nvSpPr>
        <p:spPr bwMode="auto">
          <a:xfrm>
            <a:off x="1252426" y="2151793"/>
            <a:ext cx="5427612" cy="6650262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113395" tIns="56698" rIns="113395" bIns="5669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1339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90B355DE-131E-D261-1280-E7A0BD87338D}"/>
              </a:ext>
            </a:extLst>
          </p:cNvPr>
          <p:cNvSpPr>
            <a:spLocks/>
          </p:cNvSpPr>
          <p:nvPr userDrawn="1"/>
        </p:nvSpPr>
        <p:spPr bwMode="auto">
          <a:xfrm>
            <a:off x="8245169" y="2151792"/>
            <a:ext cx="5427612" cy="6650262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113395" tIns="56698" rIns="113395" bIns="5669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1339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32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1E37E-5F0E-1FD6-8329-6DAD4106C5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17" name="Oval 11">
            <a:extLst>
              <a:ext uri="{FF2B5EF4-FFF2-40B4-BE49-F238E27FC236}">
                <a16:creationId xmlns:a16="http://schemas.microsoft.com/office/drawing/2014/main" id="{C8B4BCF1-06B4-7A36-037F-EE0B598BD7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93580" y="4634267"/>
            <a:ext cx="1124109" cy="14305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13395" tIns="56698" rIns="113395" bIns="5669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1339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3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8" name="Oval 12">
            <a:extLst>
              <a:ext uri="{FF2B5EF4-FFF2-40B4-BE49-F238E27FC236}">
                <a16:creationId xmlns:a16="http://schemas.microsoft.com/office/drawing/2014/main" id="{9DAED262-FA17-D50B-1A57-F1C113F57C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75984" y="4634267"/>
            <a:ext cx="1135921" cy="143052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113395" tIns="56698" rIns="113395" bIns="5669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1339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3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CA173-4BB1-BA58-4072-C520FF104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76E9A-088A-8CC3-7E3E-9A582B89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29C3475D-945B-A2A7-6D15-7877942F8828}"/>
              </a:ext>
            </a:extLst>
          </p:cNvPr>
          <p:cNvSpPr>
            <a:spLocks/>
          </p:cNvSpPr>
          <p:nvPr userDrawn="1"/>
        </p:nvSpPr>
        <p:spPr bwMode="auto">
          <a:xfrm>
            <a:off x="6336550" y="4828240"/>
            <a:ext cx="2334837" cy="1074131"/>
          </a:xfrm>
          <a:custGeom>
            <a:avLst/>
            <a:gdLst>
              <a:gd name="T0" fmla="*/ 485 w 592"/>
              <a:gd name="T1" fmla="*/ 0 h 216"/>
              <a:gd name="T2" fmla="*/ 394 w 592"/>
              <a:gd name="T3" fmla="*/ 51 h 216"/>
              <a:gd name="T4" fmla="*/ 391 w 592"/>
              <a:gd name="T5" fmla="*/ 56 h 216"/>
              <a:gd name="T6" fmla="*/ 351 w 592"/>
              <a:gd name="T7" fmla="*/ 77 h 216"/>
              <a:gd name="T8" fmla="*/ 240 w 592"/>
              <a:gd name="T9" fmla="*/ 77 h 216"/>
              <a:gd name="T10" fmla="*/ 200 w 592"/>
              <a:gd name="T11" fmla="*/ 56 h 216"/>
              <a:gd name="T12" fmla="*/ 197 w 592"/>
              <a:gd name="T13" fmla="*/ 51 h 216"/>
              <a:gd name="T14" fmla="*/ 107 w 592"/>
              <a:gd name="T15" fmla="*/ 0 h 216"/>
              <a:gd name="T16" fmla="*/ 0 w 592"/>
              <a:gd name="T17" fmla="*/ 108 h 216"/>
              <a:gd name="T18" fmla="*/ 107 w 592"/>
              <a:gd name="T19" fmla="*/ 216 h 216"/>
              <a:gd name="T20" fmla="*/ 197 w 592"/>
              <a:gd name="T21" fmla="*/ 164 h 216"/>
              <a:gd name="T22" fmla="*/ 200 w 592"/>
              <a:gd name="T23" fmla="*/ 160 h 216"/>
              <a:gd name="T24" fmla="*/ 240 w 592"/>
              <a:gd name="T25" fmla="*/ 139 h 216"/>
              <a:gd name="T26" fmla="*/ 351 w 592"/>
              <a:gd name="T27" fmla="*/ 139 h 216"/>
              <a:gd name="T28" fmla="*/ 391 w 592"/>
              <a:gd name="T29" fmla="*/ 160 h 216"/>
              <a:gd name="T30" fmla="*/ 394 w 592"/>
              <a:gd name="T31" fmla="*/ 164 h 216"/>
              <a:gd name="T32" fmla="*/ 485 w 592"/>
              <a:gd name="T33" fmla="*/ 216 h 216"/>
              <a:gd name="T34" fmla="*/ 592 w 592"/>
              <a:gd name="T35" fmla="*/ 108 h 216"/>
              <a:gd name="T36" fmla="*/ 485 w 592"/>
              <a:gd name="T37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92" h="216">
                <a:moveTo>
                  <a:pt x="485" y="0"/>
                </a:moveTo>
                <a:cubicBezTo>
                  <a:pt x="446" y="0"/>
                  <a:pt x="413" y="20"/>
                  <a:pt x="394" y="51"/>
                </a:cubicBezTo>
                <a:cubicBezTo>
                  <a:pt x="393" y="53"/>
                  <a:pt x="392" y="55"/>
                  <a:pt x="391" y="56"/>
                </a:cubicBezTo>
                <a:cubicBezTo>
                  <a:pt x="382" y="69"/>
                  <a:pt x="367" y="77"/>
                  <a:pt x="351" y="77"/>
                </a:cubicBezTo>
                <a:cubicBezTo>
                  <a:pt x="184" y="77"/>
                  <a:pt x="240" y="77"/>
                  <a:pt x="240" y="77"/>
                </a:cubicBezTo>
                <a:cubicBezTo>
                  <a:pt x="224" y="77"/>
                  <a:pt x="209" y="69"/>
                  <a:pt x="200" y="56"/>
                </a:cubicBezTo>
                <a:cubicBezTo>
                  <a:pt x="199" y="55"/>
                  <a:pt x="198" y="53"/>
                  <a:pt x="197" y="51"/>
                </a:cubicBezTo>
                <a:cubicBezTo>
                  <a:pt x="179" y="20"/>
                  <a:pt x="145" y="0"/>
                  <a:pt x="107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7"/>
                  <a:pt x="48" y="216"/>
                  <a:pt x="107" y="216"/>
                </a:cubicBezTo>
                <a:cubicBezTo>
                  <a:pt x="145" y="216"/>
                  <a:pt x="179" y="196"/>
                  <a:pt x="197" y="164"/>
                </a:cubicBezTo>
                <a:cubicBezTo>
                  <a:pt x="198" y="163"/>
                  <a:pt x="199" y="161"/>
                  <a:pt x="200" y="160"/>
                </a:cubicBezTo>
                <a:cubicBezTo>
                  <a:pt x="208" y="147"/>
                  <a:pt x="224" y="139"/>
                  <a:pt x="240" y="139"/>
                </a:cubicBezTo>
                <a:cubicBezTo>
                  <a:pt x="407" y="139"/>
                  <a:pt x="351" y="139"/>
                  <a:pt x="351" y="139"/>
                </a:cubicBezTo>
                <a:cubicBezTo>
                  <a:pt x="367" y="139"/>
                  <a:pt x="383" y="147"/>
                  <a:pt x="391" y="160"/>
                </a:cubicBezTo>
                <a:cubicBezTo>
                  <a:pt x="392" y="161"/>
                  <a:pt x="393" y="163"/>
                  <a:pt x="394" y="164"/>
                </a:cubicBezTo>
                <a:cubicBezTo>
                  <a:pt x="412" y="196"/>
                  <a:pt x="446" y="216"/>
                  <a:pt x="485" y="216"/>
                </a:cubicBezTo>
                <a:cubicBezTo>
                  <a:pt x="543" y="216"/>
                  <a:pt x="592" y="167"/>
                  <a:pt x="592" y="108"/>
                </a:cubicBezTo>
                <a:cubicBezTo>
                  <a:pt x="592" y="48"/>
                  <a:pt x="543" y="0"/>
                  <a:pt x="485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vert="horz" wrap="square" lIns="113395" tIns="56698" rIns="113395" bIns="5669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13399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3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E1ACF3-21F5-523A-8FDE-6C83E086A7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53198" y="3871052"/>
            <a:ext cx="4226068" cy="923545"/>
          </a:xfrm>
        </p:spPr>
        <p:txBody>
          <a:bodyPr/>
          <a:lstStyle>
            <a:lvl1pPr marL="283499" marR="0" indent="-283499" algn="ctr" defTabSz="1133996" rtl="0" eaLnBrk="1" fontAlgn="auto" latinLnBrk="0" hangingPunct="1">
              <a:lnSpc>
                <a:spcPct val="114000"/>
              </a:lnSpc>
              <a:spcBef>
                <a:spcPts val="1240"/>
              </a:spcBef>
              <a:spcAft>
                <a:spcPts val="661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3969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BF6247C-37A0-1E3A-65E4-88553D6F06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5942" y="3871055"/>
            <a:ext cx="4226068" cy="923545"/>
          </a:xfrm>
        </p:spPr>
        <p:txBody>
          <a:bodyPr/>
          <a:lstStyle>
            <a:lvl1pPr marL="283499" marR="0" indent="-283499" algn="ctr" defTabSz="1133996" rtl="0" eaLnBrk="1" fontAlgn="auto" latinLnBrk="0" hangingPunct="1">
              <a:lnSpc>
                <a:spcPct val="114000"/>
              </a:lnSpc>
              <a:spcBef>
                <a:spcPts val="1240"/>
              </a:spcBef>
              <a:spcAft>
                <a:spcPts val="661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3969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AB070F-B0E8-F8F2-C7C1-4277FB405E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53173" y="5332708"/>
            <a:ext cx="4226068" cy="2689454"/>
          </a:xfrm>
        </p:spPr>
        <p:txBody>
          <a:bodyPr/>
          <a:lstStyle>
            <a:lvl1pPr algn="ctr">
              <a:buNone/>
              <a:defRPr sz="2316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D882BFC-7ACB-4CDF-173C-9880B0F829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846384" y="5453596"/>
            <a:ext cx="4226068" cy="2689454"/>
          </a:xfrm>
        </p:spPr>
        <p:txBody>
          <a:bodyPr/>
          <a:lstStyle>
            <a:lvl1pPr algn="ctr">
              <a:buNone/>
              <a:defRPr sz="2316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10662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2803" y="1468936"/>
            <a:ext cx="3813004" cy="1026294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8586" y="3403979"/>
            <a:ext cx="2061558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8019" y="4231146"/>
            <a:ext cx="2063161" cy="1432174"/>
          </a:xfrm>
        </p:spPr>
        <p:txBody>
          <a:bodyPr/>
          <a:lstStyle>
            <a:lvl1pPr marL="0" indent="0" algn="r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780861" y="6977745"/>
            <a:ext cx="2061558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80293" y="7804912"/>
            <a:ext cx="2063161" cy="1432174"/>
          </a:xfrm>
        </p:spPr>
        <p:txBody>
          <a:bodyPr/>
          <a:lstStyle>
            <a:lvl1pPr marL="0" indent="0" algn="r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713771" y="3501623"/>
            <a:ext cx="2061558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713203" y="4328788"/>
            <a:ext cx="2063161" cy="1432174"/>
          </a:xfrm>
        </p:spPr>
        <p:txBody>
          <a:bodyPr/>
          <a:lstStyle>
            <a:lvl1pPr marL="0" indent="0" algn="l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510726" y="6979003"/>
            <a:ext cx="2061558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10158" y="7806169"/>
            <a:ext cx="2063161" cy="1432174"/>
          </a:xfrm>
        </p:spPr>
        <p:txBody>
          <a:bodyPr/>
          <a:lstStyle>
            <a:lvl1pPr marL="0" indent="0" algn="l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DD66BF-CEC0-A95E-9883-FD1E8A3759D3}"/>
              </a:ext>
            </a:extLst>
          </p:cNvPr>
          <p:cNvSpPr/>
          <p:nvPr userDrawn="1"/>
        </p:nvSpPr>
        <p:spPr>
          <a:xfrm>
            <a:off x="4925514" y="-1389999"/>
            <a:ext cx="5268325" cy="6337232"/>
          </a:xfrm>
          <a:prstGeom prst="ellipse">
            <a:avLst/>
          </a:prstGeom>
          <a:noFill/>
          <a:ln w="25400" cap="rnd">
            <a:solidFill>
              <a:schemeClr val="tx2">
                <a:lumMod val="25000"/>
                <a:lumOff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77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2F8033-2D0A-4D73-020A-A3D4295922E7}"/>
              </a:ext>
            </a:extLst>
          </p:cNvPr>
          <p:cNvSpPr/>
          <p:nvPr userDrawn="1"/>
        </p:nvSpPr>
        <p:spPr>
          <a:xfrm>
            <a:off x="3993974" y="-2510545"/>
            <a:ext cx="7131406" cy="8578320"/>
          </a:xfrm>
          <a:prstGeom prst="ellipse">
            <a:avLst/>
          </a:prstGeom>
          <a:noFill/>
          <a:ln w="1270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77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ED6EA-BC31-8186-4B68-ABF4344CA72D}"/>
              </a:ext>
            </a:extLst>
          </p:cNvPr>
          <p:cNvSpPr/>
          <p:nvPr userDrawn="1"/>
        </p:nvSpPr>
        <p:spPr>
          <a:xfrm>
            <a:off x="3838374" y="3259322"/>
            <a:ext cx="1265844" cy="15226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77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3D6245-9C6E-5009-CEBF-8389E522FCE6}"/>
              </a:ext>
            </a:extLst>
          </p:cNvPr>
          <p:cNvSpPr/>
          <p:nvPr userDrawn="1"/>
        </p:nvSpPr>
        <p:spPr>
          <a:xfrm>
            <a:off x="10015133" y="3259322"/>
            <a:ext cx="1265844" cy="152267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77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63A639-3939-F7B2-7D60-91418E5DD329}"/>
              </a:ext>
            </a:extLst>
          </p:cNvPr>
          <p:cNvSpPr/>
          <p:nvPr userDrawn="1"/>
        </p:nvSpPr>
        <p:spPr>
          <a:xfrm>
            <a:off x="5577610" y="5044876"/>
            <a:ext cx="1265844" cy="15226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77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B6FB13-4345-C0EF-32FD-8A28D2CC0FF0}"/>
              </a:ext>
            </a:extLst>
          </p:cNvPr>
          <p:cNvSpPr/>
          <p:nvPr userDrawn="1"/>
        </p:nvSpPr>
        <p:spPr>
          <a:xfrm>
            <a:off x="8275896" y="5044876"/>
            <a:ext cx="1265844" cy="152267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77"/>
          </a:p>
        </p:txBody>
      </p:sp>
    </p:spTree>
    <p:extLst>
      <p:ext uri="{BB962C8B-B14F-4D97-AF65-F5344CB8AC3E}">
        <p14:creationId xmlns:p14="http://schemas.microsoft.com/office/powerpoint/2010/main" val="13870770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6430" y="4815205"/>
            <a:ext cx="2061558" cy="587390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05862" y="5642372"/>
            <a:ext cx="2063161" cy="1432174"/>
          </a:xfrm>
        </p:spPr>
        <p:txBody>
          <a:bodyPr/>
          <a:lstStyle>
            <a:lvl1pPr marL="0" indent="0" algn="r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07973" y="2474481"/>
            <a:ext cx="2061558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07404" y="3301648"/>
            <a:ext cx="2063161" cy="1432174"/>
          </a:xfrm>
        </p:spPr>
        <p:txBody>
          <a:bodyPr/>
          <a:lstStyle>
            <a:lvl1pPr marL="0" indent="0" algn="l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907973" y="7063175"/>
            <a:ext cx="2061558" cy="587390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07404" y="7890342"/>
            <a:ext cx="2063161" cy="1432174"/>
          </a:xfrm>
        </p:spPr>
        <p:txBody>
          <a:bodyPr/>
          <a:lstStyle>
            <a:lvl1pPr marL="0" indent="0" algn="l">
              <a:buNone/>
              <a:defRPr sz="1984"/>
            </a:lvl1pPr>
          </a:lstStyle>
          <a:p>
            <a:pPr lvl="0"/>
            <a:r>
              <a:rPr lang="en-US" sz="1984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BF6AF856-C050-5D99-65E7-ABA7286CEBFD}"/>
              </a:ext>
            </a:extLst>
          </p:cNvPr>
          <p:cNvSpPr>
            <a:spLocks/>
          </p:cNvSpPr>
          <p:nvPr userDrawn="1"/>
        </p:nvSpPr>
        <p:spPr bwMode="auto">
          <a:xfrm>
            <a:off x="4835621" y="1958895"/>
            <a:ext cx="4605188" cy="7931286"/>
          </a:xfrm>
          <a:custGeom>
            <a:avLst/>
            <a:gdLst>
              <a:gd name="T0" fmla="*/ 431 w 856"/>
              <a:gd name="T1" fmla="*/ 1143 h 1213"/>
              <a:gd name="T2" fmla="*/ 605 w 856"/>
              <a:gd name="T3" fmla="*/ 1213 h 1213"/>
              <a:gd name="T4" fmla="*/ 856 w 856"/>
              <a:gd name="T5" fmla="*/ 962 h 1213"/>
              <a:gd name="T6" fmla="*/ 605 w 856"/>
              <a:gd name="T7" fmla="*/ 711 h 1213"/>
              <a:gd name="T8" fmla="*/ 431 w 856"/>
              <a:gd name="T9" fmla="*/ 782 h 1213"/>
              <a:gd name="T10" fmla="*/ 425 w 856"/>
              <a:gd name="T11" fmla="*/ 787 h 1213"/>
              <a:gd name="T12" fmla="*/ 251 w 856"/>
              <a:gd name="T13" fmla="*/ 858 h 1213"/>
              <a:gd name="T14" fmla="*/ 0 w 856"/>
              <a:gd name="T15" fmla="*/ 607 h 1213"/>
              <a:gd name="T16" fmla="*/ 251 w 856"/>
              <a:gd name="T17" fmla="*/ 356 h 1213"/>
              <a:gd name="T18" fmla="*/ 425 w 856"/>
              <a:gd name="T19" fmla="*/ 426 h 1213"/>
              <a:gd name="T20" fmla="*/ 431 w 856"/>
              <a:gd name="T21" fmla="*/ 432 h 1213"/>
              <a:gd name="T22" fmla="*/ 605 w 856"/>
              <a:gd name="T23" fmla="*/ 502 h 1213"/>
              <a:gd name="T24" fmla="*/ 856 w 856"/>
              <a:gd name="T25" fmla="*/ 251 h 1213"/>
              <a:gd name="T26" fmla="*/ 605 w 856"/>
              <a:gd name="T27" fmla="*/ 0 h 1213"/>
              <a:gd name="T28" fmla="*/ 431 w 856"/>
              <a:gd name="T29" fmla="*/ 70 h 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56" h="1213">
                <a:moveTo>
                  <a:pt x="431" y="1143"/>
                </a:moveTo>
                <a:cubicBezTo>
                  <a:pt x="476" y="1187"/>
                  <a:pt x="538" y="1213"/>
                  <a:pt x="605" y="1213"/>
                </a:cubicBezTo>
                <a:cubicBezTo>
                  <a:pt x="744" y="1213"/>
                  <a:pt x="856" y="1101"/>
                  <a:pt x="856" y="962"/>
                </a:cubicBezTo>
                <a:cubicBezTo>
                  <a:pt x="856" y="824"/>
                  <a:pt x="744" y="711"/>
                  <a:pt x="605" y="711"/>
                </a:cubicBezTo>
                <a:cubicBezTo>
                  <a:pt x="538" y="711"/>
                  <a:pt x="476" y="738"/>
                  <a:pt x="431" y="782"/>
                </a:cubicBezTo>
                <a:cubicBezTo>
                  <a:pt x="425" y="787"/>
                  <a:pt x="425" y="787"/>
                  <a:pt x="425" y="787"/>
                </a:cubicBezTo>
                <a:cubicBezTo>
                  <a:pt x="380" y="831"/>
                  <a:pt x="319" y="858"/>
                  <a:pt x="251" y="858"/>
                </a:cubicBezTo>
                <a:cubicBezTo>
                  <a:pt x="113" y="858"/>
                  <a:pt x="0" y="745"/>
                  <a:pt x="0" y="607"/>
                </a:cubicBezTo>
                <a:cubicBezTo>
                  <a:pt x="0" y="468"/>
                  <a:pt x="113" y="356"/>
                  <a:pt x="251" y="356"/>
                </a:cubicBezTo>
                <a:cubicBezTo>
                  <a:pt x="319" y="356"/>
                  <a:pt x="380" y="382"/>
                  <a:pt x="425" y="426"/>
                </a:cubicBezTo>
                <a:cubicBezTo>
                  <a:pt x="431" y="432"/>
                  <a:pt x="431" y="432"/>
                  <a:pt x="431" y="432"/>
                </a:cubicBezTo>
                <a:cubicBezTo>
                  <a:pt x="476" y="475"/>
                  <a:pt x="538" y="502"/>
                  <a:pt x="605" y="502"/>
                </a:cubicBezTo>
                <a:cubicBezTo>
                  <a:pt x="744" y="502"/>
                  <a:pt x="856" y="389"/>
                  <a:pt x="856" y="251"/>
                </a:cubicBezTo>
                <a:cubicBezTo>
                  <a:pt x="856" y="112"/>
                  <a:pt x="744" y="0"/>
                  <a:pt x="605" y="0"/>
                </a:cubicBezTo>
                <a:cubicBezTo>
                  <a:pt x="538" y="0"/>
                  <a:pt x="476" y="27"/>
                  <a:pt x="431" y="70"/>
                </a:cubicBezTo>
              </a:path>
            </a:pathLst>
          </a:custGeom>
          <a:noFill/>
          <a:ln w="1270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51193" tIns="75597" rIns="151193" bIns="75597" numCol="1" anchor="t" anchorCtr="0" compatLnSpc="1">
            <a:prstTxWarp prst="textNoShape">
              <a:avLst/>
            </a:prstTxWarp>
          </a:bodyPr>
          <a:lstStyle/>
          <a:p>
            <a:endParaRPr lang="en-US" sz="2977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0C7D18C0-48D4-1466-6B40-F29363769B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58091" y="2465318"/>
            <a:ext cx="1866120" cy="2268502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151193" tIns="75597" rIns="151193" bIns="75597" numCol="1" anchor="t" anchorCtr="0" compatLnSpc="1">
            <a:prstTxWarp prst="textNoShape">
              <a:avLst/>
            </a:prstTxWarp>
          </a:bodyPr>
          <a:lstStyle/>
          <a:p>
            <a:endParaRPr lang="en-US" sz="2977"/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FE065B4F-70D5-2422-7F68-E83A925AB2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52630" y="4792423"/>
            <a:ext cx="1867973" cy="2270754"/>
          </a:xfrm>
          <a:prstGeom prst="ellipse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151193" tIns="75597" rIns="151193" bIns="75597" numCol="1" anchor="t" anchorCtr="0" compatLnSpc="1">
            <a:prstTxWarp prst="textNoShape">
              <a:avLst/>
            </a:prstTxWarp>
          </a:bodyPr>
          <a:lstStyle/>
          <a:p>
            <a:endParaRPr lang="en-US" sz="2977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B40A2DC4-5C1D-F82C-991A-5A0B84CD20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58091" y="7115256"/>
            <a:ext cx="1866120" cy="2268502"/>
          </a:xfrm>
          <a:prstGeom prst="ellipse">
            <a:avLst/>
          </a:prstGeom>
          <a:solidFill>
            <a:schemeClr val="accent3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151193" tIns="75597" rIns="151193" bIns="75597" numCol="1" anchor="t" anchorCtr="0" compatLnSpc="1">
            <a:prstTxWarp prst="textNoShape">
              <a:avLst/>
            </a:prstTxWarp>
          </a:bodyPr>
          <a:lstStyle/>
          <a:p>
            <a:endParaRPr lang="en-US" sz="2977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6C3989-8387-6634-47B7-F00482422599}"/>
              </a:ext>
            </a:extLst>
          </p:cNvPr>
          <p:cNvCxnSpPr/>
          <p:nvPr userDrawn="1"/>
        </p:nvCxnSpPr>
        <p:spPr>
          <a:xfrm>
            <a:off x="3695781" y="3599569"/>
            <a:ext cx="3462310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405DCE-0E51-BCF9-35D5-F0CA1BB320C0}"/>
              </a:ext>
            </a:extLst>
          </p:cNvPr>
          <p:cNvCxnSpPr/>
          <p:nvPr userDrawn="1"/>
        </p:nvCxnSpPr>
        <p:spPr>
          <a:xfrm>
            <a:off x="7120607" y="5927798"/>
            <a:ext cx="3462310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906360-1A3C-D7BD-534E-65B02E3CFFA0}"/>
              </a:ext>
            </a:extLst>
          </p:cNvPr>
          <p:cNvCxnSpPr/>
          <p:nvPr userDrawn="1"/>
        </p:nvCxnSpPr>
        <p:spPr>
          <a:xfrm>
            <a:off x="3695781" y="8249507"/>
            <a:ext cx="3462310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61AC212-1AFB-B016-07B5-DA34A71288A7}"/>
              </a:ext>
            </a:extLst>
          </p:cNvPr>
          <p:cNvSpPr/>
          <p:nvPr userDrawn="1"/>
        </p:nvSpPr>
        <p:spPr>
          <a:xfrm>
            <a:off x="1926820" y="2691020"/>
            <a:ext cx="1494788" cy="1817098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77" dirty="0"/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2D884B06-B69A-3601-5ABA-6650FDD8F30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340021" y="3050525"/>
            <a:ext cx="704001" cy="795312"/>
          </a:xfrm>
        </p:spPr>
        <p:txBody>
          <a:bodyPr/>
          <a:lstStyle>
            <a:lvl1pPr algn="ctr">
              <a:buNone/>
              <a:defRPr sz="463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DA8F53-D561-414B-E3BE-39BCB9F2B243}"/>
              </a:ext>
            </a:extLst>
          </p:cNvPr>
          <p:cNvSpPr/>
          <p:nvPr userDrawn="1"/>
        </p:nvSpPr>
        <p:spPr>
          <a:xfrm>
            <a:off x="10844352" y="4989949"/>
            <a:ext cx="1494788" cy="1817098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77" dirty="0"/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447766C4-93E7-0759-CCB4-51006A7ACA2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257553" y="5349454"/>
            <a:ext cx="704001" cy="795312"/>
          </a:xfrm>
        </p:spPr>
        <p:txBody>
          <a:bodyPr/>
          <a:lstStyle>
            <a:lvl1pPr algn="ctr">
              <a:buNone/>
              <a:defRPr sz="463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D5784E-A6C0-8A3A-89FD-359B31FD10EE}"/>
              </a:ext>
            </a:extLst>
          </p:cNvPr>
          <p:cNvSpPr/>
          <p:nvPr userDrawn="1"/>
        </p:nvSpPr>
        <p:spPr>
          <a:xfrm>
            <a:off x="1967177" y="7389830"/>
            <a:ext cx="1494788" cy="1817098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77" dirty="0"/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E977BBC7-242E-8A07-9ED8-6A3A24B719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380378" y="7749336"/>
            <a:ext cx="704001" cy="795312"/>
          </a:xfrm>
        </p:spPr>
        <p:txBody>
          <a:bodyPr/>
          <a:lstStyle>
            <a:lvl1pPr algn="ctr">
              <a:buNone/>
              <a:defRPr sz="463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374443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A2B3-42AD-15BE-DDE3-409F18E4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B58DF-C805-8433-B81F-1E8A8BDE7929}"/>
              </a:ext>
            </a:extLst>
          </p:cNvPr>
          <p:cNvSpPr txBox="1"/>
          <p:nvPr/>
        </p:nvSpPr>
        <p:spPr>
          <a:xfrm>
            <a:off x="4714638" y="-723346"/>
            <a:ext cx="5690078" cy="768216"/>
          </a:xfrm>
          <a:prstGeom prst="rect">
            <a:avLst/>
          </a:prstGeom>
        </p:spPr>
        <p:txBody>
          <a:bodyPr vert="horz" wrap="square" lIns="151193" tIns="75597" rIns="151193" bIns="75597" rtlCol="0">
            <a:normAutofit/>
          </a:bodyPr>
          <a:lstStyle/>
          <a:p>
            <a:pPr marL="0" indent="0" algn="ctr">
              <a:buNone/>
            </a:pPr>
            <a:r>
              <a:rPr lang="en-US" sz="1323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2B629-8E64-D073-4E1E-AC6CEE01F313}"/>
              </a:ext>
            </a:extLst>
          </p:cNvPr>
          <p:cNvSpPr txBox="1"/>
          <p:nvPr userDrawn="1"/>
        </p:nvSpPr>
        <p:spPr>
          <a:xfrm>
            <a:off x="4714638" y="-723346"/>
            <a:ext cx="5690078" cy="768216"/>
          </a:xfrm>
          <a:prstGeom prst="rect">
            <a:avLst/>
          </a:prstGeom>
        </p:spPr>
        <p:txBody>
          <a:bodyPr vert="horz" wrap="square" lIns="151193" tIns="75597" rIns="151193" bIns="75597" rtlCol="0">
            <a:normAutofit/>
          </a:bodyPr>
          <a:lstStyle/>
          <a:p>
            <a:pPr marL="0" indent="0" algn="ctr">
              <a:buNone/>
            </a:pPr>
            <a:r>
              <a:rPr lang="en-US" sz="1323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9E9CE-7DF5-A990-F642-604B0336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2261720" y="9547912"/>
            <a:ext cx="2380741" cy="89470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FEA20-F578-35A8-739D-A647E2C904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1497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A50818-7B33-E9F3-BB6A-B9D4E27BE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90422-4989-104C-3102-05767DAB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CB5C73A-E21C-D46F-654F-0D573C8E3D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711427" y="2405660"/>
            <a:ext cx="7399558" cy="640848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76393C-F462-3449-C6C6-11E9CFC39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2893" y="3616737"/>
            <a:ext cx="6042491" cy="3362642"/>
          </a:xfrm>
          <a:solidFill>
            <a:schemeClr val="accent3">
              <a:alpha val="51000"/>
            </a:schemeClr>
          </a:solidFill>
        </p:spPr>
        <p:txBody>
          <a:bodyPr lIns="72000" rIns="72000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54731846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A9207-260B-D9F2-0E01-865F5857CA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342" y="5650981"/>
            <a:ext cx="13631037" cy="608708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Presenter name and/or email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1FB8B76-7754-7D78-1C06-25D784320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4343" y="6756067"/>
            <a:ext cx="13631038" cy="608708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Co-authors and/or references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AA3FB-49E2-A58E-392E-D98F1C9635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586" y="3948664"/>
            <a:ext cx="13631037" cy="1026294"/>
          </a:xfrm>
        </p:spPr>
        <p:txBody>
          <a:bodyPr/>
          <a:lstStyle>
            <a:lvl1pPr>
              <a:defRPr sz="5953"/>
            </a:lvl1pPr>
          </a:lstStyle>
          <a:p>
            <a:r>
              <a:rPr lang="en-US" dirty="0"/>
              <a:t>Thank you for your attention</a:t>
            </a:r>
            <a:endParaRPr lang="de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41405-7A39-9C2A-30A6-144A9B1D33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de-CH" sz="1488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39173-0151-28B1-95CC-6FF726E9E7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7143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ti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image" Target="../media/image4.wmf"/><Relationship Id="rId8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F35E034-9A58-8244-A538-34357471FC0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41259387"/>
              </p:ext>
            </p:extLst>
          </p:nvPr>
        </p:nvGraphicFramePr>
        <p:xfrm>
          <a:off x="381482" y="10235846"/>
          <a:ext cx="7181666" cy="166090"/>
        </p:xfrm>
        <a:graphic>
          <a:graphicData uri="http://schemas.openxmlformats.org/drawingml/2006/table">
            <a:tbl>
              <a:tblPr/>
              <a:tblGrid>
                <a:gridCol w="7181666">
                  <a:extLst>
                    <a:ext uri="{9D8B030D-6E8A-4147-A177-3AD203B41FA5}">
                      <a16:colId xmlns:a16="http://schemas.microsoft.com/office/drawing/2014/main" val="2292528320"/>
                    </a:ext>
                  </a:extLst>
                </a:gridCol>
              </a:tblGrid>
              <a:tr h="166090">
                <a:tc>
                  <a:txBody>
                    <a:bodyPr/>
                    <a:lstStyle>
                      <a:lvl1pPr marL="0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1814398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3628796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5443195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7257593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9071991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10886389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12700787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14515186" algn="l" defTabSz="3628796" rtl="0" eaLnBrk="1" latinLnBrk="0" hangingPunct="1">
                        <a:defRPr sz="7143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40385" algn="l"/>
                        </a:tabLst>
                      </a:pPr>
                      <a:r>
                        <a:rPr lang="de-CH" sz="900" kern="1600" dirty="0">
                          <a:effectLst/>
                        </a:rPr>
                        <a:t>Kreuzstrasse 2, 4123 Allschwil, </a:t>
                      </a:r>
                      <a:r>
                        <a:rPr lang="de-CH" sz="900" kern="1600" dirty="0" err="1">
                          <a:effectLst/>
                        </a:rPr>
                        <a:t>Switzerland</a:t>
                      </a:r>
                      <a:r>
                        <a:rPr lang="de-CH" sz="900" kern="1600" dirty="0">
                          <a:effectLst/>
                        </a:rPr>
                        <a:t>, +41(0)61 284 81 11, www.swisstph.ch</a:t>
                      </a:r>
                      <a:endParaRPr lang="en-GB" sz="9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8124" marR="28124" marT="18385" marB="1838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392799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4C852954-5F85-FB4C-9AE0-02B2C788B6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9398" y="10070079"/>
            <a:ext cx="643052" cy="2828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1D9617-0C93-B447-88B0-ED111225B84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2502" y="9963107"/>
            <a:ext cx="1012460" cy="418111"/>
          </a:xfrm>
          <a:prstGeom prst="rect">
            <a:avLst/>
          </a:prstGeo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F7EC6B2-67EC-5340-985C-776A4B2C8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481" y="2319347"/>
            <a:ext cx="14350970" cy="75168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defTabSz="0" fontAlgn="base">
              <a:spcBef>
                <a:spcPct val="0"/>
              </a:spcBef>
              <a:spcAft>
                <a:spcPct val="13000"/>
              </a:spcAft>
              <a:buFont typeface="Arial" charset="0"/>
            </a:pPr>
            <a:r>
              <a:rPr lang="en-US" dirty="0"/>
              <a:t>Edit Master text styles</a:t>
            </a:r>
          </a:p>
        </p:txBody>
      </p:sp>
      <p:sp>
        <p:nvSpPr>
          <p:cNvPr id="20" name="Title Placeholder 19">
            <a:extLst>
              <a:ext uri="{FF2B5EF4-FFF2-40B4-BE49-F238E27FC236}">
                <a16:creationId xmlns:a16="http://schemas.microsoft.com/office/drawing/2014/main" id="{5A7E926C-D21F-2B49-9B41-BAC8E1152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82" y="842035"/>
            <a:ext cx="11449988" cy="45184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4876" y="407355"/>
            <a:ext cx="2137416" cy="112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4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txStyles>
    <p:titleStyle>
      <a:lvl1pPr algn="l" defTabSz="1134025" rtl="0" eaLnBrk="1" latinLnBrk="0" hangingPunct="1">
        <a:lnSpc>
          <a:spcPct val="90000"/>
        </a:lnSpc>
        <a:spcBef>
          <a:spcPct val="0"/>
        </a:spcBef>
        <a:buNone/>
        <a:defRPr lang="en-US" sz="2438" b="1" kern="1200" dirty="0" smtClean="0">
          <a:solidFill>
            <a:schemeClr val="accent1">
              <a:lumMod val="10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134025" rtl="0" eaLnBrk="1" latinLnBrk="0" hangingPunct="1">
        <a:lnSpc>
          <a:spcPct val="90000"/>
        </a:lnSpc>
        <a:spcBef>
          <a:spcPts val="1240"/>
        </a:spcBef>
        <a:buFont typeface="Arial" panose="020B0604020202020204" pitchFamily="34" charset="0"/>
        <a:buNone/>
        <a:defRPr lang="en-US" sz="1125" b="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850518" indent="-283507" algn="l" defTabSz="113402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lang="en-US" sz="378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417532" indent="-283507" algn="l" defTabSz="113402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lang="en-US" sz="378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984543" indent="-283507" algn="l" defTabSz="113402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lang="en-US" sz="378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551557" indent="-283507" algn="l" defTabSz="113402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lang="en-US" sz="378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3118569" indent="-283507" algn="l" defTabSz="113402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581" indent="-283507" algn="l" defTabSz="113402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594" indent="-283507" algn="l" defTabSz="113402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606" indent="-283507" algn="l" defTabSz="113402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34025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7012" algn="l" defTabSz="1134025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4025" algn="l" defTabSz="1134025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1038" algn="l" defTabSz="1134025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8050" algn="l" defTabSz="1134025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5063" algn="l" defTabSz="1134025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2075" algn="l" defTabSz="1134025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9088" algn="l" defTabSz="1134025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6101" algn="l" defTabSz="1134025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9277" userDrawn="1">
          <p15:clr>
            <a:srgbClr val="F26B43"/>
          </p15:clr>
        </p15:guide>
        <p15:guide id="3" pos="4769" userDrawn="1">
          <p15:clr>
            <a:srgbClr val="F26B43"/>
          </p15:clr>
        </p15:guide>
        <p15:guide id="4" orient="horz" pos="3368" userDrawn="1">
          <p15:clr>
            <a:srgbClr val="F26B43"/>
          </p15:clr>
        </p15:guide>
        <p15:guide id="5" orient="horz" pos="75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2827" y="569241"/>
            <a:ext cx="13622554" cy="10262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827" y="1942388"/>
            <a:ext cx="13622554" cy="703999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0804" y="9682998"/>
            <a:ext cx="309643" cy="569240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lvl1pPr algn="r">
              <a:defRPr sz="1488">
                <a:solidFill>
                  <a:schemeClr val="tx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C1F39F4-648D-3C9A-8CD1-8E9C3C775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52425" y="9681918"/>
            <a:ext cx="10387565" cy="56924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488">
                <a:solidFill>
                  <a:schemeClr val="tx1"/>
                </a:solidFill>
              </a:defRPr>
            </a:lvl1pPr>
          </a:lstStyle>
          <a:p>
            <a:endParaRPr lang="de-CH" sz="1488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262DC-A476-C090-3274-C391B53779F6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12278427" y="9347060"/>
            <a:ext cx="2380741" cy="89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4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</p:sldLayoutIdLst>
  <p:hf hdr="0" dt="0"/>
  <p:txStyles>
    <p:titleStyle>
      <a:lvl1pPr algn="l" defTabSz="1133996" rtl="0" eaLnBrk="1" latinLnBrk="0" hangingPunct="1">
        <a:lnSpc>
          <a:spcPct val="90000"/>
        </a:lnSpc>
        <a:spcBef>
          <a:spcPct val="0"/>
        </a:spcBef>
        <a:buNone/>
        <a:defRPr sz="4630" b="1" kern="120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283499" indent="-283499" algn="l" defTabSz="1133996" rtl="0" eaLnBrk="1" latinLnBrk="0" hangingPunct="1">
        <a:lnSpc>
          <a:spcPct val="114000"/>
        </a:lnSpc>
        <a:spcBef>
          <a:spcPts val="1240"/>
        </a:spcBef>
        <a:spcAft>
          <a:spcPts val="661"/>
        </a:spcAft>
        <a:buClr>
          <a:schemeClr val="accent5"/>
        </a:buClr>
        <a:buFont typeface="Arial" panose="020B0604020202020204" pitchFamily="34" charset="0"/>
        <a:buChar char="•"/>
        <a:defRPr sz="2977" kern="1200">
          <a:solidFill>
            <a:schemeClr val="tx1"/>
          </a:solidFill>
          <a:latin typeface="+mn-lt"/>
          <a:ea typeface="+mn-ea"/>
          <a:cs typeface="+mn-cs"/>
        </a:defRPr>
      </a:lvl1pPr>
      <a:lvl2pPr marL="850498" indent="-283499" algn="l" defTabSz="1133996" rtl="0" eaLnBrk="1" latinLnBrk="0" hangingPunct="1">
        <a:lnSpc>
          <a:spcPct val="114000"/>
        </a:lnSpc>
        <a:spcBef>
          <a:spcPts val="620"/>
        </a:spcBef>
        <a:spcAft>
          <a:spcPts val="661"/>
        </a:spcAft>
        <a:buClr>
          <a:schemeClr val="accent5"/>
        </a:buClr>
        <a:buFont typeface="Courier New" panose="02070309020205020404" pitchFamily="49" charset="0"/>
        <a:buChar char="o"/>
        <a:defRPr sz="2645" kern="1200">
          <a:solidFill>
            <a:schemeClr val="tx1"/>
          </a:solidFill>
          <a:latin typeface="+mn-lt"/>
          <a:ea typeface="+mn-ea"/>
          <a:cs typeface="+mn-cs"/>
        </a:defRPr>
      </a:lvl2pPr>
      <a:lvl3pPr marL="1417495" indent="-283499" algn="l" defTabSz="1133996" rtl="0" eaLnBrk="1" latinLnBrk="0" hangingPunct="1">
        <a:lnSpc>
          <a:spcPct val="114000"/>
        </a:lnSpc>
        <a:spcBef>
          <a:spcPts val="620"/>
        </a:spcBef>
        <a:spcAft>
          <a:spcPts val="661"/>
        </a:spcAft>
        <a:buClr>
          <a:schemeClr val="accent5"/>
        </a:buClr>
        <a:buFont typeface="Symbol" panose="05050102010706020507" pitchFamily="18" charset="2"/>
        <a:buChar char="-"/>
        <a:defRPr sz="2316" kern="1200">
          <a:solidFill>
            <a:schemeClr val="tx1"/>
          </a:solidFill>
          <a:latin typeface="+mn-lt"/>
          <a:ea typeface="+mn-ea"/>
          <a:cs typeface="+mn-cs"/>
        </a:defRPr>
      </a:lvl3pPr>
      <a:lvl4pPr marL="1984493" indent="-283499" algn="l" defTabSz="1133996" rtl="0" eaLnBrk="1" latinLnBrk="0" hangingPunct="1">
        <a:lnSpc>
          <a:spcPct val="114000"/>
        </a:lnSpc>
        <a:spcBef>
          <a:spcPts val="620"/>
        </a:spcBef>
        <a:spcAft>
          <a:spcPts val="661"/>
        </a:spcAft>
        <a:buClr>
          <a:schemeClr val="accent5"/>
        </a:buClr>
        <a:buFont typeface="Wingdings" panose="05000000000000000000" pitchFamily="2" charset="2"/>
        <a:buChar char="§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551492" indent="-283499" algn="l" defTabSz="113399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3118490" indent="-283499" algn="l" defTabSz="113399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685489" indent="-283499" algn="l" defTabSz="113399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4252486" indent="-283499" algn="l" defTabSz="113399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819485" indent="-283499" algn="l" defTabSz="1133996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3399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1pPr>
      <a:lvl2pPr marL="566999" algn="l" defTabSz="113399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2pPr>
      <a:lvl3pPr marL="1133996" algn="l" defTabSz="113399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3pPr>
      <a:lvl4pPr marL="1700995" algn="l" defTabSz="113399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4pPr>
      <a:lvl5pPr marL="2267992" algn="l" defTabSz="113399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5pPr>
      <a:lvl6pPr marL="2834991" algn="l" defTabSz="113399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6pPr>
      <a:lvl7pPr marL="3401988" algn="l" defTabSz="113399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7pPr>
      <a:lvl8pPr marL="3968987" algn="l" defTabSz="113399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8pPr>
      <a:lvl9pPr marL="4535986" algn="l" defTabSz="1133996" rtl="0" eaLnBrk="1" latinLnBrk="0" hangingPunct="1">
        <a:defRPr sz="22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577" userDrawn="1">
          <p15:clr>
            <a:srgbClr val="F26B43"/>
          </p15:clr>
        </p15:guide>
        <p15:guide id="8" pos="235" userDrawn="1">
          <p15:clr>
            <a:srgbClr val="F26B43"/>
          </p15:clr>
        </p15:guide>
        <p15:guide id="9" pos="2273" userDrawn="1">
          <p15:clr>
            <a:srgbClr val="F26B43"/>
          </p15:clr>
        </p15:guide>
        <p15:guide id="10" pos="4365" userDrawn="1">
          <p15:clr>
            <a:srgbClr val="F26B43"/>
          </p15:clr>
        </p15:guide>
        <p15:guide id="11" orient="horz" pos="1620" userDrawn="1">
          <p15:clr>
            <a:srgbClr val="F26B43"/>
          </p15:clr>
        </p15:guide>
        <p15:guide id="12" orient="horz" pos="3049" userDrawn="1">
          <p15:clr>
            <a:srgbClr val="F26B43"/>
          </p15:clr>
        </p15:guide>
        <p15:guide id="13" orient="horz" pos="2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05A1A-BD9A-4FEE-5D04-44AE0EA0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827" y="1546383"/>
            <a:ext cx="13622554" cy="816349"/>
          </a:xfrm>
        </p:spPr>
        <p:txBody>
          <a:bodyPr/>
          <a:lstStyle/>
          <a:p>
            <a:r>
              <a:rPr lang="en-US" dirty="0"/>
              <a:t>Activities from June 2025 to June 2026</a:t>
            </a:r>
            <a:endParaRPr lang="de-C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91B9F39-481A-11EE-0BAF-185A3FF318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3049" y="2892460"/>
            <a:ext cx="12565178" cy="6356111"/>
          </a:xfrm>
        </p:spPr>
        <p:txBody>
          <a:bodyPr numCol="1"/>
          <a:lstStyle/>
          <a:p>
            <a:pPr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</a:pPr>
            <a:r>
              <a:rPr lang="it-IT" sz="2232" dirty="0"/>
              <a:t>Cohort implementation in OM (with Christian)</a:t>
            </a:r>
          </a:p>
          <a:p>
            <a:pPr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</a:pPr>
            <a:r>
              <a:rPr lang="it-IT" sz="2232" dirty="0" err="1"/>
              <a:t>Teaching</a:t>
            </a:r>
            <a:r>
              <a:rPr lang="it-IT" sz="2232" dirty="0"/>
              <a:t> </a:t>
            </a:r>
            <a:r>
              <a:rPr lang="it-IT" sz="2232" dirty="0" err="1"/>
              <a:t>at</a:t>
            </a:r>
            <a:r>
              <a:rPr lang="it-IT" sz="2232" dirty="0"/>
              <a:t> </a:t>
            </a:r>
            <a:r>
              <a:rPr lang="it-IT" sz="2232" dirty="0" err="1"/>
              <a:t>Summer</a:t>
            </a:r>
            <a:r>
              <a:rPr lang="it-IT" sz="2232" dirty="0"/>
              <a:t> school in Kenya</a:t>
            </a:r>
          </a:p>
          <a:p>
            <a:pPr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</a:pPr>
            <a:r>
              <a:rPr lang="it-IT" sz="2232" dirty="0"/>
              <a:t>Simulation set-up, running and </a:t>
            </a:r>
            <a:r>
              <a:rPr lang="it-IT" sz="2232" dirty="0" err="1"/>
              <a:t>analysis</a:t>
            </a:r>
            <a:r>
              <a:rPr lang="it-IT" sz="2232" dirty="0"/>
              <a:t> of </a:t>
            </a:r>
            <a:r>
              <a:rPr lang="it-IT" sz="2232" dirty="0" err="1"/>
              <a:t>results</a:t>
            </a:r>
            <a:r>
              <a:rPr lang="it-IT" sz="2232" dirty="0"/>
              <a:t> for community </a:t>
            </a:r>
            <a:r>
              <a:rPr lang="it-IT" sz="2232" dirty="0" err="1"/>
              <a:t>protection</a:t>
            </a:r>
            <a:r>
              <a:rPr lang="it-IT" sz="2232" dirty="0"/>
              <a:t> </a:t>
            </a:r>
            <a:r>
              <a:rPr lang="it-IT" sz="2232" dirty="0" err="1"/>
              <a:t>question</a:t>
            </a:r>
            <a:endParaRPr lang="it-IT" sz="2232" dirty="0"/>
          </a:p>
          <a:p>
            <a:pPr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</a:pPr>
            <a:r>
              <a:rPr lang="it-IT" sz="2232" dirty="0"/>
              <a:t>Update of ITN parameterization</a:t>
            </a:r>
          </a:p>
          <a:p>
            <a:pPr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</a:pPr>
            <a:r>
              <a:rPr lang="it-IT" sz="2232" dirty="0"/>
              <a:t>Rerunning simulation and </a:t>
            </a:r>
            <a:r>
              <a:rPr lang="it-IT" sz="2232" dirty="0" err="1"/>
              <a:t>analysis</a:t>
            </a:r>
            <a:r>
              <a:rPr lang="it-IT" sz="2232" dirty="0"/>
              <a:t> of results</a:t>
            </a:r>
          </a:p>
          <a:p>
            <a:pPr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</a:pPr>
            <a:r>
              <a:rPr lang="it-IT" sz="2232" dirty="0"/>
              <a:t>Assistance: Cohort implementation in OM </a:t>
            </a:r>
          </a:p>
          <a:p>
            <a:pPr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</a:pPr>
            <a:r>
              <a:rPr lang="it-IT" sz="2232" dirty="0"/>
              <a:t>Final </a:t>
            </a:r>
            <a:r>
              <a:rPr lang="it-IT" sz="2232" dirty="0" err="1"/>
              <a:t>course</a:t>
            </a:r>
            <a:r>
              <a:rPr lang="it-IT" sz="2232" dirty="0"/>
              <a:t> work</a:t>
            </a:r>
          </a:p>
          <a:p>
            <a:pPr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</a:pPr>
            <a:r>
              <a:rPr lang="it-IT" sz="2232" dirty="0"/>
              <a:t>Presentation of results to CHAI</a:t>
            </a:r>
          </a:p>
          <a:p>
            <a:pPr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</a:pPr>
            <a:r>
              <a:rPr lang="it-IT" sz="2232" dirty="0"/>
              <a:t>Presentation </a:t>
            </a:r>
            <a:r>
              <a:rPr lang="it-IT" sz="2232" dirty="0" err="1"/>
              <a:t>at</a:t>
            </a:r>
            <a:r>
              <a:rPr lang="it-IT" sz="2232" dirty="0"/>
              <a:t> Second </a:t>
            </a:r>
            <a:r>
              <a:rPr lang="it-IT" sz="2232" dirty="0" err="1"/>
              <a:t>Annual</a:t>
            </a:r>
            <a:r>
              <a:rPr lang="it-IT" sz="2232" dirty="0"/>
              <a:t> PhD Committee Meeting</a:t>
            </a:r>
          </a:p>
          <a:p>
            <a:pPr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</a:pPr>
            <a:r>
              <a:rPr lang="it-IT" sz="2232" dirty="0"/>
              <a:t>Manuscript writing</a:t>
            </a:r>
          </a:p>
          <a:p>
            <a:pPr>
              <a:lnSpc>
                <a:spcPct val="100000"/>
              </a:lnSpc>
              <a:spcBef>
                <a:spcPts val="992"/>
              </a:spcBef>
              <a:spcAft>
                <a:spcPts val="0"/>
              </a:spcAft>
            </a:pPr>
            <a:endParaRPr lang="en-US" sz="1737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51E32-09F4-CB67-4729-2D7F72B512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00804" y="8795777"/>
            <a:ext cx="309643" cy="452793"/>
          </a:xfrm>
        </p:spPr>
        <p:txBody>
          <a:bodyPr/>
          <a:lstStyle/>
          <a:p>
            <a:pPr defTabSz="755998"/>
            <a:fld id="{E14D7B56-9DF5-4E8D-B448-5569FA30FAB2}" type="slidenum">
              <a:rPr lang="de-CH">
                <a:solidFill>
                  <a:srgbClr val="000000"/>
                </a:solidFill>
                <a:latin typeface="Aptos" panose="02110004020202020204"/>
              </a:rPr>
              <a:pPr defTabSz="755998"/>
              <a:t>1</a:t>
            </a:fld>
            <a:endParaRPr lang="de-CH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CA24AD9-DCE3-219D-9AD7-56CEA603B5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2217" y="2266916"/>
            <a:ext cx="13623164" cy="451481"/>
          </a:xfrm>
        </p:spPr>
        <p:txBody>
          <a:bodyPr/>
          <a:lstStyle/>
          <a:p>
            <a:r>
              <a:rPr lang="en-US" sz="1909" dirty="0"/>
              <a:t>Zenabu Suboi</a:t>
            </a:r>
            <a:endParaRPr lang="de-CH" sz="1909" dirty="0"/>
          </a:p>
        </p:txBody>
      </p:sp>
    </p:spTree>
    <p:extLst>
      <p:ext uri="{BB962C8B-B14F-4D97-AF65-F5344CB8AC3E}">
        <p14:creationId xmlns:p14="http://schemas.microsoft.com/office/powerpoint/2010/main" val="2240364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80B0E-0B03-D69E-5599-69649BFF2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61">
            <a:extLst>
              <a:ext uri="{FF2B5EF4-FFF2-40B4-BE49-F238E27FC236}">
                <a16:creationId xmlns:a16="http://schemas.microsoft.com/office/drawing/2014/main" id="{9098B794-47F7-E92F-A348-36D5D3E62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39" y="764722"/>
            <a:ext cx="11245002" cy="1283743"/>
          </a:xfrm>
        </p:spPr>
        <p:txBody>
          <a:bodyPr/>
          <a:lstStyle/>
          <a:p>
            <a:r>
              <a:rPr lang="en-US" sz="4000" dirty="0">
                <a:solidFill>
                  <a:srgbClr val="5F4CAF"/>
                </a:solidFill>
              </a:rPr>
              <a:t>Evaluating the Community Effects of LLINs Across Transmission Intensities 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9F09805D-49FC-2633-33F2-1F147C31A5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339" y="2226994"/>
            <a:ext cx="11460902" cy="490761"/>
          </a:xfrm>
        </p:spPr>
        <p:txBody>
          <a:bodyPr/>
          <a:lstStyle/>
          <a:p>
            <a:pPr defTabSz="0" fontAlgn="base">
              <a:spcBef>
                <a:spcPct val="0"/>
              </a:spcBef>
            </a:pPr>
            <a:r>
              <a:rPr lang="en-GB" sz="2800" b="1" i="0" kern="0" dirty="0">
                <a:solidFill>
                  <a:srgbClr val="5F4CAF"/>
                </a:solidFill>
              </a:rPr>
              <a:t>Zenabu Suboi</a:t>
            </a:r>
            <a:endParaRPr lang="en-GB" sz="2800" i="0" kern="0" dirty="0">
              <a:solidFill>
                <a:srgbClr val="5F4CAF"/>
              </a:solidFill>
            </a:endParaRPr>
          </a:p>
          <a:p>
            <a:pPr defTabSz="0" fontAlgn="base">
              <a:spcBef>
                <a:spcPct val="0"/>
              </a:spcBef>
            </a:pPr>
            <a:endParaRPr lang="en-GB" kern="0" dirty="0">
              <a:solidFill>
                <a:srgbClr val="000000"/>
              </a:solidFill>
            </a:endParaRPr>
          </a:p>
          <a:p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F301EAA-03F5-B3F0-0D74-A737E6E411B1}"/>
              </a:ext>
            </a:extLst>
          </p:cNvPr>
          <p:cNvCxnSpPr/>
          <p:nvPr/>
        </p:nvCxnSpPr>
        <p:spPr>
          <a:xfrm>
            <a:off x="370568" y="2797847"/>
            <a:ext cx="14343185" cy="0"/>
          </a:xfrm>
          <a:prstGeom prst="line">
            <a:avLst/>
          </a:prstGeom>
          <a:ln w="38100">
            <a:solidFill>
              <a:srgbClr val="5F4C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68">
            <a:extLst>
              <a:ext uri="{FF2B5EF4-FFF2-40B4-BE49-F238E27FC236}">
                <a16:creationId xmlns:a16="http://schemas.microsoft.com/office/drawing/2014/main" id="{F0C88C1C-A75B-6AAB-6AA8-EE6733C4754B}"/>
              </a:ext>
            </a:extLst>
          </p:cNvPr>
          <p:cNvSpPr txBox="1">
            <a:spLocks/>
          </p:cNvSpPr>
          <p:nvPr/>
        </p:nvSpPr>
        <p:spPr>
          <a:xfrm>
            <a:off x="11668154" y="3286168"/>
            <a:ext cx="2505369" cy="283152"/>
          </a:xfrm>
          <a:prstGeom prst="rect">
            <a:avLst/>
          </a:prstGeom>
          <a:noFill/>
        </p:spPr>
        <p:txBody>
          <a:bodyPr vert="horz" lIns="72737" tIns="36368" rIns="72737" bIns="36368" rtlCol="0">
            <a:noAutofit/>
          </a:bodyPr>
          <a:lstStyle>
            <a:lvl1pPr marL="0" indent="0" algn="l" defTabSz="142555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69162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781938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94712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207488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lang="en-US" sz="475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20263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33037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345813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058587" indent="-356388" algn="l" defTabSz="1425550" rtl="0" eaLnBrk="1" latinLnBrk="0" hangingPunct="1">
              <a:lnSpc>
                <a:spcPct val="90000"/>
              </a:lnSpc>
              <a:spcBef>
                <a:spcPts val="779"/>
              </a:spcBef>
              <a:buFont typeface="Arial" panose="020B0604020202020204" pitchFamily="34" charset="0"/>
              <a:buChar char="•"/>
              <a:defRPr sz="28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Aft>
                <a:spcPts val="94"/>
              </a:spcAft>
            </a:pPr>
            <a:r>
              <a:rPr lang="en-US" sz="1591" b="1" dirty="0">
                <a:solidFill>
                  <a:srgbClr val="5F4CAF"/>
                </a:solidFill>
              </a:rPr>
              <a:t>How did I go about it?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F1FF108-F97B-084F-F71A-5BFF68A31BD1}"/>
              </a:ext>
            </a:extLst>
          </p:cNvPr>
          <p:cNvSpPr/>
          <p:nvPr/>
        </p:nvSpPr>
        <p:spPr>
          <a:xfrm>
            <a:off x="388945" y="3213803"/>
            <a:ext cx="4533328" cy="1524811"/>
          </a:xfrm>
          <a:prstGeom prst="roundRect">
            <a:avLst/>
          </a:prstGeom>
          <a:solidFill>
            <a:srgbClr val="D6CFF2"/>
          </a:solidFill>
          <a:ln>
            <a:solidFill>
              <a:srgbClr val="5F4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rgbClr val="5F4CAF"/>
                </a:solidFill>
              </a:rPr>
              <a:t>1. Question</a:t>
            </a:r>
          </a:p>
          <a:p>
            <a:r>
              <a:rPr lang="en-US" sz="1800" dirty="0">
                <a:solidFill>
                  <a:schemeClr val="tx1"/>
                </a:solidFill>
              </a:rPr>
              <a:t>How does </a:t>
            </a:r>
            <a:r>
              <a:rPr lang="en-US" sz="1800" b="1" dirty="0">
                <a:solidFill>
                  <a:srgbClr val="DC7C31"/>
                </a:solidFill>
              </a:rPr>
              <a:t>community protection </a:t>
            </a:r>
            <a:r>
              <a:rPr lang="en-US" sz="1800" dirty="0">
                <a:solidFill>
                  <a:schemeClr val="tx1"/>
                </a:solidFill>
              </a:rPr>
              <a:t>(protection offered by </a:t>
            </a:r>
            <a:r>
              <a:rPr lang="en-US" sz="1800" b="1" dirty="0">
                <a:solidFill>
                  <a:schemeClr val="tx1"/>
                </a:solidFill>
              </a:rPr>
              <a:t>LLINs</a:t>
            </a:r>
            <a:r>
              <a:rPr lang="en-US" sz="1800" dirty="0">
                <a:solidFill>
                  <a:schemeClr val="tx1"/>
                </a:solidFill>
              </a:rPr>
              <a:t> to </a:t>
            </a:r>
            <a:r>
              <a:rPr lang="en-US" sz="1800" b="1" dirty="0">
                <a:solidFill>
                  <a:srgbClr val="DC7C31"/>
                </a:solidFill>
              </a:rPr>
              <a:t>non LLIN</a:t>
            </a:r>
            <a:r>
              <a:rPr lang="en-US" sz="1800" b="1" dirty="0">
                <a:solidFill>
                  <a:srgbClr val="5F4CAF"/>
                </a:solidFill>
              </a:rPr>
              <a:t> </a:t>
            </a:r>
            <a:r>
              <a:rPr lang="en-US" sz="1800" b="1" dirty="0">
                <a:solidFill>
                  <a:srgbClr val="DC7C31"/>
                </a:solidFill>
              </a:rPr>
              <a:t>users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r>
              <a:rPr lang="en-US" sz="1800" b="1" dirty="0">
                <a:solidFill>
                  <a:srgbClr val="DC7C3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vary </a:t>
            </a:r>
            <a:r>
              <a:rPr lang="en-US" sz="1800" dirty="0">
                <a:solidFill>
                  <a:schemeClr val="tx1"/>
                </a:solidFill>
              </a:rPr>
              <a:t>across</a:t>
            </a:r>
            <a:r>
              <a:rPr lang="en-US" sz="1800" b="1" dirty="0">
                <a:solidFill>
                  <a:schemeClr val="tx1"/>
                </a:solidFill>
              </a:rPr>
              <a:t> transmission intensities </a:t>
            </a:r>
            <a:r>
              <a:rPr lang="en-US" sz="1800" dirty="0">
                <a:solidFill>
                  <a:schemeClr val="tx1"/>
                </a:solidFill>
              </a:rPr>
              <a:t>and</a:t>
            </a:r>
            <a:r>
              <a:rPr lang="en-US" sz="1800" b="1" dirty="0">
                <a:solidFill>
                  <a:schemeClr val="tx1"/>
                </a:solidFill>
              </a:rPr>
              <a:t> effective usage </a:t>
            </a:r>
            <a:r>
              <a:rPr lang="en-US" sz="1800" dirty="0">
                <a:solidFill>
                  <a:schemeClr val="tx1"/>
                </a:solidFill>
              </a:rPr>
              <a:t>levels</a:t>
            </a:r>
            <a:r>
              <a:rPr lang="en-US" sz="1800" b="1" dirty="0">
                <a:solidFill>
                  <a:schemeClr val="tx1"/>
                </a:solidFill>
              </a:rPr>
              <a:t>?</a:t>
            </a:r>
            <a:endParaRPr lang="en-US" sz="1800" dirty="0">
              <a:solidFill>
                <a:schemeClr val="tx1"/>
              </a:solidFill>
            </a:endParaRPr>
          </a:p>
          <a:p>
            <a:pPr algn="ctr"/>
            <a:endParaRPr lang="en-CH" sz="489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3E35FF0-168B-FFB7-1CBC-02964919D325}"/>
              </a:ext>
            </a:extLst>
          </p:cNvPr>
          <p:cNvSpPr/>
          <p:nvPr/>
        </p:nvSpPr>
        <p:spPr>
          <a:xfrm>
            <a:off x="370569" y="6333606"/>
            <a:ext cx="4551704" cy="1801426"/>
          </a:xfrm>
          <a:prstGeom prst="roundRect">
            <a:avLst/>
          </a:prstGeom>
          <a:solidFill>
            <a:srgbClr val="D6CFF2"/>
          </a:solidFill>
          <a:ln>
            <a:solidFill>
              <a:srgbClr val="5F4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94"/>
              </a:spcAft>
            </a:pPr>
            <a:r>
              <a:rPr lang="en-US" sz="1800" b="1" dirty="0">
                <a:solidFill>
                  <a:srgbClr val="5F4CAF"/>
                </a:solidFill>
              </a:rPr>
              <a:t>3. Challenges</a:t>
            </a:r>
          </a:p>
          <a:p>
            <a:pPr marL="227314" indent="-227314">
              <a:spcAft>
                <a:spcPts val="94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Cohort implementation in OpenMalaria</a:t>
            </a:r>
          </a:p>
          <a:p>
            <a:pPr marL="227314" indent="-227314">
              <a:spcAft>
                <a:spcPts val="94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Transitioning to the new ITN parameterization</a:t>
            </a:r>
          </a:p>
          <a:p>
            <a:pPr marL="227314" indent="-227314">
              <a:spcAft>
                <a:spcPts val="94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Finding the right metric to better communicate the message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CD8940-834C-ED95-ECD7-15CA9483FF2B}"/>
              </a:ext>
            </a:extLst>
          </p:cNvPr>
          <p:cNvSpPr/>
          <p:nvPr/>
        </p:nvSpPr>
        <p:spPr>
          <a:xfrm>
            <a:off x="329339" y="8365129"/>
            <a:ext cx="4592934" cy="1439270"/>
          </a:xfrm>
          <a:prstGeom prst="roundRect">
            <a:avLst/>
          </a:prstGeom>
          <a:solidFill>
            <a:srgbClr val="D6CFF2"/>
          </a:solidFill>
          <a:ln>
            <a:solidFill>
              <a:srgbClr val="5F4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71"/>
              </a:spcAft>
            </a:pPr>
            <a:r>
              <a:rPr lang="en-US" sz="1800" b="1" dirty="0">
                <a:solidFill>
                  <a:srgbClr val="5F4CAF"/>
                </a:solidFill>
              </a:rPr>
              <a:t>4. Conclusion</a:t>
            </a:r>
          </a:p>
          <a:p>
            <a:pPr marL="227314" indent="-227314">
              <a:spcAft>
                <a:spcPts val="71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Results suggest </a:t>
            </a:r>
            <a:r>
              <a:rPr lang="en-US" sz="1800" b="1" dirty="0">
                <a:solidFill>
                  <a:schemeClr val="tx1"/>
                </a:solidFill>
              </a:rPr>
              <a:t>moderate LLIN usage </a:t>
            </a:r>
            <a:r>
              <a:rPr lang="en-US" sz="1800" dirty="0">
                <a:solidFill>
                  <a:schemeClr val="tx1"/>
                </a:solidFill>
              </a:rPr>
              <a:t>for </a:t>
            </a:r>
            <a:r>
              <a:rPr lang="en-US" sz="1800" b="1" dirty="0">
                <a:solidFill>
                  <a:schemeClr val="tx1"/>
                </a:solidFill>
              </a:rPr>
              <a:t>low </a:t>
            </a:r>
            <a:r>
              <a:rPr lang="en-US" sz="1800" dirty="0">
                <a:solidFill>
                  <a:schemeClr val="tx1"/>
                </a:solidFill>
              </a:rPr>
              <a:t>and</a:t>
            </a:r>
            <a:r>
              <a:rPr lang="en-US" sz="1800" b="1" dirty="0">
                <a:solidFill>
                  <a:schemeClr val="tx1"/>
                </a:solidFill>
              </a:rPr>
              <a:t> moderate PfPR </a:t>
            </a:r>
            <a:r>
              <a:rPr lang="en-US" sz="1800" dirty="0">
                <a:solidFill>
                  <a:schemeClr val="tx1"/>
                </a:solidFill>
              </a:rPr>
              <a:t>settings, and </a:t>
            </a:r>
            <a:r>
              <a:rPr lang="en-US" sz="1800" b="1" dirty="0">
                <a:solidFill>
                  <a:schemeClr val="tx1"/>
                </a:solidFill>
              </a:rPr>
              <a:t>high usage</a:t>
            </a:r>
            <a:r>
              <a:rPr lang="en-US" sz="1800" dirty="0">
                <a:solidFill>
                  <a:schemeClr val="tx1"/>
                </a:solidFill>
              </a:rPr>
              <a:t> for </a:t>
            </a:r>
            <a:r>
              <a:rPr lang="en-US" sz="1800" b="1" dirty="0">
                <a:solidFill>
                  <a:schemeClr val="tx1"/>
                </a:solidFill>
              </a:rPr>
              <a:t>high PfPR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A1DA06-0652-8A52-C256-D9D903011EE9}"/>
              </a:ext>
            </a:extLst>
          </p:cNvPr>
          <p:cNvSpPr/>
          <p:nvPr/>
        </p:nvSpPr>
        <p:spPr>
          <a:xfrm>
            <a:off x="5160151" y="3009176"/>
            <a:ext cx="5748207" cy="7187448"/>
          </a:xfrm>
          <a:prstGeom prst="roundRect">
            <a:avLst/>
          </a:prstGeom>
          <a:noFill/>
          <a:ln>
            <a:solidFill>
              <a:srgbClr val="5F4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89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F0A3DF-4632-E09E-5F03-137F3F3F14B0}"/>
              </a:ext>
            </a:extLst>
          </p:cNvPr>
          <p:cNvSpPr/>
          <p:nvPr/>
        </p:nvSpPr>
        <p:spPr>
          <a:xfrm>
            <a:off x="11126308" y="3213804"/>
            <a:ext cx="3762864" cy="6590595"/>
          </a:xfrm>
          <a:prstGeom prst="roundRect">
            <a:avLst/>
          </a:prstGeom>
          <a:noFill/>
          <a:ln>
            <a:solidFill>
              <a:srgbClr val="5F4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sz="489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E0FAD6B-D273-3938-A01F-65C3FE8372F0}"/>
              </a:ext>
            </a:extLst>
          </p:cNvPr>
          <p:cNvSpPr/>
          <p:nvPr/>
        </p:nvSpPr>
        <p:spPr>
          <a:xfrm>
            <a:off x="370569" y="4930042"/>
            <a:ext cx="4551704" cy="1193666"/>
          </a:xfrm>
          <a:prstGeom prst="roundRect">
            <a:avLst/>
          </a:prstGeom>
          <a:solidFill>
            <a:srgbClr val="D6CFF2"/>
          </a:solidFill>
          <a:ln>
            <a:solidFill>
              <a:srgbClr val="5F4C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71"/>
              </a:spcAft>
            </a:pPr>
            <a:r>
              <a:rPr lang="en-US" sz="1800" b="1" dirty="0">
                <a:solidFill>
                  <a:srgbClr val="5F4CAF"/>
                </a:solidFill>
              </a:rPr>
              <a:t>2. Answer</a:t>
            </a:r>
          </a:p>
          <a:p>
            <a:pPr marL="227314" indent="-227314">
              <a:spcAft>
                <a:spcPts val="71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DC7C31"/>
                </a:solidFill>
              </a:rPr>
              <a:t>Community protection</a:t>
            </a:r>
            <a:r>
              <a:rPr lang="en-US" sz="1800" b="1" dirty="0">
                <a:solidFill>
                  <a:srgbClr val="FFC000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is</a:t>
            </a:r>
            <a:r>
              <a:rPr lang="en-US" sz="1800" b="1" dirty="0">
                <a:solidFill>
                  <a:schemeClr val="tx1"/>
                </a:solidFill>
              </a:rPr>
              <a:t> stronger </a:t>
            </a:r>
            <a:r>
              <a:rPr lang="en-US" sz="1800" dirty="0">
                <a:solidFill>
                  <a:schemeClr val="tx1"/>
                </a:solidFill>
              </a:rPr>
              <a:t>and</a:t>
            </a:r>
            <a:r>
              <a:rPr lang="en-US" sz="1800" b="1" dirty="0">
                <a:solidFill>
                  <a:schemeClr val="tx1"/>
                </a:solidFill>
              </a:rPr>
              <a:t>  plateaus </a:t>
            </a:r>
            <a:r>
              <a:rPr lang="en-US" sz="1800" dirty="0">
                <a:solidFill>
                  <a:schemeClr val="tx1"/>
                </a:solidFill>
              </a:rPr>
              <a:t>in low and moderate settings, but not in high PfPR setting</a:t>
            </a:r>
            <a:endParaRPr lang="en-CH" sz="18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EDD2B-DC37-6B10-6E96-D03CE1691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6308" y="397176"/>
            <a:ext cx="3984877" cy="13405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525E78D-7639-3552-BAE0-DE72235AD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017" y="3678470"/>
            <a:ext cx="5471604" cy="297518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05E0D73-C534-FF81-B91B-283C34229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8017" y="6732818"/>
            <a:ext cx="5483773" cy="298180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CD6084B-861D-51D2-6904-B1C807B6EC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86108" y="3551832"/>
            <a:ext cx="3400611" cy="604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92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wiss_TPH_New">
      <a:dk1>
        <a:srgbClr val="000000"/>
      </a:dk1>
      <a:lt1>
        <a:srgbClr val="FFFFFF"/>
      </a:lt1>
      <a:dk2>
        <a:srgbClr val="BABCBE"/>
      </a:dk2>
      <a:lt2>
        <a:srgbClr val="717073"/>
      </a:lt2>
      <a:accent1>
        <a:srgbClr val="468AB2"/>
      </a:accent1>
      <a:accent2>
        <a:srgbClr val="BF3227"/>
      </a:accent2>
      <a:accent3>
        <a:srgbClr val="B5C751"/>
      </a:accent3>
      <a:accent4>
        <a:srgbClr val="EDCD64"/>
      </a:accent4>
      <a:accent5>
        <a:srgbClr val="868686"/>
      </a:accent5>
      <a:accent6>
        <a:srgbClr val="C5D3E5"/>
      </a:accent6>
      <a:hlink>
        <a:srgbClr val="B2C654"/>
      </a:hlink>
      <a:folHlink>
        <a:srgbClr val="EBD7A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ster_Scientific_Landscape_16x9-ratio_SwissTPH.potx" id="{E9A2317E-656C-45E6-B924-91389534B99A}" vid="{70C1E59E-B806-4A8E-8F48-D41D393998BC}"/>
    </a:ext>
  </a:extLst>
</a:theme>
</file>

<file path=ppt/theme/theme2.xml><?xml version="1.0" encoding="utf-8"?>
<a:theme xmlns:a="http://schemas.openxmlformats.org/drawingml/2006/main" name="SwissTPH2026">
  <a:themeElements>
    <a:clrScheme name="Swiss TPH 2026">
      <a:dk1>
        <a:srgbClr val="000000"/>
      </a:dk1>
      <a:lt1>
        <a:srgbClr val="FFFFFF"/>
      </a:lt1>
      <a:dk2>
        <a:srgbClr val="432CA1"/>
      </a:dk2>
      <a:lt2>
        <a:srgbClr val="D3D2FE"/>
      </a:lt2>
      <a:accent1>
        <a:srgbClr val="432CA1"/>
      </a:accent1>
      <a:accent2>
        <a:srgbClr val="D3D2FE"/>
      </a:accent2>
      <a:accent3>
        <a:srgbClr val="DDE24A"/>
      </a:accent3>
      <a:accent4>
        <a:srgbClr val="EA6674"/>
      </a:accent4>
      <a:accent5>
        <a:srgbClr val="998CFE"/>
      </a:accent5>
      <a:accent6>
        <a:srgbClr val="3A0176"/>
      </a:accent6>
      <a:hlink>
        <a:srgbClr val="0000AA"/>
      </a:hlink>
      <a:folHlink>
        <a:srgbClr val="658BE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EC4A7492-4665-4B82-A424-943780401254}" vid="{82A68BA0-FD82-438C-8C0A-A68EEC6C860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C2F69649366542805CCBAF42E8EFB7" ma:contentTypeVersion="4" ma:contentTypeDescription="Create a new document." ma:contentTypeScope="" ma:versionID="60d978b5935bf3a2213058135cad3411">
  <xsd:schema xmlns:xsd="http://www.w3.org/2001/XMLSchema" xmlns:xs="http://www.w3.org/2001/XMLSchema" xmlns:p="http://schemas.microsoft.com/office/2006/metadata/properties" xmlns:ns2="63ffaa22-7d8e-4240-a944-afc297a842b9" targetNamespace="http://schemas.microsoft.com/office/2006/metadata/properties" ma:root="true" ma:fieldsID="12af3a03e5a82617190befc2b4010dba" ns2:_="">
    <xsd:import namespace="63ffaa22-7d8e-4240-a944-afc297a842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ffaa22-7d8e-4240-a944-afc297a842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725A41-AA63-4E94-B8A6-FEC8E79A3AAB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63ffaa22-7d8e-4240-a944-afc297a842b9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6EED2AA-A097-4409-83A9-FF387CD83F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ffaa22-7d8e-4240-a944-afc297a842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E58AAE-17C3-475F-BC83-4756F6D030A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 Scientific Landscape 16x9-ratio Swiss TPH</Template>
  <TotalTime>0</TotalTime>
  <Words>214</Words>
  <Application>Microsoft Office PowerPoint</Application>
  <PresentationFormat>Custom</PresentationFormat>
  <Paragraphs>28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Arial</vt:lpstr>
      <vt:lpstr>Calibri</vt:lpstr>
      <vt:lpstr>Courier New</vt:lpstr>
      <vt:lpstr>Symbol</vt:lpstr>
      <vt:lpstr>Wingdings</vt:lpstr>
      <vt:lpstr>Office Theme</vt:lpstr>
      <vt:lpstr>SwissTPH2026</vt:lpstr>
      <vt:lpstr>Activities from June 2025 to June 2026</vt:lpstr>
      <vt:lpstr>Evaluating the Community Effects of LLINs Across Transmission Intensities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58</cp:revision>
  <dcterms:created xsi:type="dcterms:W3CDTF">2026-06-10T09:32:35Z</dcterms:created>
  <dcterms:modified xsi:type="dcterms:W3CDTF">2026-06-13T18:09:05Z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0x010100FCC2F69649366542805CCBAF42E8EFB7</vt:lpwstr>
  </property>
</Properties>
</file>