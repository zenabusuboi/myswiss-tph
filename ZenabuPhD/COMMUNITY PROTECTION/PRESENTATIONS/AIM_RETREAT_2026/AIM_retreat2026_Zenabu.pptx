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2" r:id="rId5"/>
  </p:sldMasterIdLst>
  <p:notesMasterIdLst>
    <p:notesMasterId r:id="rId9"/>
  </p:notesMasterIdLst>
  <p:sldIdLst>
    <p:sldId id="263" r:id="rId6"/>
    <p:sldId id="264" r:id="rId7"/>
    <p:sldId id="265" r:id="rId8"/>
  </p:sldIdLst>
  <p:sldSz cx="19007138" cy="10691813"/>
  <p:notesSz cx="9144000" cy="6858000"/>
  <p:defaultTextStyle>
    <a:defPPr>
      <a:defRPr lang="en-US"/>
    </a:defPPr>
    <a:lvl1pPr marL="0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1pPr>
    <a:lvl2pPr marL="156088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2pPr>
    <a:lvl3pPr marL="312176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3pPr>
    <a:lvl4pPr marL="468264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4pPr>
    <a:lvl5pPr marL="624352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5pPr>
    <a:lvl6pPr marL="780440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6pPr>
    <a:lvl7pPr marL="936528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7pPr>
    <a:lvl8pPr marL="1092617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8pPr>
    <a:lvl9pPr marL="1248705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3" userDrawn="1">
          <p15:clr>
            <a:srgbClr val="A4A3A4"/>
          </p15:clr>
        </p15:guide>
        <p15:guide id="2" pos="11662" userDrawn="1">
          <p15:clr>
            <a:srgbClr val="A4A3A4"/>
          </p15:clr>
        </p15:guide>
        <p15:guide id="3" pos="293" userDrawn="1">
          <p15:clr>
            <a:srgbClr val="A4A3A4"/>
          </p15:clr>
        </p15:guide>
        <p15:guide id="4" orient="horz" pos="3407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4CAF"/>
    <a:srgbClr val="D6CFF2"/>
    <a:srgbClr val="308CC0"/>
    <a:srgbClr val="DC7C31"/>
    <a:srgbClr val="E5F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 snapToGrid="0" snapToObjects="1" showGuides="1">
      <p:cViewPr>
        <p:scale>
          <a:sx n="50" d="100"/>
          <a:sy n="50" d="100"/>
        </p:scale>
        <p:origin x="208" y="-100"/>
      </p:cViewPr>
      <p:guideLst>
        <p:guide orient="horz" pos="623"/>
        <p:guide pos="11662"/>
        <p:guide pos="293"/>
        <p:guide orient="horz" pos="3407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5" d="100"/>
          <a:sy n="115" d="100"/>
        </p:scale>
        <p:origin x="162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B8CBD-2D58-402C-A7C9-26121B06B09F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9A644-9E54-4A5F-895C-1F6AF01C09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78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1pPr>
    <a:lvl2pPr marL="156088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2pPr>
    <a:lvl3pPr marL="312176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3pPr>
    <a:lvl4pPr marL="468264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4pPr>
    <a:lvl5pPr marL="624352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5pPr>
    <a:lvl6pPr marL="780440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6pPr>
    <a:lvl7pPr marL="936528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7pPr>
    <a:lvl8pPr marL="1092617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8pPr>
    <a:lvl9pPr marL="1248705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0187-3B7E-9C0F-42B0-80BEAD21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31376-67A7-7072-2EE3-5F7C0A24B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6188" y="857250"/>
            <a:ext cx="4111625" cy="2314575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83022-09CF-061B-3DBA-8CD098FAD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correctly print, use the "create and share Adobe PDF" function on the "home" tab of PowerPoint - it will not correctly print if you use the normal print function.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E6247-8914-4E9C-C935-0BD897B63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A644-9E54-4A5F-895C-1F6AF01C09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502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27EC-E318-DBE4-2FDD-3531203C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CE5CF-D8F2-ECCA-C8CB-CE6CA1709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6188" y="857250"/>
            <a:ext cx="4111625" cy="2314575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3E6E8-A4B0-5C87-0EE4-8944A8ACD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correctly print, use the "create and share Adobe PDF" function on the "home" tab of PowerPoint - it will not correctly print if you use the normal print function.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376EB-01BE-D41A-CED5-B0BB4D731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A644-9E54-4A5F-895C-1F6AF01C09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3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F7B-E584-AB40-9B9C-D604D1DC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20" y="851206"/>
            <a:ext cx="14376321" cy="330698"/>
          </a:xfrm>
        </p:spPr>
        <p:txBody>
          <a:bodyPr/>
          <a:lstStyle>
            <a:lvl1pPr>
              <a:defRPr sz="3065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B17A486-F3E3-8C48-AFA0-6202B653E2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3919" y="1351119"/>
            <a:ext cx="14384747" cy="303257"/>
          </a:xfrm>
        </p:spPr>
        <p:txBody>
          <a:bodyPr tIns="0" bIns="36000">
            <a:noAutofit/>
          </a:bodyPr>
          <a:lstStyle>
            <a:lvl1pPr>
              <a:defRPr sz="1729" b="0">
                <a:solidFill>
                  <a:schemeClr val="accent2">
                    <a:lumMod val="100000"/>
                  </a:schemeClr>
                </a:solidFill>
              </a:defRPr>
            </a:lvl1pPr>
            <a:lvl2pPr>
              <a:defRPr sz="1960" b="1">
                <a:solidFill>
                  <a:schemeClr val="accent2"/>
                </a:solidFill>
              </a:defRPr>
            </a:lvl2pPr>
            <a:lvl3pPr>
              <a:defRPr sz="1960" b="1">
                <a:solidFill>
                  <a:schemeClr val="accent2"/>
                </a:solidFill>
              </a:defRPr>
            </a:lvl3pPr>
            <a:lvl4pPr>
              <a:defRPr sz="1960" b="1">
                <a:solidFill>
                  <a:schemeClr val="accent2"/>
                </a:solidFill>
              </a:defRPr>
            </a:lvl4pPr>
            <a:lvl5pPr>
              <a:defRPr sz="196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A750459-8198-884B-9589-79985A099CA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617609" y="7071325"/>
            <a:ext cx="5798329" cy="2545660"/>
          </a:xfrm>
          <a:ln>
            <a:noFill/>
          </a:ln>
        </p:spPr>
        <p:txBody>
          <a:bodyPr tIns="36000" bIns="36000"/>
          <a:lstStyle>
            <a:lvl1pPr>
              <a:defRPr sz="943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3A4A6AB3-08D8-D244-8B04-4EB24AC2C7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575" y="1710952"/>
            <a:ext cx="14393847" cy="444374"/>
          </a:xfrm>
        </p:spPr>
        <p:txBody>
          <a:bodyPr tIns="0" bIns="36000"/>
          <a:lstStyle>
            <a:lvl1pPr>
              <a:lnSpc>
                <a:spcPct val="100000"/>
              </a:lnSpc>
              <a:spcBef>
                <a:spcPts val="0"/>
              </a:spcBef>
              <a:defRPr sz="1257" i="1"/>
            </a:lvl1pPr>
            <a:lvl2pPr>
              <a:defRPr sz="356"/>
            </a:lvl2pPr>
            <a:lvl3pPr>
              <a:defRPr sz="356"/>
            </a:lvl3pPr>
            <a:lvl4pPr>
              <a:defRPr sz="356"/>
            </a:lvl4pPr>
            <a:lvl5pPr>
              <a:defRPr sz="356"/>
            </a:lvl5pPr>
          </a:lstStyle>
          <a:p>
            <a:pPr lvl="0"/>
            <a:r>
              <a:rPr lang="en-US" dirty="0"/>
              <a:t>Insert credits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05F8743B-F29C-5A42-B14C-2FAF92618C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8398" y="9645723"/>
            <a:ext cx="5798329" cy="199531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93240A8-76E1-E941-9E99-C83FE75F7E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8398" y="2319347"/>
            <a:ext cx="5798329" cy="1527283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D0ACF30-3EA7-2042-B942-68B67D030C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786" y="2319381"/>
            <a:ext cx="5798329" cy="7525873"/>
          </a:xfrm>
        </p:spPr>
        <p:txBody>
          <a:bodyPr/>
          <a:lstStyle>
            <a:lvl1pPr marL="0" marR="0" indent="0" algn="l" defTabSz="14255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9"/>
              </a:spcAft>
              <a:buClr>
                <a:srgbClr val="BF3227"/>
              </a:buClr>
              <a:buSzTx/>
              <a:buFont typeface="Arial" panose="020B0604020202020204" pitchFamily="34" charset="0"/>
              <a:buNone/>
              <a:tabLst/>
              <a:defRPr sz="1257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14255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9"/>
              </a:spcAft>
              <a:buClr>
                <a:srgbClr val="BF322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text and/or bullets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AF58B4D-CF73-3949-B1E1-7FB3F7E56B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575" y="256677"/>
            <a:ext cx="672665" cy="141426"/>
          </a:xfrm>
        </p:spPr>
        <p:txBody>
          <a:bodyPr tIns="0" bIns="0"/>
          <a:lstStyle>
            <a:lvl1pPr>
              <a:defRPr sz="943" b="1">
                <a:solidFill>
                  <a:schemeClr val="accent1">
                    <a:lumMod val="100000"/>
                  </a:schemeClr>
                </a:solidFill>
              </a:defRPr>
            </a:lvl1pPr>
            <a:lvl2pPr>
              <a:defRPr sz="356" b="1">
                <a:solidFill>
                  <a:schemeClr val="tx2"/>
                </a:solidFill>
              </a:defRPr>
            </a:lvl2pPr>
            <a:lvl3pPr>
              <a:defRPr sz="356" b="1">
                <a:solidFill>
                  <a:schemeClr val="tx2"/>
                </a:solidFill>
              </a:defRPr>
            </a:lvl3pPr>
            <a:lvl4pPr>
              <a:defRPr sz="356" b="1">
                <a:solidFill>
                  <a:schemeClr val="tx2"/>
                </a:solidFill>
              </a:defRPr>
            </a:lvl4pPr>
            <a:lvl5pPr>
              <a:defRPr sz="356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AP #</a:t>
            </a:r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501961DA-526D-5B42-BC44-BEA5026335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10934" y="2319346"/>
            <a:ext cx="5798329" cy="7524394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030B0A47-00A4-F14D-A008-334D68C632E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610554" y="4035315"/>
            <a:ext cx="5798329" cy="2545660"/>
          </a:xfrm>
        </p:spPr>
        <p:txBody>
          <a:bodyPr tIns="36000" bIns="36000"/>
          <a:lstStyle>
            <a:lvl1pPr>
              <a:defRPr sz="943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5EDBC99-51F6-6C44-8F4B-A4C62EE0C4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8748" y="6628132"/>
            <a:ext cx="5798329" cy="198018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5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5987" userDrawn="1">
          <p15:clr>
            <a:srgbClr val="FBAE40"/>
          </p15:clr>
        </p15:guide>
        <p15:guide id="3" pos="11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83D-30CC-3644-B1E5-FE35EC84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75" y="847393"/>
            <a:ext cx="14394237" cy="356914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B6EB01D-8DE1-1241-BDFF-3F429BA0F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952" y="1329402"/>
            <a:ext cx="14394861" cy="225793"/>
          </a:xfrm>
        </p:spPr>
        <p:txBody>
          <a:bodyPr tIns="0" bIns="36000">
            <a:noAutofit/>
          </a:bodyPr>
          <a:lstStyle>
            <a:lvl1pPr>
              <a:spcBef>
                <a:spcPts val="0"/>
              </a:spcBef>
              <a:defRPr sz="1729" b="0">
                <a:solidFill>
                  <a:schemeClr val="accent2">
                    <a:lumMod val="100000"/>
                  </a:schemeClr>
                </a:solidFill>
              </a:defRPr>
            </a:lvl1pPr>
            <a:lvl2pPr>
              <a:defRPr sz="1960" b="1">
                <a:solidFill>
                  <a:schemeClr val="accent2"/>
                </a:solidFill>
              </a:defRPr>
            </a:lvl2pPr>
            <a:lvl3pPr>
              <a:defRPr sz="1960" b="1">
                <a:solidFill>
                  <a:schemeClr val="accent2"/>
                </a:solidFill>
              </a:defRPr>
            </a:lvl3pPr>
            <a:lvl4pPr>
              <a:defRPr sz="1960" b="1">
                <a:solidFill>
                  <a:schemeClr val="accent2"/>
                </a:solidFill>
              </a:defRPr>
            </a:lvl4pPr>
            <a:lvl5pPr>
              <a:defRPr sz="196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6266BFA-963D-504A-A4CC-943BC1D0F9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952" y="1852676"/>
            <a:ext cx="14394861" cy="325279"/>
          </a:xfrm>
        </p:spPr>
        <p:txBody>
          <a:bodyPr tIns="0" bIns="36000"/>
          <a:lstStyle>
            <a:lvl1pPr>
              <a:lnSpc>
                <a:spcPct val="100000"/>
              </a:lnSpc>
              <a:spcBef>
                <a:spcPts val="0"/>
              </a:spcBef>
              <a:defRPr sz="1257" i="1"/>
            </a:lvl1pPr>
            <a:lvl2pPr>
              <a:defRPr sz="356"/>
            </a:lvl2pPr>
            <a:lvl3pPr>
              <a:defRPr sz="356"/>
            </a:lvl3pPr>
            <a:lvl4pPr>
              <a:defRPr sz="356"/>
            </a:lvl4pPr>
            <a:lvl5pPr>
              <a:defRPr sz="356"/>
            </a:lvl5pPr>
          </a:lstStyle>
          <a:p>
            <a:pPr lvl="0"/>
            <a:r>
              <a:rPr lang="en-US" dirty="0"/>
              <a:t>Insert credits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1FE33B7F-0E46-5F4E-8AD2-E609E11EFB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23969" y="2319346"/>
            <a:ext cx="5798329" cy="1924667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ED9F77B-6A48-D24A-866C-5D16A02C13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8951" y="2319346"/>
            <a:ext cx="5798329" cy="7517792"/>
          </a:xfrm>
        </p:spPr>
        <p:txBody>
          <a:bodyPr/>
          <a:lstStyle>
            <a:lvl1pPr>
              <a:spcBef>
                <a:spcPts val="0"/>
              </a:spcBef>
              <a:defRPr sz="1257"/>
            </a:lvl1pPr>
          </a:lstStyle>
          <a:p>
            <a:pPr lvl="0"/>
            <a:r>
              <a:rPr lang="en-US" dirty="0"/>
              <a:t>Insert text and/or bullets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51C0F6-48B5-714E-8701-BC8ED47DC6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7279" y="256677"/>
            <a:ext cx="848535" cy="141426"/>
          </a:xfrm>
        </p:spPr>
        <p:txBody>
          <a:bodyPr tIns="0" bIns="0"/>
          <a:lstStyle>
            <a:lvl1pPr>
              <a:defRPr sz="943" b="1">
                <a:solidFill>
                  <a:schemeClr val="accent1">
                    <a:lumMod val="100000"/>
                  </a:schemeClr>
                </a:solidFill>
              </a:defRPr>
            </a:lvl1pPr>
            <a:lvl2pPr>
              <a:defRPr sz="356" b="1">
                <a:solidFill>
                  <a:schemeClr val="tx2"/>
                </a:solidFill>
              </a:defRPr>
            </a:lvl2pPr>
            <a:lvl3pPr>
              <a:defRPr sz="356" b="1">
                <a:solidFill>
                  <a:schemeClr val="tx2"/>
                </a:solidFill>
              </a:defRPr>
            </a:lvl3pPr>
            <a:lvl4pPr>
              <a:defRPr sz="356" b="1">
                <a:solidFill>
                  <a:schemeClr val="tx2"/>
                </a:solidFill>
              </a:defRPr>
            </a:lvl4pPr>
            <a:lvl5pPr>
              <a:defRPr sz="356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AP #</a:t>
            </a:r>
            <a:endParaRPr lang="en-GB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CA1EFCB-8ACF-6E40-AC95-29787EBC93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00737" y="2361399"/>
            <a:ext cx="4182302" cy="2786491"/>
          </a:xfrm>
        </p:spPr>
        <p:txBody>
          <a:bodyPr wrap="square"/>
          <a:lstStyle>
            <a:lvl1pPr>
              <a:defRPr sz="943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47E2E74C-A258-4246-BE9B-4EB571ADE04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629403" y="4483689"/>
            <a:ext cx="5798329" cy="2913691"/>
          </a:xfrm>
          <a:ln>
            <a:noFill/>
          </a:ln>
        </p:spPr>
        <p:txBody>
          <a:bodyPr tIns="36000" bIns="36000"/>
          <a:lstStyle>
            <a:lvl1pPr>
              <a:defRPr sz="943">
                <a:ln>
                  <a:noFill/>
                </a:ln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A365565E-D9C5-EC47-B909-532C2D2565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56379" y="2365742"/>
            <a:ext cx="1456937" cy="2782147"/>
          </a:xfrm>
        </p:spPr>
        <p:txBody>
          <a:bodyPr lIns="0" tIns="36000" rIns="0" bIns="0" anchor="b" anchorCtr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FC00E8DE-0E87-E147-BCC9-5E2807A2E5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20192" y="7482660"/>
            <a:ext cx="5798329" cy="308793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78B91C23-727B-8641-A2AF-8D8FFCE268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19158" y="5348401"/>
            <a:ext cx="5798329" cy="4487768"/>
          </a:xfrm>
        </p:spPr>
        <p:txBody>
          <a:bodyPr/>
          <a:lstStyle>
            <a:lvl1pPr>
              <a:spcBef>
                <a:spcPts val="0"/>
              </a:spcBef>
              <a:defRPr sz="943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765BECA1-B120-E344-9766-8BA4A7854E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18748" y="8002399"/>
            <a:ext cx="5798329" cy="1838454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</p:spTree>
    <p:extLst>
      <p:ext uri="{BB962C8B-B14F-4D97-AF65-F5344CB8AC3E}">
        <p14:creationId xmlns:p14="http://schemas.microsoft.com/office/powerpoint/2010/main" val="1275500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599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20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242" y="0"/>
            <a:ext cx="10691515" cy="106918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57" y="930896"/>
            <a:ext cx="5521176" cy="1650507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4753" y="4319613"/>
            <a:ext cx="17134827" cy="1026294"/>
          </a:xfrm>
        </p:spPr>
        <p:txBody>
          <a:bodyPr lIns="0" tIns="0" rIns="0" bIns="0"/>
          <a:lstStyle>
            <a:lvl1pPr>
              <a:defRPr sz="914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54" y="6500037"/>
            <a:ext cx="17134827" cy="844786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498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4753" y="8466691"/>
            <a:ext cx="9205722" cy="628832"/>
          </a:xfrm>
        </p:spPr>
        <p:txBody>
          <a:bodyPr lIns="0" tIns="0" rIns="0" bIns="0"/>
          <a:lstStyle>
            <a:lvl1pPr>
              <a:buNone/>
              <a:defRPr sz="4158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4057" y="930896"/>
            <a:ext cx="5521176" cy="16505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3458" y="9292639"/>
            <a:ext cx="9206582" cy="63029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87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57" y="930896"/>
            <a:ext cx="5521176" cy="1650507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4753" y="4319613"/>
            <a:ext cx="17134827" cy="1026294"/>
          </a:xfrm>
        </p:spPr>
        <p:txBody>
          <a:bodyPr lIns="0" tIns="0" rIns="0" bIns="0"/>
          <a:lstStyle>
            <a:lvl1pPr>
              <a:defRPr sz="9147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54" y="6500037"/>
            <a:ext cx="17134827" cy="844786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4989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4753" y="8466691"/>
            <a:ext cx="9205722" cy="628832"/>
          </a:xfrm>
        </p:spPr>
        <p:txBody>
          <a:bodyPr lIns="0" tIns="0" rIns="0" bIns="0"/>
          <a:lstStyle>
            <a:lvl1pPr>
              <a:buNone/>
              <a:defRPr sz="4158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04059" y="930896"/>
            <a:ext cx="5521170" cy="16505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3458" y="9292639"/>
            <a:ext cx="9206582" cy="63029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222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242" y="0"/>
            <a:ext cx="10691515" cy="10691813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4753" y="1564265"/>
            <a:ext cx="11273141" cy="2513195"/>
          </a:xfrm>
        </p:spPr>
        <p:txBody>
          <a:bodyPr lIns="0" tIns="0" rIns="0" bIns="0"/>
          <a:lstStyle>
            <a:lvl1pPr>
              <a:defRPr sz="914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35700" y="9347057"/>
            <a:ext cx="2992924" cy="8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1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404" y="1564265"/>
            <a:ext cx="11273141" cy="2513195"/>
          </a:xfrm>
        </p:spPr>
        <p:txBody>
          <a:bodyPr lIns="0" tIns="0" rIns="0" bIns="0"/>
          <a:lstStyle>
            <a:lvl1pPr>
              <a:defRPr sz="914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28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984403" y="1904069"/>
            <a:ext cx="1712517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7496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9427675" y="1904069"/>
            <a:ext cx="8681905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4124" y="1904071"/>
            <a:ext cx="8219161" cy="709514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3712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3" y="2247623"/>
            <a:ext cx="17125177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409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3" y="2247623"/>
            <a:ext cx="17125177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435700" y="9347057"/>
            <a:ext cx="2992924" cy="8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54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3" y="2247623"/>
            <a:ext cx="17125177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12595569" y="0"/>
            <a:ext cx="925664" cy="10691813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522788" y="0"/>
            <a:ext cx="5484351" cy="10691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9979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123" y="569241"/>
            <a:ext cx="17125456" cy="1026294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4403" y="2261499"/>
            <a:ext cx="17125177" cy="6737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73875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4124" y="1904071"/>
            <a:ext cx="8219161" cy="709514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03860" y="1904068"/>
            <a:ext cx="8305725" cy="709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8745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123" y="569241"/>
            <a:ext cx="17125456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" y="1917998"/>
            <a:ext cx="13706100" cy="7094146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94667" y="1917998"/>
            <a:ext cx="4114913" cy="70941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598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" y="1917997"/>
            <a:ext cx="19007136" cy="7098029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2850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803856" y="1917268"/>
            <a:ext cx="9203284" cy="65602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4587" y="8773817"/>
            <a:ext cx="816869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1917996"/>
            <a:ext cx="9203285" cy="6559759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3858" y="8773817"/>
            <a:ext cx="8257477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4124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124" y="1917270"/>
            <a:ext cx="8199362" cy="7319273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803856" y="1917268"/>
            <a:ext cx="9203284" cy="65602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3858" y="8773817"/>
            <a:ext cx="8257477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79579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917996"/>
            <a:ext cx="5854754" cy="661022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6284" y="1917998"/>
            <a:ext cx="5854754" cy="6610220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152386" y="1917998"/>
            <a:ext cx="5854754" cy="661021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4587" y="8773817"/>
            <a:ext cx="482016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76283" y="8796468"/>
            <a:ext cx="482016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152384" y="8800735"/>
            <a:ext cx="482016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5398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94921" y="0"/>
            <a:ext cx="9212218" cy="1069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0" y="2261499"/>
            <a:ext cx="8443273" cy="6975042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124" y="569241"/>
            <a:ext cx="8443552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574474" y="9681918"/>
            <a:ext cx="7853202" cy="569240"/>
          </a:xfrm>
        </p:spPr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400" y="1475527"/>
            <a:ext cx="8443273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70112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27675" y="1904071"/>
            <a:ext cx="8681905" cy="71080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286" y="0"/>
            <a:ext cx="9212218" cy="1069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27675" y="569241"/>
            <a:ext cx="8681905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845E3-6098-0535-7144-0E21452577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4984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121" y="1918962"/>
            <a:ext cx="5239454" cy="7317578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560104" y="1904069"/>
            <a:ext cx="11549476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5998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84118" y="1904069"/>
            <a:ext cx="17125456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7194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84120" y="1904069"/>
            <a:ext cx="803165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0050032" y="1904069"/>
            <a:ext cx="803165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9862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9887736" y="1880965"/>
            <a:ext cx="8242126" cy="7108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973460" y="1904069"/>
            <a:ext cx="8242126" cy="7108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9920399" y="1880965"/>
            <a:ext cx="0" cy="715097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5987" y="2082459"/>
            <a:ext cx="7632403" cy="680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1006120" y="1880965"/>
            <a:ext cx="0" cy="715097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7601" y="2082459"/>
            <a:ext cx="7632403" cy="680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456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2" y="0"/>
            <a:ext cx="6522905" cy="10691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3459" y="1468479"/>
            <a:ext cx="4815081" cy="2486794"/>
          </a:xfrm>
        </p:spPr>
        <p:txBody>
          <a:bodyPr/>
          <a:lstStyle>
            <a:lvl1pPr>
              <a:defRPr sz="7483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31553" y="1468477"/>
            <a:ext cx="9430972" cy="2088862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1553" y="4168277"/>
            <a:ext cx="9430972" cy="2088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31553" y="6868077"/>
            <a:ext cx="9430972" cy="2088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7544361" y="1427822"/>
            <a:ext cx="0" cy="2170167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7544361" y="4127621"/>
            <a:ext cx="0" cy="2170167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7544361" y="6827421"/>
            <a:ext cx="0" cy="2170167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05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984124" y="1904069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973459" y="5717905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9782124" y="1904069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9782124" y="5717901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973456" y="1904069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973456" y="5717901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9782122" y="1904069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9782122" y="5717898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5987" y="2115121"/>
            <a:ext cx="7488412" cy="293192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22744" y="2115121"/>
            <a:ext cx="7488412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5985" y="5899054"/>
            <a:ext cx="7488412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22744" y="5920154"/>
            <a:ext cx="7488412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748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1009754" y="1904068"/>
            <a:ext cx="534575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984125" y="1904068"/>
            <a:ext cx="144426" cy="7005777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6711895" y="1904068"/>
            <a:ext cx="534575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6708596" y="1904068"/>
            <a:ext cx="122095" cy="7005777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12414037" y="1904068"/>
            <a:ext cx="534575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12414037" y="1904068"/>
            <a:ext cx="118795" cy="7005777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5839" y="2151632"/>
            <a:ext cx="4725386" cy="6517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2083" y="2151634"/>
            <a:ext cx="4725386" cy="6517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85916" y="2151634"/>
            <a:ext cx="4725386" cy="6517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276202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55046" y="4086972"/>
            <a:ext cx="1954279" cy="19543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25109" y="4086972"/>
            <a:ext cx="1956929" cy="19543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997825" y="4086972"/>
            <a:ext cx="1954279" cy="1954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0079" y="5518911"/>
            <a:ext cx="1954279" cy="19569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62792" y="5518911"/>
            <a:ext cx="1954279" cy="19569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3429341"/>
            <a:ext cx="19007138" cy="4701535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3015916" y="5800201"/>
            <a:ext cx="0" cy="1185310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6267212" y="4523125"/>
            <a:ext cx="0" cy="1185310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9503570" y="6041305"/>
            <a:ext cx="5" cy="944208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12739928" y="4523126"/>
            <a:ext cx="5" cy="995787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15974959" y="6041305"/>
            <a:ext cx="5" cy="944208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9938" y="7178496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19225" y="8005662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71089" y="1912145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70376" y="2739313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3545" y="7178496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2831" y="8005662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43799" y="1952612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43086" y="2779779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727151" y="7168472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726438" y="7995639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63475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7874" y="2109762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37161" y="2936929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44192" y="6410165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43479" y="7237333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339874" y="2397504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339161" y="3224671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588624" y="6367506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87911" y="7194673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73846" y="2316337"/>
            <a:ext cx="10171776" cy="6310510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4807076" y="6856989"/>
            <a:ext cx="1605815" cy="1541991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7511604" y="2544718"/>
            <a:ext cx="1605815" cy="1541991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10212342" y="6862711"/>
            <a:ext cx="1605815" cy="1541991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12898179" y="2548619"/>
            <a:ext cx="1605815" cy="1541991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65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1574474" y="2151793"/>
            <a:ext cx="6823268" cy="6650262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10365331" y="2151792"/>
            <a:ext cx="6823268" cy="6650262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86197" y="4634266"/>
            <a:ext cx="1413162" cy="143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49786" y="4634266"/>
            <a:ext cx="1428011" cy="143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7965929" y="4828240"/>
            <a:ext cx="2935217" cy="10741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29728" y="3871051"/>
            <a:ext cx="5312759" cy="923545"/>
          </a:xfrm>
        </p:spPr>
        <p:txBody>
          <a:bodyPr/>
          <a:lstStyle>
            <a:lvl1pPr marL="356378" marR="0" indent="-356378" algn="ctr" defTabSz="1425514" rtl="0" eaLnBrk="1" fontAlgn="auto" latinLnBrk="0" hangingPunct="1">
              <a:lnSpc>
                <a:spcPct val="114000"/>
              </a:lnSpc>
              <a:spcBef>
                <a:spcPts val="1559"/>
              </a:spcBef>
              <a:spcAft>
                <a:spcPts val="831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4989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0586" y="3871054"/>
            <a:ext cx="5312759" cy="923545"/>
          </a:xfrm>
        </p:spPr>
        <p:txBody>
          <a:bodyPr/>
          <a:lstStyle>
            <a:lvl1pPr marL="356378" marR="0" indent="-356378" algn="ctr" defTabSz="1425514" rtl="0" eaLnBrk="1" fontAlgn="auto" latinLnBrk="0" hangingPunct="1">
              <a:lnSpc>
                <a:spcPct val="114000"/>
              </a:lnSpc>
              <a:spcBef>
                <a:spcPts val="1559"/>
              </a:spcBef>
              <a:spcAft>
                <a:spcPts val="831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4989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9697" y="5332708"/>
            <a:ext cx="5312759" cy="2689454"/>
          </a:xfrm>
        </p:spPr>
        <p:txBody>
          <a:bodyPr/>
          <a:lstStyle>
            <a:lvl1pPr algn="ctr">
              <a:buNone/>
              <a:defRPr sz="2911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21141" y="5453596"/>
            <a:ext cx="5312759" cy="2689454"/>
          </a:xfrm>
        </p:spPr>
        <p:txBody>
          <a:bodyPr/>
          <a:lstStyle>
            <a:lvl1pPr algn="ctr">
              <a:buNone/>
              <a:defRPr sz="2911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1066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0935" y="1468936"/>
            <a:ext cx="4793480" cy="102629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3932" y="3403979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3219" y="4231146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10211" y="6977745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9497" y="7804912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725848" y="3501623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725135" y="4328788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9172" y="6979003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98459" y="7806169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6192060" y="-1389999"/>
            <a:ext cx="6623021" cy="6337232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5020983" y="-2510545"/>
            <a:ext cx="8965175" cy="8578320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4825372" y="3259322"/>
            <a:ext cx="1591343" cy="15226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12590423" y="3259322"/>
            <a:ext cx="1591343" cy="15226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7011836" y="5044876"/>
            <a:ext cx="1591343" cy="15226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10403959" y="5044876"/>
            <a:ext cx="1591343" cy="152267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</p:spTree>
    <p:extLst>
      <p:ext uri="{BB962C8B-B14F-4D97-AF65-F5344CB8AC3E}">
        <p14:creationId xmlns:p14="http://schemas.microsoft.com/office/powerpoint/2010/main" val="13870770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504" y="4815205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98791" y="5642372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55708" y="2474481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454993" y="3301648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55708" y="7063175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454993" y="7890342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6079052" y="1958895"/>
            <a:ext cx="5789365" cy="793128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998722" y="2465318"/>
            <a:ext cx="2345974" cy="2268502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03291" y="4792423"/>
            <a:ext cx="2348304" cy="2270754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998722" y="7115256"/>
            <a:ext cx="2345974" cy="2268502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4646114" y="3599569"/>
            <a:ext cx="4352608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8951599" y="5927798"/>
            <a:ext cx="4352608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4646114" y="8249507"/>
            <a:ext cx="4352608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2422282" y="2691020"/>
            <a:ext cx="187915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41734" y="3050525"/>
            <a:ext cx="885028" cy="795312"/>
          </a:xfrm>
        </p:spPr>
        <p:txBody>
          <a:bodyPr/>
          <a:lstStyle>
            <a:lvl1pPr algn="ctr">
              <a:buNone/>
              <a:defRPr sz="582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13632867" y="4989949"/>
            <a:ext cx="187915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152319" y="5349454"/>
            <a:ext cx="885028" cy="795312"/>
          </a:xfrm>
        </p:spPr>
        <p:txBody>
          <a:bodyPr/>
          <a:lstStyle>
            <a:lvl1pPr algn="ctr">
              <a:buNone/>
              <a:defRPr sz="582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2473016" y="7389830"/>
            <a:ext cx="187915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92468" y="7749336"/>
            <a:ext cx="885028" cy="795312"/>
          </a:xfrm>
        </p:spPr>
        <p:txBody>
          <a:bodyPr/>
          <a:lstStyle>
            <a:lvl1pPr algn="ctr">
              <a:buNone/>
              <a:defRPr sz="582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37444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5926959" y="-723346"/>
            <a:ext cx="7153224" cy="768216"/>
          </a:xfrm>
          <a:prstGeom prst="rect">
            <a:avLst/>
          </a:prstGeom>
        </p:spPr>
        <p:txBody>
          <a:bodyPr vert="horz" wrap="square" lIns="190071" tIns="95036" rIns="190071" bIns="95036" rtlCol="0">
            <a:normAutofit/>
          </a:bodyPr>
          <a:lstStyle/>
          <a:p>
            <a:pPr marL="0" indent="0" algn="ctr">
              <a:buNone/>
            </a:pPr>
            <a:r>
              <a:rPr lang="en-US" sz="1663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5926959" y="-723346"/>
            <a:ext cx="7153224" cy="768216"/>
          </a:xfrm>
          <a:prstGeom prst="rect">
            <a:avLst/>
          </a:prstGeom>
        </p:spPr>
        <p:txBody>
          <a:bodyPr vert="horz" wrap="square" lIns="190071" tIns="95036" rIns="190071" bIns="95036" rtlCol="0">
            <a:normAutofit/>
          </a:bodyPr>
          <a:lstStyle/>
          <a:p>
            <a:pPr marL="0" indent="0" algn="ctr">
              <a:buNone/>
            </a:pPr>
            <a:r>
              <a:rPr lang="en-US" sz="1663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414698" y="9547911"/>
            <a:ext cx="2992924" cy="8947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1497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51503" y="2405660"/>
            <a:ext cx="9302279" cy="64084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13326" y="3616737"/>
            <a:ext cx="7596256" cy="3362642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473184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456" y="5650981"/>
            <a:ext cx="17136120" cy="60870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3457" y="6756067"/>
            <a:ext cx="17136121" cy="60870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963" y="3948664"/>
            <a:ext cx="17136120" cy="1026294"/>
          </a:xfrm>
        </p:spPr>
        <p:txBody>
          <a:bodyPr/>
          <a:lstStyle>
            <a:lvl1pPr>
              <a:defRPr sz="7483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714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t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image" Target="../media/image4.wmf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F35E034-9A58-8244-A538-34357471FC0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1259387"/>
              </p:ext>
            </p:extLst>
          </p:nvPr>
        </p:nvGraphicFramePr>
        <p:xfrm>
          <a:off x="479576" y="10235846"/>
          <a:ext cx="9028359" cy="166090"/>
        </p:xfrm>
        <a:graphic>
          <a:graphicData uri="http://schemas.openxmlformats.org/drawingml/2006/table">
            <a:tbl>
              <a:tblPr/>
              <a:tblGrid>
                <a:gridCol w="9028359">
                  <a:extLst>
                    <a:ext uri="{9D8B030D-6E8A-4147-A177-3AD203B41FA5}">
                      <a16:colId xmlns:a16="http://schemas.microsoft.com/office/drawing/2014/main" val="2292528320"/>
                    </a:ext>
                  </a:extLst>
                </a:gridCol>
              </a:tblGrid>
              <a:tr h="166090">
                <a:tc>
                  <a:txBody>
                    <a:bodyPr/>
                    <a:lstStyle>
                      <a:lvl1pPr marL="0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1814398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3628796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5443195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7257593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9071991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10886389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12700787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14515186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e-CH" sz="900" kern="1600" dirty="0">
                          <a:effectLst/>
                        </a:rPr>
                        <a:t>Kreuzstrasse 2, 4123 Allschwil, </a:t>
                      </a:r>
                      <a:r>
                        <a:rPr lang="de-CH" sz="900" kern="1600" dirty="0" err="1">
                          <a:effectLst/>
                        </a:rPr>
                        <a:t>Switzerland</a:t>
                      </a:r>
                      <a:r>
                        <a:rPr lang="de-CH" sz="900" kern="1600" dirty="0">
                          <a:effectLst/>
                        </a:rPr>
                        <a:t>, +41(0)61 284 81 11, www.swisstph.ch</a:t>
                      </a:r>
                      <a:endParaRPr lang="en-GB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56" marR="35356" marT="18385" marB="183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392799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4C852954-5F85-FB4C-9AE0-02B2C788B6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2344" y="10070078"/>
            <a:ext cx="808406" cy="2828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1D9617-0C93-B447-88B0-ED111225B84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2536" y="9963106"/>
            <a:ext cx="1272804" cy="418111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F7EC6B2-67EC-5340-985C-776A4B2C8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575" y="2319346"/>
            <a:ext cx="18041177" cy="7516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defTabSz="0" fontAlgn="base">
              <a:spcBef>
                <a:spcPct val="0"/>
              </a:spcBef>
              <a:spcAft>
                <a:spcPct val="13000"/>
              </a:spcAft>
              <a:buFont typeface="Arial" charset="0"/>
            </a:pPr>
            <a:r>
              <a:rPr lang="en-US" dirty="0"/>
              <a:t>Edit Master text styles</a:t>
            </a:r>
          </a:p>
        </p:txBody>
      </p:sp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5A7E926C-D21F-2B49-9B41-BAC8E115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75" y="842034"/>
            <a:ext cx="14394237" cy="4518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377" y="407354"/>
            <a:ext cx="2687031" cy="112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lang="en-US" sz="3065" b="1" kern="1200" dirty="0" smtClean="0">
          <a:solidFill>
            <a:schemeClr val="accent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None/>
        <a:defRPr lang="en-US" sz="1414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81938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3207488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3920263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7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3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7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10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201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11662" userDrawn="1">
          <p15:clr>
            <a:srgbClr val="F26B43"/>
          </p15:clr>
        </p15:guide>
        <p15:guide id="3" pos="5995" userDrawn="1">
          <p15:clr>
            <a:srgbClr val="F26B43"/>
          </p15:clr>
        </p15:guide>
        <p15:guide id="4" orient="horz" pos="3368" userDrawn="1">
          <p15:clr>
            <a:srgbClr val="F26B43"/>
          </p15:clr>
        </p15:guide>
        <p15:guide id="5" orient="horz" pos="75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4123" y="569241"/>
            <a:ext cx="17125456" cy="10262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4123" y="1942388"/>
            <a:ext cx="17125456" cy="7039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6723" y="9682998"/>
            <a:ext cx="389264" cy="56924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1871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1F39F4-648D-3C9A-8CD1-8E9C3C775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4474" y="9681918"/>
            <a:ext cx="13058622" cy="5692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871">
                <a:solidFill>
                  <a:schemeClr val="tx1"/>
                </a:solidFill>
              </a:defRPr>
            </a:lvl1pPr>
          </a:lstStyle>
          <a:p>
            <a:endParaRPr lang="de-CH" sz="187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5435700" y="9347059"/>
            <a:ext cx="2992924" cy="8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4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</p:sldLayoutIdLst>
  <p:hf hdr="0" dt="0"/>
  <p:txStyles>
    <p:titleStyle>
      <a:lvl1pPr algn="l" defTabSz="1425514" rtl="0" eaLnBrk="1" latinLnBrk="0" hangingPunct="1">
        <a:lnSpc>
          <a:spcPct val="90000"/>
        </a:lnSpc>
        <a:spcBef>
          <a:spcPct val="0"/>
        </a:spcBef>
        <a:buNone/>
        <a:defRPr sz="582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56378" indent="-356378" algn="l" defTabSz="1425514" rtl="0" eaLnBrk="1" latinLnBrk="0" hangingPunct="1">
        <a:lnSpc>
          <a:spcPct val="114000"/>
        </a:lnSpc>
        <a:spcBef>
          <a:spcPts val="1559"/>
        </a:spcBef>
        <a:spcAft>
          <a:spcPts val="831"/>
        </a:spcAft>
        <a:buClr>
          <a:schemeClr val="accent5"/>
        </a:buClr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1pPr>
      <a:lvl2pPr marL="1069136" indent="-356378" algn="l" defTabSz="1425514" rtl="0" eaLnBrk="1" latinLnBrk="0" hangingPunct="1">
        <a:lnSpc>
          <a:spcPct val="114000"/>
        </a:lnSpc>
        <a:spcBef>
          <a:spcPts val="780"/>
        </a:spcBef>
        <a:spcAft>
          <a:spcPts val="831"/>
        </a:spcAft>
        <a:buClr>
          <a:schemeClr val="accent5"/>
        </a:buClr>
        <a:buFont typeface="Courier New" panose="02070309020205020404" pitchFamily="49" charset="0"/>
        <a:buChar char="o"/>
        <a:defRPr sz="3325" kern="1200">
          <a:solidFill>
            <a:schemeClr val="tx1"/>
          </a:solidFill>
          <a:latin typeface="+mn-lt"/>
          <a:ea typeface="+mn-ea"/>
          <a:cs typeface="+mn-cs"/>
        </a:defRPr>
      </a:lvl2pPr>
      <a:lvl3pPr marL="1781892" indent="-356378" algn="l" defTabSz="1425514" rtl="0" eaLnBrk="1" latinLnBrk="0" hangingPunct="1">
        <a:lnSpc>
          <a:spcPct val="114000"/>
        </a:lnSpc>
        <a:spcBef>
          <a:spcPts val="780"/>
        </a:spcBef>
        <a:spcAft>
          <a:spcPts val="831"/>
        </a:spcAft>
        <a:buClr>
          <a:schemeClr val="accent5"/>
        </a:buClr>
        <a:buFont typeface="Symbol" panose="05050102010706020507" pitchFamily="18" charset="2"/>
        <a:buChar char="-"/>
        <a:defRPr sz="2911" kern="1200">
          <a:solidFill>
            <a:schemeClr val="tx1"/>
          </a:solidFill>
          <a:latin typeface="+mn-lt"/>
          <a:ea typeface="+mn-ea"/>
          <a:cs typeface="+mn-cs"/>
        </a:defRPr>
      </a:lvl3pPr>
      <a:lvl4pPr marL="2494649" indent="-356378" algn="l" defTabSz="1425514" rtl="0" eaLnBrk="1" latinLnBrk="0" hangingPunct="1">
        <a:lnSpc>
          <a:spcPct val="114000"/>
        </a:lnSpc>
        <a:spcBef>
          <a:spcPts val="780"/>
        </a:spcBef>
        <a:spcAft>
          <a:spcPts val="831"/>
        </a:spcAft>
        <a:buClr>
          <a:schemeClr val="accent5"/>
        </a:buClr>
        <a:buFont typeface="Wingdings" panose="05000000000000000000" pitchFamily="2" charset="2"/>
        <a:buChar char="§"/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3207407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163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2921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677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435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58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14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271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27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785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541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299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057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>
          <p15:clr>
            <a:srgbClr val="F26B43"/>
          </p15:clr>
        </p15:guide>
        <p15:guide id="8" pos="295">
          <p15:clr>
            <a:srgbClr val="F26B43"/>
          </p15:clr>
        </p15:guide>
        <p15:guide id="9" pos="2857">
          <p15:clr>
            <a:srgbClr val="F26B43"/>
          </p15:clr>
        </p15:guide>
        <p15:guide id="10" pos="5488">
          <p15:clr>
            <a:srgbClr val="F26B43"/>
          </p15:clr>
        </p15:guide>
        <p15:guide id="11" orient="horz" pos="1620">
          <p15:clr>
            <a:srgbClr val="F26B43"/>
          </p15:clr>
        </p15:guide>
        <p15:guide id="12" orient="horz" pos="3049">
          <p15:clr>
            <a:srgbClr val="F26B43"/>
          </p15:clr>
        </p15:guide>
        <p15:guide id="13" orient="horz" pos="27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123" y="569374"/>
            <a:ext cx="17125456" cy="1026265"/>
          </a:xfrm>
        </p:spPr>
        <p:txBody>
          <a:bodyPr/>
          <a:lstStyle/>
          <a:p>
            <a:r>
              <a:rPr lang="en-US" dirty="0"/>
              <a:t>Activities from June 2025 to June 2026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1B9F39-481A-11EE-0BAF-185A3FF31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4403" y="2261582"/>
            <a:ext cx="15796186" cy="7990520"/>
          </a:xfrm>
        </p:spPr>
        <p:txBody>
          <a:bodyPr numCol="1"/>
          <a:lstStyle/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Cohort implementation in OM (with Christian)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 err="1"/>
              <a:t>Teaching</a:t>
            </a:r>
            <a:r>
              <a:rPr lang="it-IT" sz="2806" dirty="0"/>
              <a:t> </a:t>
            </a:r>
            <a:r>
              <a:rPr lang="it-IT" sz="2806" dirty="0" err="1"/>
              <a:t>at</a:t>
            </a:r>
            <a:r>
              <a:rPr lang="it-IT" sz="2806" dirty="0"/>
              <a:t> </a:t>
            </a:r>
            <a:r>
              <a:rPr lang="it-IT" sz="2806" dirty="0" err="1"/>
              <a:t>Summer</a:t>
            </a:r>
            <a:r>
              <a:rPr lang="it-IT" sz="2806" dirty="0"/>
              <a:t> school in Kenya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Simulation set-up, running and </a:t>
            </a:r>
            <a:r>
              <a:rPr lang="it-IT" sz="2806" dirty="0" err="1"/>
              <a:t>analysis</a:t>
            </a:r>
            <a:r>
              <a:rPr lang="it-IT" sz="2806" dirty="0"/>
              <a:t> of results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Update of ITN parameterization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Rerunning simulation and </a:t>
            </a:r>
            <a:r>
              <a:rPr lang="it-IT" sz="2806" dirty="0" err="1"/>
              <a:t>analysis</a:t>
            </a:r>
            <a:r>
              <a:rPr lang="it-IT" sz="2806" dirty="0"/>
              <a:t> of results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Assistance: Cohort implementation in OM 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Final </a:t>
            </a:r>
            <a:r>
              <a:rPr lang="it-IT" sz="2806" dirty="0" err="1"/>
              <a:t>course</a:t>
            </a:r>
            <a:r>
              <a:rPr lang="it-IT" sz="2806" dirty="0"/>
              <a:t> work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Presentation of results to CHAI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Presentation </a:t>
            </a:r>
            <a:r>
              <a:rPr lang="it-IT" sz="2806" dirty="0" err="1"/>
              <a:t>at</a:t>
            </a:r>
            <a:r>
              <a:rPr lang="it-IT" sz="2806" dirty="0"/>
              <a:t> Second </a:t>
            </a:r>
            <a:r>
              <a:rPr lang="it-IT" sz="2806" dirty="0" err="1"/>
              <a:t>Annual</a:t>
            </a:r>
            <a:r>
              <a:rPr lang="it-IT" sz="2806" dirty="0"/>
              <a:t> PhD Committee Meeting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Manuscript writing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endParaRPr lang="en-US" sz="2183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06723" y="9682877"/>
            <a:ext cx="389264" cy="569224"/>
          </a:xfrm>
        </p:spPr>
        <p:txBody>
          <a:bodyPr/>
          <a:lstStyle/>
          <a:p>
            <a:pPr defTabSz="950343"/>
            <a:fld id="{E14D7B56-9DF5-4E8D-B448-5569FA30FAB2}" type="slidenum">
              <a:rPr lang="de-CH">
                <a:solidFill>
                  <a:srgbClr val="000000"/>
                </a:solidFill>
                <a:latin typeface="Aptos" panose="02110004020202020204"/>
              </a:rPr>
              <a:pPr defTabSz="950343"/>
              <a:t>1</a:t>
            </a:fld>
            <a:endParaRPr lang="de-CH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24AD9-DCE3-219D-9AD7-56CEA603B5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3356" y="1475184"/>
            <a:ext cx="17126223" cy="567575"/>
          </a:xfrm>
        </p:spPr>
        <p:txBody>
          <a:bodyPr/>
          <a:lstStyle/>
          <a:p>
            <a:r>
              <a:rPr lang="en-US" sz="2400" dirty="0"/>
              <a:t>Zenabu Suboi</a:t>
            </a:r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224036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8179-5AB4-7855-AF51-2A18117F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61">
            <a:extLst>
              <a:ext uri="{FF2B5EF4-FFF2-40B4-BE49-F238E27FC236}">
                <a16:creationId xmlns:a16="http://schemas.microsoft.com/office/drawing/2014/main" id="{75A3D742-70DC-BCD4-7FA0-6708B4DF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25" y="840638"/>
            <a:ext cx="14407957" cy="492179"/>
          </a:xfrm>
        </p:spPr>
        <p:txBody>
          <a:bodyPr/>
          <a:lstStyle/>
          <a:p>
            <a:r>
              <a:rPr lang="en-US" dirty="0"/>
              <a:t>Evaluating the Community Effects of LLINs across Transmission Intensities 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00043800-C7D4-E5AC-B6CC-CE431045A1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856" y="1723477"/>
            <a:ext cx="14407957" cy="325272"/>
          </a:xfrm>
        </p:spPr>
        <p:txBody>
          <a:bodyPr/>
          <a:lstStyle/>
          <a:p>
            <a:pPr defTabSz="0" fontAlgn="base">
              <a:spcBef>
                <a:spcPct val="0"/>
              </a:spcBef>
            </a:pPr>
            <a:r>
              <a:rPr lang="en-GB" sz="1800" b="1" i="0" kern="0" dirty="0">
                <a:solidFill>
                  <a:srgbClr val="000000"/>
                </a:solidFill>
              </a:rPr>
              <a:t>Zenabu Suboi</a:t>
            </a:r>
            <a:endParaRPr lang="en-GB" sz="1800" i="0" kern="0" dirty="0">
              <a:solidFill>
                <a:srgbClr val="000000"/>
              </a:solidFill>
            </a:endParaRPr>
          </a:p>
          <a:p>
            <a:pPr defTabSz="0" fontAlgn="base">
              <a:spcBef>
                <a:spcPct val="0"/>
              </a:spcBef>
            </a:pPr>
            <a:endParaRPr lang="en-GB" kern="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0D4956-07D2-D7D9-28B3-FFBA6F98B9D5}"/>
              </a:ext>
            </a:extLst>
          </p:cNvPr>
          <p:cNvCxnSpPr/>
          <p:nvPr/>
        </p:nvCxnSpPr>
        <p:spPr>
          <a:xfrm>
            <a:off x="465856" y="2142639"/>
            <a:ext cx="180313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68">
            <a:extLst>
              <a:ext uri="{FF2B5EF4-FFF2-40B4-BE49-F238E27FC236}">
                <a16:creationId xmlns:a16="http://schemas.microsoft.com/office/drawing/2014/main" id="{F2E2FCF2-1B42-4AAD-0995-3A64B04EBE9A}"/>
              </a:ext>
            </a:extLst>
          </p:cNvPr>
          <p:cNvSpPr txBox="1">
            <a:spLocks/>
          </p:cNvSpPr>
          <p:nvPr/>
        </p:nvSpPr>
        <p:spPr>
          <a:xfrm>
            <a:off x="14668501" y="2452430"/>
            <a:ext cx="3149599" cy="3559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142555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16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193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471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48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26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03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581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858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chemeClr val="accent1">
                    <a:lumMod val="100000"/>
                  </a:schemeClr>
                </a:solidFill>
              </a:rPr>
              <a:t>How did I go about it?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3C50E7E-F83F-61BF-B336-5902B93659C1}"/>
              </a:ext>
            </a:extLst>
          </p:cNvPr>
          <p:cNvSpPr/>
          <p:nvPr/>
        </p:nvSpPr>
        <p:spPr>
          <a:xfrm>
            <a:off x="488958" y="2401309"/>
            <a:ext cx="5699027" cy="1660213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1"/>
                </a:solidFill>
              </a:rPr>
              <a:t>1. Question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How does the </a:t>
            </a:r>
            <a:r>
              <a:rPr lang="en-US" sz="2000" b="1" dirty="0">
                <a:solidFill>
                  <a:schemeClr val="tx1"/>
                </a:solidFill>
              </a:rPr>
              <a:t>protection </a:t>
            </a:r>
            <a:r>
              <a:rPr lang="en-US" sz="2000" dirty="0">
                <a:solidFill>
                  <a:schemeClr val="tx1"/>
                </a:solidFill>
              </a:rPr>
              <a:t>offered by </a:t>
            </a:r>
            <a:r>
              <a:rPr lang="en-US" sz="2000" b="1" dirty="0">
                <a:solidFill>
                  <a:schemeClr val="tx1"/>
                </a:solidFill>
              </a:rPr>
              <a:t>LLINs </a:t>
            </a:r>
            <a:r>
              <a:rPr lang="en-US" sz="2000" dirty="0">
                <a:solidFill>
                  <a:schemeClr val="tx1"/>
                </a:solidFill>
              </a:rPr>
              <a:t>vary among</a:t>
            </a:r>
            <a:r>
              <a:rPr lang="en-CH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308CC0"/>
                </a:solidFill>
              </a:rPr>
              <a:t>LLIN users</a:t>
            </a:r>
            <a:r>
              <a:rPr lang="en-CH" sz="2000" b="1" dirty="0">
                <a:solidFill>
                  <a:srgbClr val="308CC0"/>
                </a:solidFill>
              </a:rPr>
              <a:t> </a:t>
            </a:r>
            <a:r>
              <a:rPr lang="en-CH" sz="2000" dirty="0">
                <a:solidFill>
                  <a:schemeClr val="tx1"/>
                </a:solidFill>
              </a:rPr>
              <a:t>and </a:t>
            </a:r>
            <a:r>
              <a:rPr lang="en-US" sz="2000" b="1" dirty="0">
                <a:solidFill>
                  <a:srgbClr val="DC7C31"/>
                </a:solidFill>
              </a:rPr>
              <a:t>non-users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across</a:t>
            </a:r>
            <a:r>
              <a:rPr lang="en-US" sz="2000" b="1" dirty="0">
                <a:solidFill>
                  <a:schemeClr val="tx1"/>
                </a:solidFill>
              </a:rPr>
              <a:t> transmission intensities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effective usage </a:t>
            </a:r>
            <a:r>
              <a:rPr lang="en-US" sz="2000" dirty="0">
                <a:solidFill>
                  <a:schemeClr val="tx1"/>
                </a:solidFill>
              </a:rPr>
              <a:t>levels</a:t>
            </a: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CH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1BB7F8-87BC-76D2-CD6B-A8FFE7207F30}"/>
              </a:ext>
            </a:extLst>
          </p:cNvPr>
          <p:cNvSpPr/>
          <p:nvPr/>
        </p:nvSpPr>
        <p:spPr>
          <a:xfrm>
            <a:off x="465856" y="6102182"/>
            <a:ext cx="5722129" cy="1962318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3. Challenges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Cohort implementation in OpenMalaria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Transitioning to the new ITN parameterization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Finding the right figures to better communicate the message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34BF1D-293F-A8C6-9871-9A989410932A}"/>
              </a:ext>
            </a:extLst>
          </p:cNvPr>
          <p:cNvSpPr/>
          <p:nvPr/>
        </p:nvSpPr>
        <p:spPr>
          <a:xfrm>
            <a:off x="488958" y="8290504"/>
            <a:ext cx="5699027" cy="1639758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9"/>
              </a:spcAft>
            </a:pPr>
            <a:r>
              <a:rPr lang="en-US" sz="2000" b="1" dirty="0">
                <a:solidFill>
                  <a:schemeClr val="accent1">
                    <a:lumMod val="100000"/>
                  </a:schemeClr>
                </a:solidFill>
              </a:rPr>
              <a:t>4. Conclusion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Results suggest </a:t>
            </a:r>
            <a:r>
              <a:rPr lang="en-US" sz="2000" b="1" dirty="0">
                <a:solidFill>
                  <a:schemeClr val="tx1"/>
                </a:solidFill>
              </a:rPr>
              <a:t>moderate LLIN usage </a:t>
            </a:r>
            <a:r>
              <a:rPr lang="en-US" sz="2000" dirty="0">
                <a:solidFill>
                  <a:schemeClr val="tx1"/>
                </a:solidFill>
              </a:rPr>
              <a:t>in </a:t>
            </a:r>
            <a:r>
              <a:rPr lang="en-US" sz="2000" b="1" dirty="0">
                <a:solidFill>
                  <a:schemeClr val="tx1"/>
                </a:solidFill>
              </a:rPr>
              <a:t>low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moderate </a:t>
            </a:r>
            <a:r>
              <a:rPr lang="en-US" sz="2000" b="1" dirty="0" err="1">
                <a:solidFill>
                  <a:schemeClr val="tx1"/>
                </a:solidFill>
              </a:rPr>
              <a:t>PfPR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settings, and </a:t>
            </a:r>
            <a:r>
              <a:rPr lang="en-US" sz="2000" b="1" dirty="0">
                <a:solidFill>
                  <a:schemeClr val="tx1"/>
                </a:solidFill>
              </a:rPr>
              <a:t>high usage</a:t>
            </a:r>
            <a:r>
              <a:rPr lang="en-US" sz="2000" dirty="0">
                <a:solidFill>
                  <a:schemeClr val="tx1"/>
                </a:solidFill>
              </a:rPr>
              <a:t> for </a:t>
            </a:r>
            <a:r>
              <a:rPr lang="en-US" sz="2000" b="1" dirty="0">
                <a:solidFill>
                  <a:schemeClr val="tx1"/>
                </a:solidFill>
              </a:rPr>
              <a:t>high </a:t>
            </a:r>
            <a:r>
              <a:rPr lang="en-US" sz="2000" b="1" dirty="0" err="1">
                <a:solidFill>
                  <a:schemeClr val="tx1"/>
                </a:solidFill>
              </a:rPr>
              <a:t>PfPR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A94701-498D-A0F3-6E2F-7D8B90CECC5D}"/>
              </a:ext>
            </a:extLst>
          </p:cNvPr>
          <p:cNvSpPr/>
          <p:nvPr/>
        </p:nvSpPr>
        <p:spPr>
          <a:xfrm>
            <a:off x="6540500" y="2408308"/>
            <a:ext cx="7226300" cy="77932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13392D-5B94-D53A-2B59-9DEF92222A19}"/>
              </a:ext>
            </a:extLst>
          </p:cNvPr>
          <p:cNvSpPr/>
          <p:nvPr/>
        </p:nvSpPr>
        <p:spPr>
          <a:xfrm>
            <a:off x="13987326" y="2401309"/>
            <a:ext cx="4730446" cy="75772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1492A1-AAB2-0047-93E7-B6E480765044}"/>
              </a:ext>
            </a:extLst>
          </p:cNvPr>
          <p:cNvSpPr/>
          <p:nvPr/>
        </p:nvSpPr>
        <p:spPr>
          <a:xfrm>
            <a:off x="465856" y="4317999"/>
            <a:ext cx="5722129" cy="1525187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9"/>
              </a:spcAft>
            </a:pPr>
            <a:r>
              <a:rPr lang="en-US" sz="2000" b="1" dirty="0">
                <a:solidFill>
                  <a:schemeClr val="accent1">
                    <a:lumMod val="100000"/>
                  </a:schemeClr>
                </a:solidFill>
              </a:rPr>
              <a:t>2. Answer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C7C31"/>
                </a:solidFill>
              </a:rPr>
              <a:t>Community protection</a:t>
            </a:r>
            <a:r>
              <a:rPr lang="en-US" sz="2000" b="1" dirty="0">
                <a:solidFill>
                  <a:srgbClr val="FFC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is</a:t>
            </a:r>
            <a:r>
              <a:rPr lang="en-US" sz="2000" b="1" dirty="0">
                <a:solidFill>
                  <a:schemeClr val="tx1"/>
                </a:solidFill>
              </a:rPr>
              <a:t> stronger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 plateau </a:t>
            </a:r>
            <a:r>
              <a:rPr lang="en-US" sz="2000" dirty="0">
                <a:solidFill>
                  <a:schemeClr val="tx1"/>
                </a:solidFill>
              </a:rPr>
              <a:t>in low and moderate settings, but not in high </a:t>
            </a:r>
            <a:endParaRPr lang="en-CH" sz="2000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7B49DEE-DF49-069D-8AC0-4AC9B0C2C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2858" y="2802032"/>
            <a:ext cx="3965142" cy="70491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1F98EE5-98A7-9692-8F86-FC1F138A5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305" y="2808392"/>
            <a:ext cx="6463522" cy="35145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8AEC69-E9E3-DCEA-8411-CC40545B5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305" y="6336635"/>
            <a:ext cx="6463523" cy="35145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1F2568-9065-EE24-12AF-DB9660CF8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0506" y="286147"/>
            <a:ext cx="4196632" cy="14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01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0B0E-0B03-D69E-5599-69649BFF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61">
            <a:extLst>
              <a:ext uri="{FF2B5EF4-FFF2-40B4-BE49-F238E27FC236}">
                <a16:creationId xmlns:a16="http://schemas.microsoft.com/office/drawing/2014/main" id="{9098B794-47F7-E92F-A348-36D5D3E62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25" y="840638"/>
            <a:ext cx="14407957" cy="492179"/>
          </a:xfrm>
        </p:spPr>
        <p:txBody>
          <a:bodyPr/>
          <a:lstStyle/>
          <a:p>
            <a:r>
              <a:rPr lang="en-US" dirty="0">
                <a:solidFill>
                  <a:srgbClr val="5F4CAF"/>
                </a:solidFill>
              </a:rPr>
              <a:t>Evaluating the Community Effects of LLINs across Transmission Intensities 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9F09805D-49FC-2633-33F2-1F147C31A5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856" y="1723477"/>
            <a:ext cx="14407957" cy="325272"/>
          </a:xfrm>
        </p:spPr>
        <p:txBody>
          <a:bodyPr/>
          <a:lstStyle/>
          <a:p>
            <a:pPr defTabSz="0" fontAlgn="base">
              <a:spcBef>
                <a:spcPct val="0"/>
              </a:spcBef>
            </a:pPr>
            <a:r>
              <a:rPr lang="en-GB" sz="2400" b="1" i="0" kern="0" dirty="0">
                <a:solidFill>
                  <a:srgbClr val="5F4CAF"/>
                </a:solidFill>
              </a:rPr>
              <a:t>Zenabu Suboi</a:t>
            </a:r>
            <a:endParaRPr lang="en-GB" sz="2400" i="0" kern="0" dirty="0">
              <a:solidFill>
                <a:srgbClr val="5F4CAF"/>
              </a:solidFill>
            </a:endParaRPr>
          </a:p>
          <a:p>
            <a:pPr defTabSz="0" fontAlgn="base">
              <a:spcBef>
                <a:spcPct val="0"/>
              </a:spcBef>
            </a:pPr>
            <a:endParaRPr lang="en-GB" kern="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301EAA-03F5-B3F0-0D74-A737E6E411B1}"/>
              </a:ext>
            </a:extLst>
          </p:cNvPr>
          <p:cNvCxnSpPr/>
          <p:nvPr/>
        </p:nvCxnSpPr>
        <p:spPr>
          <a:xfrm>
            <a:off x="465856" y="2142639"/>
            <a:ext cx="18031390" cy="0"/>
          </a:xfrm>
          <a:prstGeom prst="line">
            <a:avLst/>
          </a:prstGeom>
          <a:ln w="38100">
            <a:solidFill>
              <a:srgbClr val="5F4C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68">
            <a:extLst>
              <a:ext uri="{FF2B5EF4-FFF2-40B4-BE49-F238E27FC236}">
                <a16:creationId xmlns:a16="http://schemas.microsoft.com/office/drawing/2014/main" id="{F0C88C1C-A75B-6AAB-6AA8-EE6733C4754B}"/>
              </a:ext>
            </a:extLst>
          </p:cNvPr>
          <p:cNvSpPr txBox="1">
            <a:spLocks/>
          </p:cNvSpPr>
          <p:nvPr/>
        </p:nvSpPr>
        <p:spPr>
          <a:xfrm>
            <a:off x="14668501" y="2452430"/>
            <a:ext cx="3149599" cy="3559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142555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16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193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471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48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26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03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581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858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rgbClr val="5F4CAF"/>
                </a:solidFill>
              </a:rPr>
              <a:t>How did I go about it?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1FF108-F97B-084F-F71A-5BFF68A31BD1}"/>
              </a:ext>
            </a:extLst>
          </p:cNvPr>
          <p:cNvSpPr/>
          <p:nvPr/>
        </p:nvSpPr>
        <p:spPr>
          <a:xfrm>
            <a:off x="488958" y="2401309"/>
            <a:ext cx="5699027" cy="1660213"/>
          </a:xfrm>
          <a:prstGeom prst="roundRect">
            <a:avLst/>
          </a:prstGeom>
          <a:solidFill>
            <a:srgbClr val="D6C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5F4CAF"/>
                </a:solidFill>
              </a:rPr>
              <a:t>1. Question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How does the </a:t>
            </a:r>
            <a:r>
              <a:rPr lang="en-US" sz="2000" b="1" dirty="0">
                <a:solidFill>
                  <a:schemeClr val="tx1"/>
                </a:solidFill>
              </a:rPr>
              <a:t>protection </a:t>
            </a:r>
            <a:r>
              <a:rPr lang="en-US" sz="2000" dirty="0">
                <a:solidFill>
                  <a:schemeClr val="tx1"/>
                </a:solidFill>
              </a:rPr>
              <a:t>offered by </a:t>
            </a:r>
            <a:r>
              <a:rPr lang="en-US" sz="2000" b="1" dirty="0">
                <a:solidFill>
                  <a:schemeClr val="tx1"/>
                </a:solidFill>
              </a:rPr>
              <a:t>LLINs </a:t>
            </a:r>
            <a:r>
              <a:rPr lang="en-US" sz="2000" dirty="0">
                <a:solidFill>
                  <a:schemeClr val="tx1"/>
                </a:solidFill>
              </a:rPr>
              <a:t>vary among</a:t>
            </a:r>
            <a:r>
              <a:rPr lang="en-CH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5F4CAF"/>
                </a:solidFill>
              </a:rPr>
              <a:t>LLIN users</a:t>
            </a:r>
            <a:r>
              <a:rPr lang="en-CH" sz="2000" b="1" dirty="0">
                <a:solidFill>
                  <a:srgbClr val="5F4CAF"/>
                </a:solidFill>
              </a:rPr>
              <a:t> </a:t>
            </a:r>
            <a:r>
              <a:rPr lang="en-CH" sz="2000" dirty="0">
                <a:solidFill>
                  <a:schemeClr val="tx1"/>
                </a:solidFill>
              </a:rPr>
              <a:t>and </a:t>
            </a:r>
            <a:r>
              <a:rPr lang="en-US" sz="2000" b="1" dirty="0">
                <a:solidFill>
                  <a:srgbClr val="DC7C31"/>
                </a:solidFill>
              </a:rPr>
              <a:t>non-users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across</a:t>
            </a:r>
            <a:r>
              <a:rPr lang="en-US" sz="2000" b="1" dirty="0">
                <a:solidFill>
                  <a:schemeClr val="tx1"/>
                </a:solidFill>
              </a:rPr>
              <a:t> transmission intensities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effective usage </a:t>
            </a:r>
            <a:r>
              <a:rPr lang="en-US" sz="2000" dirty="0">
                <a:solidFill>
                  <a:schemeClr val="tx1"/>
                </a:solidFill>
              </a:rPr>
              <a:t>levels</a:t>
            </a: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CH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E35FF0-168B-FFB7-1CBC-02964919D325}"/>
              </a:ext>
            </a:extLst>
          </p:cNvPr>
          <p:cNvSpPr/>
          <p:nvPr/>
        </p:nvSpPr>
        <p:spPr>
          <a:xfrm>
            <a:off x="465856" y="6102182"/>
            <a:ext cx="5722129" cy="1962318"/>
          </a:xfrm>
          <a:prstGeom prst="roundRect">
            <a:avLst/>
          </a:prstGeom>
          <a:solidFill>
            <a:srgbClr val="D6C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rgbClr val="5F4CAF"/>
                </a:solidFill>
              </a:rPr>
              <a:t>3. Challenges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Cohort implementation in OpenMalaria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Transitioning to the new ITN parameterization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Finding the right figures to better communicate the message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CD8940-834C-ED95-ECD7-15CA9483FF2B}"/>
              </a:ext>
            </a:extLst>
          </p:cNvPr>
          <p:cNvSpPr/>
          <p:nvPr/>
        </p:nvSpPr>
        <p:spPr>
          <a:xfrm>
            <a:off x="488958" y="8290504"/>
            <a:ext cx="5699027" cy="1639758"/>
          </a:xfrm>
          <a:prstGeom prst="roundRect">
            <a:avLst/>
          </a:prstGeom>
          <a:solidFill>
            <a:srgbClr val="D6C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9"/>
              </a:spcAft>
            </a:pPr>
            <a:r>
              <a:rPr lang="en-US" sz="2000" b="1" dirty="0">
                <a:solidFill>
                  <a:srgbClr val="5F4CAF"/>
                </a:solidFill>
              </a:rPr>
              <a:t>4. Conclusion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Results suggest </a:t>
            </a:r>
            <a:r>
              <a:rPr lang="en-US" sz="2000" b="1" dirty="0">
                <a:solidFill>
                  <a:schemeClr val="tx1"/>
                </a:solidFill>
              </a:rPr>
              <a:t>moderate LLIN usage </a:t>
            </a:r>
            <a:r>
              <a:rPr lang="en-US" sz="2000" dirty="0">
                <a:solidFill>
                  <a:schemeClr val="tx1"/>
                </a:solidFill>
              </a:rPr>
              <a:t>in </a:t>
            </a:r>
            <a:r>
              <a:rPr lang="en-US" sz="2000" b="1" dirty="0">
                <a:solidFill>
                  <a:schemeClr val="tx1"/>
                </a:solidFill>
              </a:rPr>
              <a:t>low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moderate </a:t>
            </a:r>
            <a:r>
              <a:rPr lang="en-US" sz="2000" b="1" dirty="0" err="1">
                <a:solidFill>
                  <a:schemeClr val="tx1"/>
                </a:solidFill>
              </a:rPr>
              <a:t>PfPR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settings, and </a:t>
            </a:r>
            <a:r>
              <a:rPr lang="en-US" sz="2000" b="1" dirty="0">
                <a:solidFill>
                  <a:schemeClr val="tx1"/>
                </a:solidFill>
              </a:rPr>
              <a:t>high usage</a:t>
            </a:r>
            <a:r>
              <a:rPr lang="en-US" sz="2000" dirty="0">
                <a:solidFill>
                  <a:schemeClr val="tx1"/>
                </a:solidFill>
              </a:rPr>
              <a:t> for </a:t>
            </a:r>
            <a:r>
              <a:rPr lang="en-US" sz="2000" b="1" dirty="0">
                <a:solidFill>
                  <a:schemeClr val="tx1"/>
                </a:solidFill>
              </a:rPr>
              <a:t>high </a:t>
            </a:r>
            <a:r>
              <a:rPr lang="en-US" sz="2000" b="1" dirty="0" err="1">
                <a:solidFill>
                  <a:schemeClr val="tx1"/>
                </a:solidFill>
              </a:rPr>
              <a:t>PfPR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A1DA06-0652-8A52-C256-D9D903011EE9}"/>
              </a:ext>
            </a:extLst>
          </p:cNvPr>
          <p:cNvSpPr/>
          <p:nvPr/>
        </p:nvSpPr>
        <p:spPr>
          <a:xfrm>
            <a:off x="6540500" y="2408308"/>
            <a:ext cx="7226300" cy="77932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F0A3DF-4632-E09E-5F03-137F3F3F14B0}"/>
              </a:ext>
            </a:extLst>
          </p:cNvPr>
          <p:cNvSpPr/>
          <p:nvPr/>
        </p:nvSpPr>
        <p:spPr>
          <a:xfrm>
            <a:off x="13987326" y="2401309"/>
            <a:ext cx="4730446" cy="75772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0FAD6B-D273-3938-A01F-65C3FE8372F0}"/>
              </a:ext>
            </a:extLst>
          </p:cNvPr>
          <p:cNvSpPr/>
          <p:nvPr/>
        </p:nvSpPr>
        <p:spPr>
          <a:xfrm>
            <a:off x="465856" y="4317999"/>
            <a:ext cx="5722129" cy="1525187"/>
          </a:xfrm>
          <a:prstGeom prst="roundRect">
            <a:avLst/>
          </a:prstGeom>
          <a:solidFill>
            <a:srgbClr val="D6C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9"/>
              </a:spcAft>
            </a:pPr>
            <a:r>
              <a:rPr lang="en-US" sz="2000" b="1" dirty="0">
                <a:solidFill>
                  <a:srgbClr val="5F4CAF"/>
                </a:solidFill>
              </a:rPr>
              <a:t>2. Answer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C7C31"/>
                </a:solidFill>
              </a:rPr>
              <a:t>Community protection</a:t>
            </a:r>
            <a:r>
              <a:rPr lang="en-US" sz="2000" b="1" dirty="0">
                <a:solidFill>
                  <a:srgbClr val="FFC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is</a:t>
            </a:r>
            <a:r>
              <a:rPr lang="en-US" sz="2000" b="1" dirty="0">
                <a:solidFill>
                  <a:schemeClr val="tx1"/>
                </a:solidFill>
              </a:rPr>
              <a:t> stronger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 plateau </a:t>
            </a:r>
            <a:r>
              <a:rPr lang="en-US" sz="2000" dirty="0">
                <a:solidFill>
                  <a:schemeClr val="tx1"/>
                </a:solidFill>
              </a:rPr>
              <a:t>in low and moderate settings, but not in high </a:t>
            </a:r>
            <a:endParaRPr lang="en-CH" sz="2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EDD2B-DC37-6B10-6E96-D03CE169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0506" y="286147"/>
            <a:ext cx="4196632" cy="14117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25E78D-7639-3552-BAE0-DE72235AD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2910967"/>
            <a:ext cx="6361985" cy="34593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0C199B-8FE8-03D2-7B14-4E8DBA62A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6222297"/>
            <a:ext cx="6381397" cy="34698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F826AF-FC5A-9217-556E-7479A2FAB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4459" y="2908300"/>
            <a:ext cx="3896888" cy="692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9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_Scientific_Landscape_16x9-ratio_SwissTPH.potx" id="{E9A2317E-656C-45E6-B924-91389534B99A}" vid="{70C1E59E-B806-4A8E-8F48-D41D393998BC}"/>
    </a:ext>
  </a:extLst>
</a:theme>
</file>

<file path=ppt/theme/theme2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EC4A7492-4665-4B82-A424-943780401254}" vid="{82A68BA0-FD82-438C-8C0A-A68EEC6C86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C2F69649366542805CCBAF42E8EFB7" ma:contentTypeVersion="4" ma:contentTypeDescription="Create a new document." ma:contentTypeScope="" ma:versionID="60d978b5935bf3a2213058135cad3411">
  <xsd:schema xmlns:xsd="http://www.w3.org/2001/XMLSchema" xmlns:xs="http://www.w3.org/2001/XMLSchema" xmlns:p="http://schemas.microsoft.com/office/2006/metadata/properties" xmlns:ns2="63ffaa22-7d8e-4240-a944-afc297a842b9" targetNamespace="http://schemas.microsoft.com/office/2006/metadata/properties" ma:root="true" ma:fieldsID="12af3a03e5a82617190befc2b4010dba" ns2:_="">
    <xsd:import namespace="63ffaa22-7d8e-4240-a944-afc297a842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faa22-7d8e-4240-a944-afc297a84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725A41-AA63-4E94-B8A6-FEC8E79A3A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EED2AA-A097-4409-83A9-FF387CD83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ffaa22-7d8e-4240-a944-afc297a842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E58AAE-17C3-475F-BC83-4756F6D03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Scientific Landscape 16x9-ratio Swiss TPH</Template>
  <TotalTime>0</TotalTime>
  <Words>347</Words>
  <Application>Microsoft Office PowerPoint</Application>
  <PresentationFormat>Custom</PresentationFormat>
  <Paragraphs>43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Courier New</vt:lpstr>
      <vt:lpstr>Symbol</vt:lpstr>
      <vt:lpstr>Wingdings</vt:lpstr>
      <vt:lpstr>Office Theme</vt:lpstr>
      <vt:lpstr>SwissTPH2026</vt:lpstr>
      <vt:lpstr>Activities from June 2025 to June 2026</vt:lpstr>
      <vt:lpstr>Evaluating the Community Effects of LLINs across Transmission Intensities </vt:lpstr>
      <vt:lpstr>Evaluating the Community Effects of LLINs across Transmission Intensities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40</cp:revision>
  <dcterms:created xsi:type="dcterms:W3CDTF">2026-06-10T09:32:35Z</dcterms:created>
  <dcterms:modified xsi:type="dcterms:W3CDTF">2026-06-12T09:10:45Z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0x010100FCC2F69649366542805CCBAF42E8EFB7</vt:lpwstr>
  </property>
</Properties>
</file>