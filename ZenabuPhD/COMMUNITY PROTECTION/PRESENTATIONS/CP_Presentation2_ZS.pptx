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16" r:id="rId4"/>
  </p:sldMasterIdLst>
  <p:notesMasterIdLst>
    <p:notesMasterId r:id="rId33"/>
  </p:notesMasterIdLst>
  <p:handoutMasterIdLst>
    <p:handoutMasterId r:id="rId34"/>
  </p:handoutMasterIdLst>
  <p:sldIdLst>
    <p:sldId id="555" r:id="rId5"/>
    <p:sldId id="2038" r:id="rId6"/>
    <p:sldId id="2069" r:id="rId7"/>
    <p:sldId id="2074" r:id="rId8"/>
    <p:sldId id="2086" r:id="rId9"/>
    <p:sldId id="2089" r:id="rId10"/>
    <p:sldId id="2088" r:id="rId11"/>
    <p:sldId id="2084" r:id="rId12"/>
    <p:sldId id="2085" r:id="rId13"/>
    <p:sldId id="2077" r:id="rId14"/>
    <p:sldId id="2087" r:id="rId15"/>
    <p:sldId id="2095" r:id="rId16"/>
    <p:sldId id="2096" r:id="rId17"/>
    <p:sldId id="2097" r:id="rId18"/>
    <p:sldId id="2100" r:id="rId19"/>
    <p:sldId id="2105" r:id="rId20"/>
    <p:sldId id="2078" r:id="rId21"/>
    <p:sldId id="2090" r:id="rId22"/>
    <p:sldId id="2101" r:id="rId23"/>
    <p:sldId id="2102" r:id="rId24"/>
    <p:sldId id="2104" r:id="rId25"/>
    <p:sldId id="2080" r:id="rId26"/>
    <p:sldId id="2103" r:id="rId27"/>
    <p:sldId id="2091" r:id="rId28"/>
    <p:sldId id="2081" r:id="rId29"/>
    <p:sldId id="2093" r:id="rId30"/>
    <p:sldId id="2107" r:id="rId31"/>
    <p:sldId id="2052" r:id="rId32"/>
  </p:sldIdLst>
  <p:sldSz cx="9144000" cy="5143500" type="screen16x9"/>
  <p:notesSz cx="7099300" cy="10234613"/>
  <p:defaultTextStyle>
    <a:lvl1pPr defTabSz="363800">
      <a:lnSpc>
        <a:spcPct val="93000"/>
      </a:lnSpc>
      <a:defRPr>
        <a:latin typeface="Calibri"/>
        <a:ea typeface="Calibri"/>
        <a:cs typeface="Calibri"/>
        <a:sym typeface="Calibri"/>
      </a:defRPr>
    </a:lvl1pPr>
    <a:lvl2pPr indent="370225" defTabSz="363800">
      <a:lnSpc>
        <a:spcPct val="93000"/>
      </a:lnSpc>
      <a:defRPr>
        <a:latin typeface="Calibri"/>
        <a:ea typeface="Calibri"/>
        <a:cs typeface="Calibri"/>
        <a:sym typeface="Calibri"/>
      </a:defRPr>
    </a:lvl2pPr>
    <a:lvl3pPr indent="740451" defTabSz="363800">
      <a:lnSpc>
        <a:spcPct val="93000"/>
      </a:lnSpc>
      <a:defRPr>
        <a:latin typeface="Calibri"/>
        <a:ea typeface="Calibri"/>
        <a:cs typeface="Calibri"/>
        <a:sym typeface="Calibri"/>
      </a:defRPr>
    </a:lvl3pPr>
    <a:lvl4pPr indent="1110679" defTabSz="363800">
      <a:lnSpc>
        <a:spcPct val="93000"/>
      </a:lnSpc>
      <a:defRPr>
        <a:latin typeface="Calibri"/>
        <a:ea typeface="Calibri"/>
        <a:cs typeface="Calibri"/>
        <a:sym typeface="Calibri"/>
      </a:defRPr>
    </a:lvl4pPr>
    <a:lvl5pPr indent="1480905" defTabSz="363800">
      <a:lnSpc>
        <a:spcPct val="93000"/>
      </a:lnSpc>
      <a:defRPr>
        <a:latin typeface="Calibri"/>
        <a:ea typeface="Calibri"/>
        <a:cs typeface="Calibri"/>
        <a:sym typeface="Calibri"/>
      </a:defRPr>
    </a:lvl5pPr>
    <a:lvl6pPr indent="1851132" defTabSz="363800">
      <a:lnSpc>
        <a:spcPct val="93000"/>
      </a:lnSpc>
      <a:defRPr>
        <a:latin typeface="Calibri"/>
        <a:ea typeface="Calibri"/>
        <a:cs typeface="Calibri"/>
        <a:sym typeface="Calibri"/>
      </a:defRPr>
    </a:lvl6pPr>
    <a:lvl7pPr indent="2221358" defTabSz="363800">
      <a:lnSpc>
        <a:spcPct val="93000"/>
      </a:lnSpc>
      <a:defRPr>
        <a:latin typeface="Calibri"/>
        <a:ea typeface="Calibri"/>
        <a:cs typeface="Calibri"/>
        <a:sym typeface="Calibri"/>
      </a:defRPr>
    </a:lvl7pPr>
    <a:lvl8pPr indent="2591585" defTabSz="363800">
      <a:lnSpc>
        <a:spcPct val="93000"/>
      </a:lnSpc>
      <a:defRPr>
        <a:latin typeface="Calibri"/>
        <a:ea typeface="Calibri"/>
        <a:cs typeface="Calibri"/>
        <a:sym typeface="Calibri"/>
      </a:defRPr>
    </a:lvl8pPr>
    <a:lvl9pPr indent="2961812" defTabSz="363800">
      <a:lnSpc>
        <a:spcPct val="93000"/>
      </a:lnSpc>
      <a:defRPr>
        <a:latin typeface="Calibri"/>
        <a:ea typeface="Calibri"/>
        <a:cs typeface="Calibri"/>
        <a:sym typeface="Calibri"/>
      </a:defRPr>
    </a:lvl9pPr>
  </p:defaultTextStyle>
  <p:extLst>
    <p:ext uri="{521415D9-36F7-43E2-AB2F-B90AF26B5E84}">
      <p14:sectionLst xmlns:p14="http://schemas.microsoft.com/office/powerpoint/2010/main">
        <p14:section name="Title Slides" id="{8994D358-6C20-4FA8-AA41-025EF578AB32}">
          <p14:sldIdLst>
            <p14:sldId id="555"/>
            <p14:sldId id="2038"/>
            <p14:sldId id="2069"/>
            <p14:sldId id="2074"/>
            <p14:sldId id="2086"/>
            <p14:sldId id="2089"/>
            <p14:sldId id="2088"/>
            <p14:sldId id="2084"/>
            <p14:sldId id="2085"/>
            <p14:sldId id="2077"/>
            <p14:sldId id="2087"/>
            <p14:sldId id="2095"/>
            <p14:sldId id="2096"/>
            <p14:sldId id="2097"/>
            <p14:sldId id="2100"/>
            <p14:sldId id="2105"/>
            <p14:sldId id="2078"/>
            <p14:sldId id="2090"/>
            <p14:sldId id="2101"/>
            <p14:sldId id="2102"/>
            <p14:sldId id="2104"/>
            <p14:sldId id="2080"/>
            <p14:sldId id="2103"/>
            <p14:sldId id="2091"/>
            <p14:sldId id="2081"/>
            <p14:sldId id="2093"/>
            <p14:sldId id="2107"/>
            <p14:sldId id="2052"/>
          </p14:sldIdLst>
        </p14:section>
      </p14:sectionLst>
    </p:ext>
    <p:ext uri="{EFAFB233-063F-42B5-8137-9DF3F51BA10A}">
      <p15:sldGuideLst xmlns:p15="http://schemas.microsoft.com/office/powerpoint/2012/main">
        <p15:guide id="1" orient="horz" pos="2845" userDrawn="1">
          <p15:clr>
            <a:srgbClr val="A4A3A4"/>
          </p15:clr>
        </p15:guide>
        <p15:guide id="2" pos="3606" userDrawn="1">
          <p15:clr>
            <a:srgbClr val="A4A3A4"/>
          </p15:clr>
        </p15:guide>
        <p15:guide id="3" orient="horz" pos="2164" userDrawn="1">
          <p15:clr>
            <a:srgbClr val="A4A3A4"/>
          </p15:clr>
        </p15:guide>
        <p15:guide id="4" orient="horz" pos="1302" userDrawn="1">
          <p15:clr>
            <a:srgbClr val="A4A3A4"/>
          </p15:clr>
        </p15:guide>
        <p15:guide id="5" pos="24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Edwards" initials="DE" lastIdx="11" clrIdx="0"/>
  <p:cmAuthor id="1" name="Danielle Powell" initials="DP" lastIdx="91" clrIdx="1">
    <p:extLst>
      <p:ext uri="{19B8F6BF-5375-455C-9EA6-DF929625EA0E}">
        <p15:presenceInfo xmlns:p15="http://schemas.microsoft.com/office/powerpoint/2012/main" userId="Danielle Powell" providerId="None"/>
      </p:ext>
    </p:extLst>
  </p:cmAuthor>
  <p:cmAuthor id="2" name="Mark Tecson" initials="MT" lastIdx="54" clrIdx="2">
    <p:extLst>
      <p:ext uri="{19B8F6BF-5375-455C-9EA6-DF929625EA0E}">
        <p15:presenceInfo xmlns:p15="http://schemas.microsoft.com/office/powerpoint/2012/main" userId="Mark Tecs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1F2F2"/>
    <a:srgbClr val="468AB2"/>
    <a:srgbClr val="717073"/>
    <a:srgbClr val="222222"/>
    <a:srgbClr val="000000"/>
    <a:srgbClr val="898989"/>
    <a:srgbClr val="B4D1E1"/>
    <a:srgbClr val="FFCC66"/>
    <a:srgbClr val="55C3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C7B018BB-80A7-4F77-B60F-C8B233D01FF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7E7"/>
          </a:solidFill>
        </a:fill>
      </a:tcStyle>
    </a:wholeTbl>
    <a:band2H>
      <a:tcTxStyle/>
      <a:tcStyle>
        <a:tcBdr/>
        <a:fill>
          <a:solidFill>
            <a:srgbClr val="E8ECF4"/>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Row>
  </a:tblStyle>
  <a:tblStyle styleId="{EEE7283C-3CF3-47DC-8721-378D4A62B22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EE7D0"/>
          </a:solidFill>
        </a:fill>
      </a:tcStyle>
    </a:wholeTbl>
    <a:band2H>
      <a:tcTxStyle/>
      <a:tcStyle>
        <a:tcBdr/>
        <a:fill>
          <a:solidFill>
            <a:srgbClr val="EFF3E9"/>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Row>
  </a:tblStyle>
  <a:tblStyle styleId="{CF821DB8-F4EB-4A41-A1BA-3FCAFE7338EE}"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CDCCE"/>
          </a:solidFill>
        </a:fill>
      </a:tcStyle>
    </a:wholeTbl>
    <a:band2H>
      <a:tcTxStyle/>
      <a:tcStyle>
        <a:tcBdr/>
        <a:fill>
          <a:solidFill>
            <a:srgbClr val="FDEEE8"/>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Row>
  </a:tblStyle>
  <a:tblStyle styleId="{33BA23B1-9221-436E-865A-0063620EA4FD}" styleName="">
    <a:tblBg/>
    <a:wholeTbl>
      <a:tcTxStyle b="on" i="on">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F81BD"/>
          </a:solidFill>
        </a:fill>
      </a:tcStyle>
    </a:firstCol>
    <a:lastRow>
      <a:tcTxStyle b="on" i="on">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F81BD"/>
          </a:solidFill>
        </a:fill>
      </a:tcStyle>
    </a:firstRow>
  </a:tblStyle>
  <a:tblStyle styleId="{2708684C-4D16-4618-839F-0558EEFCDFE6}" styleName="">
    <a:tblBg/>
    <a:wholeTb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3875" autoAdjust="0"/>
  </p:normalViewPr>
  <p:slideViewPr>
    <p:cSldViewPr>
      <p:cViewPr varScale="1">
        <p:scale>
          <a:sx n="92" d="100"/>
          <a:sy n="92" d="100"/>
        </p:scale>
        <p:origin x="440" y="60"/>
      </p:cViewPr>
      <p:guideLst>
        <p:guide orient="horz" pos="2845"/>
        <p:guide pos="3606"/>
        <p:guide orient="horz" pos="2164"/>
        <p:guide orient="horz" pos="1302"/>
        <p:guide pos="2426"/>
      </p:guideLst>
    </p:cSldViewPr>
  </p:slideViewPr>
  <p:outlineViewPr>
    <p:cViewPr>
      <p:scale>
        <a:sx n="33" d="100"/>
        <a:sy n="33" d="100"/>
      </p:scale>
      <p:origin x="0" y="-1264"/>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44" d="100"/>
          <a:sy n="44" d="100"/>
        </p:scale>
        <p:origin x="274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1731"/>
          </a:xfrm>
          <a:prstGeom prst="rect">
            <a:avLst/>
          </a:prstGeom>
        </p:spPr>
        <p:txBody>
          <a:bodyPr vert="horz" lIns="94768" tIns="47384" rIns="94768" bIns="47384" rtlCol="0"/>
          <a:lstStyle>
            <a:lvl1pPr algn="l">
              <a:defRPr sz="1200"/>
            </a:lvl1pPr>
          </a:lstStyle>
          <a:p>
            <a:endParaRPr lang="en-GB" dirty="0">
              <a:latin typeface="Arial" panose="020B0604020202020204" pitchFamily="34" charset="0"/>
              <a:cs typeface="Arial" panose="020B0604020202020204" pitchFamily="34" charset="0"/>
            </a:endParaRPr>
          </a:p>
        </p:txBody>
      </p:sp>
      <p:sp>
        <p:nvSpPr>
          <p:cNvPr id="3" name="Date Placeholder 2"/>
          <p:cNvSpPr>
            <a:spLocks noGrp="1"/>
          </p:cNvSpPr>
          <p:nvPr>
            <p:ph type="dt" sz="quarter" idx="1"/>
          </p:nvPr>
        </p:nvSpPr>
        <p:spPr>
          <a:xfrm>
            <a:off x="4021295" y="0"/>
            <a:ext cx="3076363" cy="511731"/>
          </a:xfrm>
          <a:prstGeom prst="rect">
            <a:avLst/>
          </a:prstGeom>
        </p:spPr>
        <p:txBody>
          <a:bodyPr vert="horz" lIns="94768" tIns="47384" rIns="94768" bIns="47384" rtlCol="0"/>
          <a:lstStyle>
            <a:lvl1pPr algn="r">
              <a:defRPr sz="1200"/>
            </a:lvl1pPr>
          </a:lstStyle>
          <a:p>
            <a:fld id="{B59EEB45-F85B-45AF-AE0C-0FFBEB08690C}" type="datetimeFigureOut">
              <a:rPr lang="en-GB" smtClean="0">
                <a:latin typeface="Arial" panose="020B0604020202020204" pitchFamily="34" charset="0"/>
                <a:cs typeface="Arial" panose="020B0604020202020204" pitchFamily="34" charset="0"/>
              </a:rPr>
              <a:t>11/03/2026</a:t>
            </a:fld>
            <a:endParaRPr lang="en-GB"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2"/>
          </p:nvPr>
        </p:nvSpPr>
        <p:spPr>
          <a:xfrm>
            <a:off x="1" y="9721106"/>
            <a:ext cx="3076363" cy="511731"/>
          </a:xfrm>
          <a:prstGeom prst="rect">
            <a:avLst/>
          </a:prstGeom>
        </p:spPr>
        <p:txBody>
          <a:bodyPr vert="horz" lIns="94768" tIns="47384" rIns="94768" bIns="47384" rtlCol="0" anchor="b"/>
          <a:lstStyle>
            <a:lvl1pPr algn="l">
              <a:defRPr sz="1200"/>
            </a:lvl1pPr>
          </a:lstStyle>
          <a:p>
            <a:endParaRPr lang="en-GB"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4021295" y="9721106"/>
            <a:ext cx="3076363" cy="511731"/>
          </a:xfrm>
          <a:prstGeom prst="rect">
            <a:avLst/>
          </a:prstGeom>
        </p:spPr>
        <p:txBody>
          <a:bodyPr vert="horz" lIns="94768" tIns="47384" rIns="94768" bIns="47384" rtlCol="0" anchor="b"/>
          <a:lstStyle>
            <a:lvl1pPr algn="r">
              <a:defRPr sz="1200"/>
            </a:lvl1pPr>
          </a:lstStyle>
          <a:p>
            <a:fld id="{6D219380-B934-4D92-B156-F3E17E027301}" type="slidenum">
              <a:rPr lang="en-GB" smtClean="0">
                <a:latin typeface="Arial" panose="020B0604020202020204" pitchFamily="34" charset="0"/>
                <a:cs typeface="Arial" panose="020B0604020202020204" pitchFamily="34" charset="0"/>
              </a:rPr>
              <a:t>‹#›</a:t>
            </a:fld>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88758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9" name="Shape 79"/>
          <p:cNvSpPr>
            <a:spLocks noGrp="1" noRot="1" noChangeAspect="1"/>
          </p:cNvSpPr>
          <p:nvPr>
            <p:ph type="sldImg"/>
          </p:nvPr>
        </p:nvSpPr>
        <p:spPr>
          <a:xfrm>
            <a:off x="139700" y="768350"/>
            <a:ext cx="6819900" cy="3836988"/>
          </a:xfrm>
          <a:prstGeom prst="rect">
            <a:avLst/>
          </a:prstGeom>
        </p:spPr>
        <p:txBody>
          <a:bodyPr lIns="94768" tIns="47384" rIns="94768" bIns="47384"/>
          <a:lstStyle/>
          <a:p>
            <a:pPr lvl="0"/>
            <a:endParaRPr dirty="0"/>
          </a:p>
        </p:txBody>
      </p:sp>
      <p:sp>
        <p:nvSpPr>
          <p:cNvPr id="80" name="Shape 80"/>
          <p:cNvSpPr>
            <a:spLocks noGrp="1"/>
          </p:cNvSpPr>
          <p:nvPr>
            <p:ph type="body" sz="quarter" idx="1"/>
          </p:nvPr>
        </p:nvSpPr>
        <p:spPr>
          <a:xfrm>
            <a:off x="946574" y="4861442"/>
            <a:ext cx="5206154" cy="4605576"/>
          </a:xfrm>
          <a:prstGeom prst="rect">
            <a:avLst/>
          </a:prstGeom>
        </p:spPr>
        <p:txBody>
          <a:bodyPr lIns="94768" tIns="47384" rIns="94768" bIns="47384"/>
          <a:lstStyle/>
          <a:p>
            <a:pPr lvl="0"/>
            <a:endParaRPr dirty="0"/>
          </a:p>
        </p:txBody>
      </p:sp>
    </p:spTree>
    <p:extLst>
      <p:ext uri="{BB962C8B-B14F-4D97-AF65-F5344CB8AC3E}">
        <p14:creationId xmlns:p14="http://schemas.microsoft.com/office/powerpoint/2010/main" val="3462604916"/>
      </p:ext>
    </p:extLst>
  </p:cSld>
  <p:clrMap bg1="lt1" tx1="dk1" bg2="lt2" tx2="dk2" accent1="accent1" accent2="accent2" accent3="accent3" accent4="accent4" accent5="accent5" accent6="accent6" hlink="hlink" folHlink="folHlink"/>
  <p:hf sldNum="0" hdr="0" ftr="0" dt="0"/>
  <p:notesStyle>
    <a:lvl1pPr defTabSz="457200">
      <a:lnSpc>
        <a:spcPct val="117999"/>
      </a:lnSpc>
      <a:defRPr sz="2200" b="0" i="0">
        <a:latin typeface="Arial" panose="020B0604020202020204" pitchFamily="34" charset="0"/>
        <a:ea typeface="+mj-ea"/>
        <a:cs typeface="Arial" panose="020B0604020202020204" pitchFamily="34" charset="0"/>
        <a:sym typeface="Helvetica Neue"/>
      </a:defRPr>
    </a:lvl1pPr>
    <a:lvl2pPr indent="228600" defTabSz="457200">
      <a:lnSpc>
        <a:spcPct val="117999"/>
      </a:lnSpc>
      <a:defRPr sz="2200">
        <a:latin typeface="+mj-lt"/>
        <a:ea typeface="+mj-ea"/>
        <a:cs typeface="+mj-cs"/>
        <a:sym typeface="Helvetica Neue"/>
      </a:defRPr>
    </a:lvl2pPr>
    <a:lvl3pPr indent="457200" defTabSz="457200">
      <a:lnSpc>
        <a:spcPct val="117999"/>
      </a:lnSpc>
      <a:defRPr sz="2200">
        <a:latin typeface="+mj-lt"/>
        <a:ea typeface="+mj-ea"/>
        <a:cs typeface="+mj-cs"/>
        <a:sym typeface="Helvetica Neue"/>
      </a:defRPr>
    </a:lvl3pPr>
    <a:lvl4pPr indent="685800" defTabSz="457200">
      <a:lnSpc>
        <a:spcPct val="117999"/>
      </a:lnSpc>
      <a:defRPr sz="2200">
        <a:latin typeface="+mj-lt"/>
        <a:ea typeface="+mj-ea"/>
        <a:cs typeface="+mj-cs"/>
        <a:sym typeface="Helvetica Neue"/>
      </a:defRPr>
    </a:lvl4pPr>
    <a:lvl5pPr indent="914400" defTabSz="457200">
      <a:lnSpc>
        <a:spcPct val="117999"/>
      </a:lnSpc>
      <a:defRPr sz="2200">
        <a:latin typeface="+mj-lt"/>
        <a:ea typeface="+mj-ea"/>
        <a:cs typeface="+mj-cs"/>
        <a:sym typeface="Helvetica Neue"/>
      </a:defRPr>
    </a:lvl5pPr>
    <a:lvl6pPr indent="1143000" defTabSz="457200">
      <a:lnSpc>
        <a:spcPct val="117999"/>
      </a:lnSpc>
      <a:defRPr sz="2200">
        <a:latin typeface="+mj-lt"/>
        <a:ea typeface="+mj-ea"/>
        <a:cs typeface="+mj-cs"/>
        <a:sym typeface="Helvetica Neue"/>
      </a:defRPr>
    </a:lvl6pPr>
    <a:lvl7pPr indent="1371600" defTabSz="457200">
      <a:lnSpc>
        <a:spcPct val="117999"/>
      </a:lnSpc>
      <a:defRPr sz="2200">
        <a:latin typeface="+mj-lt"/>
        <a:ea typeface="+mj-ea"/>
        <a:cs typeface="+mj-cs"/>
        <a:sym typeface="Helvetica Neue"/>
      </a:defRPr>
    </a:lvl7pPr>
    <a:lvl8pPr indent="1600200" defTabSz="457200">
      <a:lnSpc>
        <a:spcPct val="117999"/>
      </a:lnSpc>
      <a:defRPr sz="2200">
        <a:latin typeface="+mj-lt"/>
        <a:ea typeface="+mj-ea"/>
        <a:cs typeface="+mj-cs"/>
        <a:sym typeface="Helvetica Neue"/>
      </a:defRPr>
    </a:lvl8pPr>
    <a:lvl9pPr indent="1828800" defTabSz="45720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Within </a:t>
            </a:r>
            <a:r>
              <a:rPr lang="en-CH" sz="2200" b="0" i="0" dirty="0" err="1">
                <a:effectLst/>
                <a:latin typeface="Arial" panose="020B0604020202020204" pitchFamily="34" charset="0"/>
                <a:ea typeface="+mj-ea"/>
                <a:cs typeface="Arial" panose="020B0604020202020204" pitchFamily="34" charset="0"/>
                <a:sym typeface="Helvetica Neue"/>
              </a:rPr>
              <a:t>OpenMalaria</a:t>
            </a:r>
            <a:r>
              <a:rPr lang="en-CH" sz="2200" b="0" i="0" dirty="0">
                <a:effectLst/>
                <a:latin typeface="Arial" panose="020B0604020202020204" pitchFamily="34" charset="0"/>
                <a:ea typeface="+mj-ea"/>
                <a:cs typeface="Arial" panose="020B0604020202020204" pitchFamily="34" charset="0"/>
                <a:sym typeface="Helvetica Neue"/>
              </a:rPr>
              <a:t>, bed nets act by modifying parameters of the mosquito feeding cycle model. </a:t>
            </a:r>
            <a:endParaRPr lang="en-US" sz="2200" b="0" i="0" dirty="0">
              <a:effectLst/>
              <a:latin typeface="Arial" panose="020B0604020202020204" pitchFamily="34" charset="0"/>
              <a:ea typeface="+mj-ea"/>
              <a:cs typeface="Arial" panose="020B0604020202020204" pitchFamily="34" charset="0"/>
              <a:sym typeface="Helvetica Neue"/>
            </a:endParaRPr>
          </a:p>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They reduce host availability, </a:t>
            </a:r>
            <a:endParaRPr lang="en-US" sz="2200" b="0" i="0" dirty="0">
              <a:effectLst/>
              <a:latin typeface="Arial" panose="020B0604020202020204" pitchFamily="34" charset="0"/>
              <a:ea typeface="+mj-ea"/>
              <a:cs typeface="Arial" panose="020B0604020202020204" pitchFamily="34" charset="0"/>
              <a:sym typeface="Helvetica Neue"/>
            </a:endParaRPr>
          </a:p>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decrease the probability of successful blood feeding following host contact, and </a:t>
            </a:r>
            <a:endParaRPr lang="en-US" sz="2200" b="0" i="0" dirty="0">
              <a:effectLst/>
              <a:latin typeface="Arial" panose="020B0604020202020204" pitchFamily="34" charset="0"/>
              <a:ea typeface="+mj-ea"/>
              <a:cs typeface="Arial" panose="020B0604020202020204" pitchFamily="34" charset="0"/>
              <a:sym typeface="Helvetica Neue"/>
            </a:endParaRPr>
          </a:p>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reduce the probability that a mosquito successfully finds a resting place after feeding </a:t>
            </a:r>
            <a:endParaRPr lang="en-CH" dirty="0"/>
          </a:p>
        </p:txBody>
      </p:sp>
    </p:spTree>
    <p:extLst>
      <p:ext uri="{BB962C8B-B14F-4D97-AF65-F5344CB8AC3E}">
        <p14:creationId xmlns:p14="http://schemas.microsoft.com/office/powerpoint/2010/main" val="1140215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US" dirty="0"/>
              <a:t>Western Kenya -60, Northern Ghana – 100-300, modeling study -10, 100</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US" dirty="0"/>
              <a:t>Multi-country DHS analysis - &lt;20, 20-80, &gt;80</a:t>
            </a:r>
          </a:p>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2545686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3EAF-731A-4C51-4BB9-80DCF96D2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0E4E4-B94A-4141-E77D-242C7C759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A42BE-A9BB-650F-7599-60FE08B54B53}"/>
              </a:ext>
            </a:extLst>
          </p:cNvPr>
          <p:cNvSpPr>
            <a:spLocks noGrp="1"/>
          </p:cNvSpPr>
          <p:nvPr>
            <p:ph type="body" idx="1"/>
          </p:nvPr>
        </p:nvSpPr>
        <p:spPr/>
        <p:txBody>
          <a:bodyPr/>
          <a:lstStyle/>
          <a:p>
            <a:pPr marL="342900" indent="-342900">
              <a:buFont typeface="Arial" panose="020B0604020202020204" pitchFamily="34" charset="0"/>
              <a:buChar char="•"/>
            </a:pPr>
            <a:r>
              <a:rPr lang="en-US" dirty="0"/>
              <a:t>Started from one district in the Oti region of Ghana – Nkwanta South</a:t>
            </a:r>
            <a:endParaRPr lang="en-CH" dirty="0"/>
          </a:p>
        </p:txBody>
      </p:sp>
    </p:spTree>
    <p:extLst>
      <p:ext uri="{BB962C8B-B14F-4D97-AF65-F5344CB8AC3E}">
        <p14:creationId xmlns:p14="http://schemas.microsoft.com/office/powerpoint/2010/main" val="893323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51C7C-CA00-5EC1-E85E-DF25D4CC8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7D1C6-A1A5-E584-84A0-A184B8704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E5A68-EBFA-09DB-8ACB-5E74BE7FC3CD}"/>
              </a:ext>
            </a:extLst>
          </p:cNvPr>
          <p:cNvSpPr>
            <a:spLocks noGrp="1"/>
          </p:cNvSpPr>
          <p:nvPr>
            <p:ph type="body" idx="1"/>
          </p:nvPr>
        </p:nvSpPr>
        <p:spPr/>
        <p:txBody>
          <a:bodyPr/>
          <a:lstStyle/>
          <a:p>
            <a:pPr marL="342900" indent="-342900">
              <a:buFont typeface="Arial" panose="020B0604020202020204" pitchFamily="34" charset="0"/>
              <a:buChar char="•"/>
            </a:pPr>
            <a:r>
              <a:rPr lang="en-US" dirty="0"/>
              <a:t>Nobody uses a net in the control scenario, and this is used as the counterfactual to</a:t>
            </a:r>
          </a:p>
          <a:p>
            <a:pPr marL="342900" indent="-342900">
              <a:buFont typeface="Arial" panose="020B0604020202020204" pitchFamily="34" charset="0"/>
              <a:buChar char="•"/>
            </a:pPr>
            <a:r>
              <a:rPr lang="en-US" dirty="0"/>
              <a:t>compare the other scenarios (users and non-users at LLIN usage&gt;0 and different EIR values ) against counterfactual</a:t>
            </a:r>
            <a:endParaRPr lang="en-CH" dirty="0"/>
          </a:p>
        </p:txBody>
      </p:sp>
    </p:spTree>
    <p:extLst>
      <p:ext uri="{BB962C8B-B14F-4D97-AF65-F5344CB8AC3E}">
        <p14:creationId xmlns:p14="http://schemas.microsoft.com/office/powerpoint/2010/main" val="1010181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4DCF8-7DE7-8068-260F-3946E50E3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75393-FE36-D666-0550-8FE43FD19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B6AD8-605C-098C-A49E-A4F93AB815A6}"/>
              </a:ext>
            </a:extLst>
          </p:cNvPr>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In </a:t>
            </a:r>
            <a:r>
              <a:rPr lang="en-CH" sz="2200" b="0" i="0" dirty="0" err="1">
                <a:effectLst/>
                <a:latin typeface="Arial" panose="020B0604020202020204" pitchFamily="34" charset="0"/>
                <a:ea typeface="+mj-ea"/>
                <a:cs typeface="Arial" panose="020B0604020202020204" pitchFamily="34" charset="0"/>
                <a:sym typeface="Helvetica Neue"/>
              </a:rPr>
              <a:t>Openmalaria</a:t>
            </a:r>
            <a:r>
              <a:rPr lang="en-CH" sz="2200" b="0" i="0" dirty="0">
                <a:effectLst/>
                <a:latin typeface="Arial" panose="020B0604020202020204" pitchFamily="34" charset="0"/>
                <a:ea typeface="+mj-ea"/>
                <a:cs typeface="Arial" panose="020B0604020202020204" pitchFamily="34" charset="0"/>
                <a:sym typeface="Helvetica Neue"/>
              </a:rPr>
              <a:t>, a </a:t>
            </a:r>
            <a:r>
              <a:rPr lang="en-CH" sz="2200" b="1" i="0" dirty="0">
                <a:effectLst/>
                <a:latin typeface="Arial" panose="020B0604020202020204" pitchFamily="34" charset="0"/>
                <a:ea typeface="+mj-ea"/>
                <a:cs typeface="Arial" panose="020B0604020202020204" pitchFamily="34" charset="0"/>
                <a:sym typeface="Helvetica Neue"/>
              </a:rPr>
              <a:t>cohort</a:t>
            </a:r>
            <a:r>
              <a:rPr lang="en-CH" sz="2200" b="0" i="0" dirty="0">
                <a:effectLst/>
                <a:latin typeface="Arial" panose="020B0604020202020204" pitchFamily="34" charset="0"/>
                <a:ea typeface="+mj-ea"/>
                <a:cs typeface="Arial" panose="020B0604020202020204" pitchFamily="34" charset="0"/>
                <a:sym typeface="Helvetica Neue"/>
              </a:rPr>
              <a:t> is a sub-population which can be monitored separately and can used to target intervention deployment</a:t>
            </a:r>
            <a:endParaRPr lang="en-US" dirty="0"/>
          </a:p>
          <a:p>
            <a:pPr marL="342900" indent="-342900">
              <a:buFont typeface="Arial" panose="020B0604020202020204" pitchFamily="34" charset="0"/>
              <a:buChar char="•"/>
            </a:pPr>
            <a:r>
              <a:rPr lang="en-US" dirty="0"/>
              <a:t>Nobody uses a net in the control scenario, and this is used as the counterfactual to compare the other scenarios (users and non-users at LLIN usage&gt;0 and different EIR values ) against</a:t>
            </a:r>
            <a:endParaRPr lang="en-CH" dirty="0"/>
          </a:p>
        </p:txBody>
      </p:sp>
    </p:spTree>
    <p:extLst>
      <p:ext uri="{BB962C8B-B14F-4D97-AF65-F5344CB8AC3E}">
        <p14:creationId xmlns:p14="http://schemas.microsoft.com/office/powerpoint/2010/main" val="810178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44D4F-24DA-4C96-2373-579B22E93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5F0A5-0EF7-7B26-AE4B-32CDC6A11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FCD5E-53B6-2B01-EB75-360A36790542}"/>
              </a:ext>
            </a:extLst>
          </p:cNvPr>
          <p:cNvSpPr>
            <a:spLocks noGrp="1"/>
          </p:cNvSpPr>
          <p:nvPr>
            <p:ph type="body" idx="1"/>
          </p:nvPr>
        </p:nvSpPr>
        <p:spPr/>
        <p:txBody>
          <a:bodyPr/>
          <a:lstStyle/>
          <a:p>
            <a:pPr marL="342900" indent="-342900">
              <a:buFont typeface="Arial" panose="020B0604020202020204" pitchFamily="34" charset="0"/>
              <a:buChar char="•"/>
            </a:pPr>
            <a:r>
              <a:rPr lang="en-US" dirty="0"/>
              <a:t>Nobody uses a net in the control scenario, and this is used as the counterfactual to</a:t>
            </a:r>
          </a:p>
          <a:p>
            <a:pPr marL="342900" indent="-342900">
              <a:buFont typeface="Arial" panose="020B0604020202020204" pitchFamily="34" charset="0"/>
              <a:buChar char="•"/>
            </a:pPr>
            <a:r>
              <a:rPr lang="en-US" dirty="0"/>
              <a:t>compare the other scenarios (users and non-users at LLIN usage&gt;0 and different EIR values ) against counterfactual</a:t>
            </a:r>
            <a:endParaRPr lang="en-CH" dirty="0"/>
          </a:p>
        </p:txBody>
      </p:sp>
    </p:spTree>
    <p:extLst>
      <p:ext uri="{BB962C8B-B14F-4D97-AF65-F5344CB8AC3E}">
        <p14:creationId xmlns:p14="http://schemas.microsoft.com/office/powerpoint/2010/main" val="4151915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D9CFD-8B4C-B63F-3F19-4C9E471835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86E08-CD01-7FF0-60CF-F43F55392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9726A-8651-44F1-0FA8-60801C2D7A45}"/>
              </a:ext>
            </a:extLst>
          </p:cNvPr>
          <p:cNvSpPr>
            <a:spLocks noGrp="1"/>
          </p:cNvSpPr>
          <p:nvPr>
            <p:ph type="body" idx="1"/>
          </p:nvPr>
        </p:nvSpPr>
        <p:spPr/>
        <p:txBody>
          <a:bodyPr/>
          <a:lstStyle/>
          <a:p>
            <a:pPr marL="342900" indent="-342900">
              <a:buFont typeface="Arial" panose="020B0604020202020204" pitchFamily="34" charset="0"/>
              <a:buChar char="•"/>
            </a:pPr>
            <a:r>
              <a:rPr lang="en-US" dirty="0"/>
              <a:t>Nobody uses a net in the control scenario, and this is used as the counterfactual to</a:t>
            </a:r>
          </a:p>
          <a:p>
            <a:pPr marL="342900" indent="-342900">
              <a:buFont typeface="Arial" panose="020B0604020202020204" pitchFamily="34" charset="0"/>
              <a:buChar char="•"/>
            </a:pPr>
            <a:r>
              <a:rPr lang="en-US" dirty="0"/>
              <a:t>compare the other scenarios (users and non-users at LLIN usage&gt;0 and different EIR values ) against counterfactual</a:t>
            </a:r>
            <a:endParaRPr lang="en-CH" dirty="0"/>
          </a:p>
        </p:txBody>
      </p:sp>
    </p:spTree>
    <p:extLst>
      <p:ext uri="{BB962C8B-B14F-4D97-AF65-F5344CB8AC3E}">
        <p14:creationId xmlns:p14="http://schemas.microsoft.com/office/powerpoint/2010/main" val="1320793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F29FD-5799-3F4C-AB8E-246F20479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90579-E131-0F30-24A0-66A697B35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4FC2B-B0F9-6DEE-8D9B-4EDE3523BD02}"/>
              </a:ext>
            </a:extLst>
          </p:cNvPr>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Temporal trends for two LLIN distribution cycles indicated that malaria prevalence declined over time with increasing LLIN usage across all transmission intensities (EIR), with the steepest declines observed shortly after intervention deployment (Figure 2)</a:t>
            </a:r>
            <a:endParaRPr lang="en-CH" dirty="0"/>
          </a:p>
        </p:txBody>
      </p:sp>
    </p:spTree>
    <p:extLst>
      <p:ext uri="{BB962C8B-B14F-4D97-AF65-F5344CB8AC3E}">
        <p14:creationId xmlns:p14="http://schemas.microsoft.com/office/powerpoint/2010/main" val="1405899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BD06-80B1-CE1F-AC0E-3A67E74B2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182EF-39D2-6DB1-42FC-25B6E8425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C1312-2474-8FC6-AA6B-8D348F4A64E4}"/>
              </a:ext>
            </a:extLst>
          </p:cNvPr>
          <p:cNvSpPr>
            <a:spLocks noGrp="1"/>
          </p:cNvSpPr>
          <p:nvPr>
            <p:ph type="body" idx="1"/>
          </p:nvPr>
        </p:nvSpPr>
        <p:spPr/>
        <p:txBody>
          <a:bodyPr/>
          <a:lstStyle/>
          <a:p>
            <a:r>
              <a:rPr lang="en-US" dirty="0"/>
              <a:t>Shows how direct, indirect, and total effects compare at a given usage</a:t>
            </a:r>
          </a:p>
        </p:txBody>
      </p:sp>
    </p:spTree>
    <p:extLst>
      <p:ext uri="{BB962C8B-B14F-4D97-AF65-F5344CB8AC3E}">
        <p14:creationId xmlns:p14="http://schemas.microsoft.com/office/powerpoint/2010/main" val="4088821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D4FC0-E6B1-6D12-EED8-F2443C424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6A781-BAE1-1ADD-BE17-B4DE945A3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BF728-9D17-9420-321E-3873D878C33C}"/>
              </a:ext>
            </a:extLst>
          </p:cNvPr>
          <p:cNvSpPr>
            <a:spLocks noGrp="1"/>
          </p:cNvSpPr>
          <p:nvPr>
            <p:ph type="body" idx="1"/>
          </p:nvPr>
        </p:nvSpPr>
        <p:spPr/>
        <p:txBody>
          <a:bodyPr/>
          <a:lstStyle/>
          <a:p>
            <a:pPr marL="342900" indent="-342900">
              <a:buFont typeface="Arial" panose="020B0604020202020204" pitchFamily="34" charset="0"/>
              <a:buChar char="•"/>
            </a:pPr>
            <a:r>
              <a:rPr lang="en-US" dirty="0"/>
              <a:t>The disparity in infection risk between LLIN users and non-users decreases with increasing coverage in low-to-moderate transmission settings, indicating convergence driven by community protection. In high transmission settings, substantial risk differentials persist even at high coverage, suggesting that indirect effects are insufficient to equalize infection risk</a:t>
            </a:r>
            <a:endParaRPr lang="en-CH" dirty="0"/>
          </a:p>
        </p:txBody>
      </p:sp>
    </p:spTree>
    <p:extLst>
      <p:ext uri="{BB962C8B-B14F-4D97-AF65-F5344CB8AC3E}">
        <p14:creationId xmlns:p14="http://schemas.microsoft.com/office/powerpoint/2010/main" val="168573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5E01-5E8E-7796-7BEE-4066B3D76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C481C-646C-0DF8-A0B8-A8166C1B5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C4944D-9999-DA88-EE17-C1816BE9E486}"/>
              </a:ext>
            </a:extLst>
          </p:cNvPr>
          <p:cNvSpPr>
            <a:spLocks noGrp="1"/>
          </p:cNvSpPr>
          <p:nvPr>
            <p:ph type="body" idx="1"/>
          </p:nvPr>
        </p:nvSpPr>
        <p:spPr/>
        <p:txBody>
          <a:bodyPr/>
          <a:lstStyle/>
          <a:p>
            <a:r>
              <a:rPr lang="en-US" dirty="0"/>
              <a:t>Shows how direct, indirect, and overall effects compare at a given LLIN usage</a:t>
            </a:r>
          </a:p>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2836971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D12D-F40E-BCFF-7ACB-0631F7A86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0F035-932D-3F78-2C84-8573963F5C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F621C3-F2F8-469B-4AB8-EED2FE47E08D}"/>
              </a:ext>
            </a:extLst>
          </p:cNvPr>
          <p:cNvSpPr>
            <a:spLocks noGrp="1"/>
          </p:cNvSpPr>
          <p:nvPr>
            <p:ph type="body" idx="1"/>
          </p:nvPr>
        </p:nvSpPr>
        <p:spPr/>
        <p:txBody>
          <a:bodyPr/>
          <a:lstStyle/>
          <a:p>
            <a:r>
              <a:rPr lang="en-US" b="1" dirty="0"/>
              <a:t>Low EIR:</a:t>
            </a:r>
            <a:endParaRPr lang="en-US" dirty="0"/>
          </a:p>
          <a:p>
            <a:r>
              <a:rPr lang="en-US" dirty="0"/>
              <a:t>Strong nonlinear increase.</a:t>
            </a:r>
          </a:p>
          <a:p>
            <a:r>
              <a:rPr lang="en-US" dirty="0"/>
              <a:t>Non-users begin benefiting substantially even at moderate coverage (~40% usage).</a:t>
            </a:r>
          </a:p>
          <a:p>
            <a:r>
              <a:rPr lang="en-US" dirty="0"/>
              <a:t>Clear evidence of community protection.</a:t>
            </a:r>
          </a:p>
          <a:p>
            <a:r>
              <a:rPr lang="en-US" b="1" dirty="0"/>
              <a:t>Moderate EIR:</a:t>
            </a:r>
            <a:endParaRPr lang="en-US" dirty="0"/>
          </a:p>
          <a:p>
            <a:r>
              <a:rPr lang="en-US" dirty="0"/>
              <a:t>Indirect protection is present but requires higher coverage.</a:t>
            </a:r>
          </a:p>
          <a:p>
            <a:r>
              <a:rPr lang="en-US" dirty="0"/>
              <a:t>Slower increase relative to low EIR.</a:t>
            </a:r>
          </a:p>
          <a:p>
            <a:r>
              <a:rPr lang="en-US" b="1" dirty="0"/>
              <a:t>High EIR:</a:t>
            </a:r>
            <a:endParaRPr lang="en-US" dirty="0"/>
          </a:p>
          <a:p>
            <a:r>
              <a:rPr lang="en-US" dirty="0"/>
              <a:t>Indirect protection is weakest and increases more gradually.</a:t>
            </a:r>
          </a:p>
          <a:p>
            <a:r>
              <a:rPr lang="en-US" dirty="0"/>
              <a:t>Requires very high coverage to achieve meaningful effect</a:t>
            </a:r>
          </a:p>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2187285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CF64C-76AF-1847-DB6D-0C008389E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1D93F8-A637-C884-480A-3B9A6DEF0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0C4D1-DC68-D9C9-37E3-9D926547FDDC}"/>
              </a:ext>
            </a:extLst>
          </p:cNvPr>
          <p:cNvSpPr>
            <a:spLocks noGrp="1"/>
          </p:cNvSpPr>
          <p:nvPr>
            <p:ph type="body" idx="1"/>
          </p:nvPr>
        </p:nvSpPr>
        <p:spPr/>
        <p:txBody>
          <a:bodyPr/>
          <a:lstStyle/>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2108219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BB9FE-228D-D1E6-3CBF-FD10F05B0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89385-41CB-2A03-898C-F44CAF555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0722-C0A4-0E9B-F1A2-0086E49F2533}"/>
              </a:ext>
            </a:extLst>
          </p:cNvPr>
          <p:cNvSpPr>
            <a:spLocks noGrp="1"/>
          </p:cNvSpPr>
          <p:nvPr>
            <p:ph type="body" idx="1"/>
          </p:nvPr>
        </p:nvSpPr>
        <p:spPr/>
        <p:txBody>
          <a:bodyPr/>
          <a:lstStyle/>
          <a:p>
            <a:pPr marL="0" indent="0">
              <a:buFont typeface="Arial" panose="020B0604020202020204" pitchFamily="34" charset="0"/>
              <a:buNone/>
            </a:pPr>
            <a:r>
              <a:rPr lang="en-US" dirty="0"/>
              <a:t>Shows how indirect protection behave across the full transmission spectrum</a:t>
            </a:r>
          </a:p>
          <a:p>
            <a:pPr marL="342900" indent="-342900">
              <a:buFont typeface="Arial" panose="020B0604020202020204" pitchFamily="34" charset="0"/>
              <a:buChar char="•"/>
            </a:pPr>
            <a:r>
              <a:rPr lang="en-US" dirty="0"/>
              <a:t>In low transmission settings, LLIN coverage produces strong community-wide suppression</a:t>
            </a:r>
          </a:p>
          <a:p>
            <a:r>
              <a:rPr lang="en-US" dirty="0"/>
              <a:t>Optimal coverage targets must be transmission-specific.</a:t>
            </a:r>
          </a:p>
          <a:p>
            <a:r>
              <a:rPr lang="en-US" dirty="0"/>
              <a:t>Uniform national coverage targets may be inefficient.</a:t>
            </a:r>
          </a:p>
          <a:p>
            <a:r>
              <a:rPr lang="en-US" dirty="0"/>
              <a:t>Extremely high transmission areas require complementary interventions.</a:t>
            </a:r>
          </a:p>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866118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CB36-478C-0162-D91C-D4D8F240B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6D3D9-E9C8-EB09-E0D2-41CC6FEB7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CED45-0691-CC97-8FBB-3379D011DB9F}"/>
              </a:ext>
            </a:extLst>
          </p:cNvPr>
          <p:cNvSpPr>
            <a:spLocks noGrp="1"/>
          </p:cNvSpPr>
          <p:nvPr>
            <p:ph type="body" idx="1"/>
          </p:nvPr>
        </p:nvSpPr>
        <p:spPr/>
        <p:txBody>
          <a:bodyPr/>
          <a:lstStyle/>
          <a:p>
            <a:pPr marL="0" indent="0">
              <a:buFont typeface="Arial" panose="020B0604020202020204" pitchFamily="34" charset="0"/>
              <a:buNone/>
            </a:pPr>
            <a:r>
              <a:rPr lang="en-US" dirty="0"/>
              <a:t>Since we have not identified optimal targets in moderate and high settings, we calculated coverage thresholds required for pre-specified reductions among non-users</a:t>
            </a:r>
          </a:p>
          <a:p>
            <a:pPr marL="0" indent="0">
              <a:buFont typeface="Arial" panose="020B0604020202020204" pitchFamily="34" charset="0"/>
              <a:buNone/>
            </a:pPr>
            <a:r>
              <a:rPr lang="en-US" dirty="0"/>
              <a:t>Shows how much coverage is needed to achieve a policy-relevant reduction</a:t>
            </a:r>
          </a:p>
          <a:p>
            <a:r>
              <a:rPr lang="en-US" dirty="0"/>
              <a:t>Low EIR: modest coverage achieves meaningful indirect protection.</a:t>
            </a:r>
          </a:p>
          <a:p>
            <a:r>
              <a:rPr lang="en-US" dirty="0"/>
              <a:t>Moderate EIR: mid-level coverage (≈50–60%) required for 20% reduction.</a:t>
            </a:r>
          </a:p>
          <a:p>
            <a:r>
              <a:rPr lang="en-US" dirty="0"/>
              <a:t>High EIR: near-universal coverage required — often unrealistic.</a:t>
            </a:r>
          </a:p>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3192764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E186E-236A-D25F-8CE4-5F55F6F08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E8517-4910-D5F7-A2C7-34F9AA4EE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0B449-488E-750C-7F2C-5CF0F9C8C0BE}"/>
              </a:ext>
            </a:extLst>
          </p:cNvPr>
          <p:cNvSpPr>
            <a:spLocks noGrp="1"/>
          </p:cNvSpPr>
          <p:nvPr>
            <p:ph type="body" idx="1"/>
          </p:nvPr>
        </p:nvSpPr>
        <p:spPr/>
        <p:txBody>
          <a:bodyPr/>
          <a:lstStyle/>
          <a:p>
            <a:pPr marL="0" indent="0">
              <a:buFont typeface="Arial" panose="020B0604020202020204" pitchFamily="34" charset="0"/>
              <a:buNone/>
            </a:pPr>
            <a:r>
              <a:rPr lang="en-US" dirty="0"/>
              <a:t>The magnitude and efficiency of community-level protection from LLINs are strongly transmission-dependent, with substantial indirect effects at low-to-moderate EIR but diminishing returns in high transmission settings, implying that optimal coverage targets must be tailored to baseline transmission intensity.</a:t>
            </a:r>
            <a:endParaRPr lang="en-CH" dirty="0"/>
          </a:p>
        </p:txBody>
      </p:sp>
    </p:spTree>
    <p:extLst>
      <p:ext uri="{BB962C8B-B14F-4D97-AF65-F5344CB8AC3E}">
        <p14:creationId xmlns:p14="http://schemas.microsoft.com/office/powerpoint/2010/main" val="12516017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BAFA5D51-036A-41DE-B449-6FAC5FBD88B9}"/>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chemeClr val="accent1">
                    <a:lumMod val="100000"/>
                  </a:schemeClr>
                </a:solidFill>
              </a:defRPr>
            </a:lvl1pPr>
          </a:lstStyle>
          <a:p>
            <a:r>
              <a:rPr lang="en-US" dirty="0"/>
              <a:t>Title of Presentation</a:t>
            </a:r>
          </a:p>
        </p:txBody>
      </p:sp>
      <p:sp>
        <p:nvSpPr>
          <p:cNvPr id="178" name="Text Placeholder 4">
            <a:extLst>
              <a:ext uri="{FF2B5EF4-FFF2-40B4-BE49-F238E27FC236}">
                <a16:creationId xmlns:a16="http://schemas.microsoft.com/office/drawing/2014/main" id="{FE86138B-22AB-524D-B99B-1D15537B55C1}"/>
              </a:ext>
            </a:extLst>
          </p:cNvPr>
          <p:cNvSpPr>
            <a:spLocks noGrp="1"/>
          </p:cNvSpPr>
          <p:nvPr userDrawn="1">
            <p:ph type="body" sz="quarter" idx="10" hasCustomPrompt="1"/>
          </p:nvPr>
        </p:nvSpPr>
        <p:spPr>
          <a:xfrm>
            <a:off x="3851920" y="4083918"/>
            <a:ext cx="4785668" cy="289076"/>
          </a:xfrm>
          <a:prstGeom prst="rect">
            <a:avLst/>
          </a:prstGeom>
        </p:spPr>
        <p:txBody>
          <a:bodyPr>
            <a:noAutofit/>
          </a:bodyPr>
          <a:lstStyle>
            <a:lvl1pPr marL="0" indent="0">
              <a:buNone/>
              <a:defRPr sz="1400"/>
            </a:lvl1pPr>
          </a:lstStyle>
          <a:p>
            <a:pPr lvl="0"/>
            <a:r>
              <a:rPr lang="en-US" dirty="0"/>
              <a:t>Day Month Year</a:t>
            </a:r>
            <a:endParaRPr lang="en-GB" dirty="0"/>
          </a:p>
        </p:txBody>
      </p:sp>
      <p:pic>
        <p:nvPicPr>
          <p:cNvPr id="17" name="Picture 16">
            <a:extLst>
              <a:ext uri="{FF2B5EF4-FFF2-40B4-BE49-F238E27FC236}">
                <a16:creationId xmlns:a16="http://schemas.microsoft.com/office/drawing/2014/main" id="{31E10C56-7618-B944-A305-B8B18B49600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pic>
        <p:nvPicPr>
          <p:cNvPr id="29" name="Picture 28">
            <a:extLst>
              <a:ext uri="{FF2B5EF4-FFF2-40B4-BE49-F238E27FC236}">
                <a16:creationId xmlns:a16="http://schemas.microsoft.com/office/drawing/2014/main" id="{8FA0BD56-8EF0-624B-906C-D201253B7653}"/>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3161576" cy="5143500"/>
          </a:xfrm>
          <a:prstGeom prst="rect">
            <a:avLst/>
          </a:prstGeom>
        </p:spPr>
      </p:pic>
      <p:sp>
        <p:nvSpPr>
          <p:cNvPr id="9" name="Text Placeholder 4">
            <a:extLst>
              <a:ext uri="{FF2B5EF4-FFF2-40B4-BE49-F238E27FC236}">
                <a16:creationId xmlns:a16="http://schemas.microsoft.com/office/drawing/2014/main" id="{9ADA4B75-C733-AA4E-A796-B7D79C91F656}"/>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chemeClr val="accent2"/>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spTree>
    <p:extLst>
      <p:ext uri="{BB962C8B-B14F-4D97-AF65-F5344CB8AC3E}">
        <p14:creationId xmlns:p14="http://schemas.microsoft.com/office/powerpoint/2010/main" val="287705661"/>
      </p:ext>
    </p:extLst>
  </p:cSld>
  <p:clrMapOvr>
    <a:masterClrMapping/>
  </p:clrMapOvr>
  <p:extLst>
    <p:ext uri="{DCECCB84-F9BA-43D5-87BE-67443E8EF086}">
      <p15:sldGuideLst xmlns:p15="http://schemas.microsoft.com/office/powerpoint/2012/main">
        <p15:guide id="1" orient="horz" pos="2255" userDrawn="1">
          <p15:clr>
            <a:srgbClr val="FBAE40"/>
          </p15:clr>
        </p15:guide>
        <p15:guide id="2" pos="242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C36F888B-A049-4E4F-8601-4102B0AA32BF}"/>
              </a:ext>
            </a:extLst>
          </p:cNvPr>
          <p:cNvGrpSpPr/>
          <p:nvPr userDrawn="1"/>
        </p:nvGrpSpPr>
        <p:grpSpPr>
          <a:xfrm>
            <a:off x="0" y="0"/>
            <a:ext cx="9141087" cy="5155928"/>
            <a:chOff x="0" y="-1"/>
            <a:chExt cx="9141087" cy="5155928"/>
          </a:xfrm>
          <a:solidFill>
            <a:schemeClr val="accent1"/>
          </a:solidFill>
        </p:grpSpPr>
        <p:sp>
          <p:nvSpPr>
            <p:cNvPr id="77" name="Freeform 76">
              <a:extLst>
                <a:ext uri="{FF2B5EF4-FFF2-40B4-BE49-F238E27FC236}">
                  <a16:creationId xmlns:a16="http://schemas.microsoft.com/office/drawing/2014/main" id="{2820F1A7-A0B4-CC4B-BD4C-5CB901C715CB}"/>
                </a:ext>
              </a:extLst>
            </p:cNvPr>
            <p:cNvSpPr/>
            <p:nvPr userDrawn="1"/>
          </p:nvSpPr>
          <p:spPr>
            <a:xfrm>
              <a:off x="0" y="0"/>
              <a:ext cx="2348678" cy="3502791"/>
            </a:xfrm>
            <a:custGeom>
              <a:avLst/>
              <a:gdLst>
                <a:gd name="connsiteX0" fmla="*/ 0 w 2348678"/>
                <a:gd name="connsiteY0" fmla="*/ 0 h 3502791"/>
                <a:gd name="connsiteX1" fmla="*/ 525537 w 2348678"/>
                <a:gd name="connsiteY1" fmla="*/ 0 h 3502791"/>
                <a:gd name="connsiteX2" fmla="*/ 477649 w 2348678"/>
                <a:gd name="connsiteY2" fmla="*/ 11761 h 3502791"/>
                <a:gd name="connsiteX3" fmla="*/ 62225 w 2348678"/>
                <a:gd name="connsiteY3" fmla="*/ 183642 h 3502791"/>
                <a:gd name="connsiteX4" fmla="*/ 59890 w 2348678"/>
                <a:gd name="connsiteY4" fmla="*/ 190324 h 3502791"/>
                <a:gd name="connsiteX5" fmla="*/ 66959 w 2348678"/>
                <a:gd name="connsiteY5" fmla="*/ 192199 h 3502791"/>
                <a:gd name="connsiteX6" fmla="*/ 1402010 w 2348678"/>
                <a:gd name="connsiteY6" fmla="*/ 154763 h 3502791"/>
                <a:gd name="connsiteX7" fmla="*/ 2229032 w 2348678"/>
                <a:gd name="connsiteY7" fmla="*/ 2734319 h 3502791"/>
                <a:gd name="connsiteX8" fmla="*/ 2191499 w 2348678"/>
                <a:gd name="connsiteY8" fmla="*/ 2849202 h 3502791"/>
                <a:gd name="connsiteX9" fmla="*/ 2121922 w 2348678"/>
                <a:gd name="connsiteY9" fmla="*/ 2804073 h 3502791"/>
                <a:gd name="connsiteX10" fmla="*/ 1003565 w 2348678"/>
                <a:gd name="connsiteY10" fmla="*/ 2198977 h 3502791"/>
                <a:gd name="connsiteX11" fmla="*/ 995646 w 2348678"/>
                <a:gd name="connsiteY11" fmla="*/ 2201009 h 3502791"/>
                <a:gd name="connsiteX12" fmla="*/ 998896 w 2348678"/>
                <a:gd name="connsiteY12" fmla="*/ 2208929 h 3502791"/>
                <a:gd name="connsiteX13" fmla="*/ 2137892 w 2348678"/>
                <a:gd name="connsiteY13" fmla="*/ 2923903 h 3502791"/>
                <a:gd name="connsiteX14" fmla="*/ 2161363 w 2348678"/>
                <a:gd name="connsiteY14" fmla="*/ 2941446 h 3502791"/>
                <a:gd name="connsiteX15" fmla="*/ 2151199 w 2348678"/>
                <a:gd name="connsiteY15" fmla="*/ 2972556 h 3502791"/>
                <a:gd name="connsiteX16" fmla="*/ 2053361 w 2348678"/>
                <a:gd name="connsiteY16" fmla="*/ 3209803 h 3502791"/>
                <a:gd name="connsiteX17" fmla="*/ 1938019 w 2348678"/>
                <a:gd name="connsiteY17" fmla="*/ 3438996 h 3502791"/>
                <a:gd name="connsiteX18" fmla="*/ 1899637 w 2348678"/>
                <a:gd name="connsiteY18" fmla="*/ 3502791 h 3502791"/>
                <a:gd name="connsiteX19" fmla="*/ 1749744 w 2348678"/>
                <a:gd name="connsiteY19" fmla="*/ 3459348 h 3502791"/>
                <a:gd name="connsiteX20" fmla="*/ 1608111 w 2348678"/>
                <a:gd name="connsiteY20" fmla="*/ 3415107 h 3502791"/>
                <a:gd name="connsiteX21" fmla="*/ 352814 w 2348678"/>
                <a:gd name="connsiteY21" fmla="*/ 2919107 h 3502791"/>
                <a:gd name="connsiteX22" fmla="*/ 129384 w 2348678"/>
                <a:gd name="connsiteY22" fmla="*/ 2815026 h 3502791"/>
                <a:gd name="connsiteX23" fmla="*/ 0 w 2348678"/>
                <a:gd name="connsiteY23" fmla="*/ 2752034 h 3502791"/>
                <a:gd name="connsiteX24" fmla="*/ 0 w 2348678"/>
                <a:gd name="connsiteY24" fmla="*/ 0 h 350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48678" h="3502791">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0486529D-59C1-F54C-9C29-A95A26E13DE8}"/>
                </a:ext>
              </a:extLst>
            </p:cNvPr>
            <p:cNvSpPr/>
            <p:nvPr userDrawn="1"/>
          </p:nvSpPr>
          <p:spPr>
            <a:xfrm>
              <a:off x="0" y="-1"/>
              <a:ext cx="9141087" cy="5155928"/>
            </a:xfrm>
            <a:custGeom>
              <a:avLst/>
              <a:gdLst>
                <a:gd name="connsiteX0" fmla="*/ 1526153 w 9141087"/>
                <a:gd name="connsiteY0" fmla="*/ 0 h 5155928"/>
                <a:gd name="connsiteX1" fmla="*/ 9141087 w 9141087"/>
                <a:gd name="connsiteY1" fmla="*/ 0 h 5155928"/>
                <a:gd name="connsiteX2" fmla="*/ 9141087 w 9141087"/>
                <a:gd name="connsiteY2" fmla="*/ 5154827 h 5155928"/>
                <a:gd name="connsiteX3" fmla="*/ 0 w 9141087"/>
                <a:gd name="connsiteY3" fmla="*/ 5154827 h 5155928"/>
                <a:gd name="connsiteX4" fmla="*/ 0 w 9141087"/>
                <a:gd name="connsiteY4" fmla="*/ 5146451 h 5155928"/>
                <a:gd name="connsiteX5" fmla="*/ 75637 w 9141087"/>
                <a:gd name="connsiteY5" fmla="*/ 5154368 h 5155928"/>
                <a:gd name="connsiteX6" fmla="*/ 2058507 w 9141087"/>
                <a:gd name="connsiteY6" fmla="*/ 4098986 h 5155928"/>
                <a:gd name="connsiteX7" fmla="*/ 2157322 w 9141087"/>
                <a:gd name="connsiteY7" fmla="*/ 3961433 h 5155928"/>
                <a:gd name="connsiteX8" fmla="*/ 2164242 w 9141087"/>
                <a:gd name="connsiteY8" fmla="*/ 3962746 h 5155928"/>
                <a:gd name="connsiteX9" fmla="*/ 2202530 w 9141087"/>
                <a:gd name="connsiteY9" fmla="*/ 3971148 h 5155928"/>
                <a:gd name="connsiteX10" fmla="*/ 2280575 w 9141087"/>
                <a:gd name="connsiteY10" fmla="*/ 3984804 h 5155928"/>
                <a:gd name="connsiteX11" fmla="*/ 2326734 w 9141087"/>
                <a:gd name="connsiteY11" fmla="*/ 3993557 h 5155928"/>
                <a:gd name="connsiteX12" fmla="*/ 2326992 w 9141087"/>
                <a:gd name="connsiteY12" fmla="*/ 3992927 h 5155928"/>
                <a:gd name="connsiteX13" fmla="*/ 2387013 w 9141087"/>
                <a:gd name="connsiteY13" fmla="*/ 4003429 h 5155928"/>
                <a:gd name="connsiteX14" fmla="*/ 3145582 w 9141087"/>
                <a:gd name="connsiteY14" fmla="*/ 3885282 h 5155928"/>
                <a:gd name="connsiteX15" fmla="*/ 2630604 w 9141087"/>
                <a:gd name="connsiteY15" fmla="*/ 3157424 h 5155928"/>
                <a:gd name="connsiteX16" fmla="*/ 2590729 w 9141087"/>
                <a:gd name="connsiteY16" fmla="*/ 3127515 h 5155928"/>
                <a:gd name="connsiteX17" fmla="*/ 2667774 w 9141087"/>
                <a:gd name="connsiteY17" fmla="*/ 2889009 h 5155928"/>
                <a:gd name="connsiteX18" fmla="*/ 1719839 w 9141087"/>
                <a:gd name="connsiteY18" fmla="*/ 73550 h 5155928"/>
                <a:gd name="connsiteX19" fmla="*/ 1526153 w 9141087"/>
                <a:gd name="connsiteY19" fmla="*/ 0 h 51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41087" h="5155928">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9" name="Freeform 78">
              <a:extLst>
                <a:ext uri="{FF2B5EF4-FFF2-40B4-BE49-F238E27FC236}">
                  <a16:creationId xmlns:a16="http://schemas.microsoft.com/office/drawing/2014/main" id="{5A7C4EAA-15CA-B247-A4DF-3A5765D3B2A3}"/>
                </a:ext>
              </a:extLst>
            </p:cNvPr>
            <p:cNvSpPr/>
            <p:nvPr userDrawn="1"/>
          </p:nvSpPr>
          <p:spPr>
            <a:xfrm>
              <a:off x="0" y="3174823"/>
              <a:ext cx="1677049" cy="1665275"/>
            </a:xfrm>
            <a:custGeom>
              <a:avLst/>
              <a:gdLst>
                <a:gd name="connsiteX0" fmla="*/ 0 w 1677049"/>
                <a:gd name="connsiteY0" fmla="*/ 0 h 1665275"/>
                <a:gd name="connsiteX1" fmla="*/ 55062 w 1677049"/>
                <a:gd name="connsiteY1" fmla="*/ 27525 h 1665275"/>
                <a:gd name="connsiteX2" fmla="*/ 314915 w 1677049"/>
                <a:gd name="connsiteY2" fmla="*/ 149684 h 1665275"/>
                <a:gd name="connsiteX3" fmla="*/ 1331241 w 1677049"/>
                <a:gd name="connsiteY3" fmla="*/ 555564 h 1665275"/>
                <a:gd name="connsiteX4" fmla="*/ 1521376 w 1677049"/>
                <a:gd name="connsiteY4" fmla="*/ 617362 h 1665275"/>
                <a:gd name="connsiteX5" fmla="*/ 1521140 w 1677049"/>
                <a:gd name="connsiteY5" fmla="*/ 617775 h 1665275"/>
                <a:gd name="connsiteX6" fmla="*/ 1540381 w 1677049"/>
                <a:gd name="connsiteY6" fmla="*/ 623539 h 1665275"/>
                <a:gd name="connsiteX7" fmla="*/ 1566219 w 1677049"/>
                <a:gd name="connsiteY7" fmla="*/ 631937 h 1665275"/>
                <a:gd name="connsiteX8" fmla="*/ 1666079 w 1677049"/>
                <a:gd name="connsiteY8" fmla="*/ 661195 h 1665275"/>
                <a:gd name="connsiteX9" fmla="*/ 1677049 w 1677049"/>
                <a:gd name="connsiteY9" fmla="*/ 664481 h 1665275"/>
                <a:gd name="connsiteX10" fmla="*/ 1667186 w 1677049"/>
                <a:gd name="connsiteY10" fmla="*/ 678371 h 1665275"/>
                <a:gd name="connsiteX11" fmla="*/ 58278 w 1677049"/>
                <a:gd name="connsiteY11" fmla="*/ 1663563 h 1665275"/>
                <a:gd name="connsiteX12" fmla="*/ 0 w 1677049"/>
                <a:gd name="connsiteY12" fmla="*/ 1665275 h 1665275"/>
                <a:gd name="connsiteX13" fmla="*/ 0 w 1677049"/>
                <a:gd name="connsiteY13" fmla="*/ 0 h 16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7049" h="1665275">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80" name="Freeform 79">
              <a:extLst>
                <a:ext uri="{FF2B5EF4-FFF2-40B4-BE49-F238E27FC236}">
                  <a16:creationId xmlns:a16="http://schemas.microsoft.com/office/drawing/2014/main" id="{73FCA222-E6B9-6C49-932E-60FCB5D8C5DD}"/>
                </a:ext>
              </a:extLst>
            </p:cNvPr>
            <p:cNvSpPr/>
            <p:nvPr userDrawn="1"/>
          </p:nvSpPr>
          <p:spPr>
            <a:xfrm>
              <a:off x="2376848" y="3253687"/>
              <a:ext cx="343930" cy="361770"/>
            </a:xfrm>
            <a:custGeom>
              <a:avLst/>
              <a:gdLst>
                <a:gd name="connsiteX0" fmla="*/ 163744 w 343930"/>
                <a:gd name="connsiteY0" fmla="*/ 0 h 361770"/>
                <a:gd name="connsiteX1" fmla="*/ 178396 w 343930"/>
                <a:gd name="connsiteY1" fmla="*/ 13750 h 361770"/>
                <a:gd name="connsiteX2" fmla="*/ 337605 w 343930"/>
                <a:gd name="connsiteY2" fmla="*/ 297178 h 361770"/>
                <a:gd name="connsiteX3" fmla="*/ 189169 w 343930"/>
                <a:gd name="connsiteY3" fmla="*/ 361598 h 361770"/>
                <a:gd name="connsiteX4" fmla="*/ 101228 w 343930"/>
                <a:gd name="connsiteY4" fmla="*/ 361770 h 361770"/>
                <a:gd name="connsiteX5" fmla="*/ 94227 w 343930"/>
                <a:gd name="connsiteY5" fmla="*/ 361237 h 361770"/>
                <a:gd name="connsiteX6" fmla="*/ 4676 w 343930"/>
                <a:gd name="connsiteY6" fmla="*/ 352915 h 361770"/>
                <a:gd name="connsiteX7" fmla="*/ 0 w 343930"/>
                <a:gd name="connsiteY7" fmla="*/ 352321 h 361770"/>
                <a:gd name="connsiteX8" fmla="*/ 101987 w 343930"/>
                <a:gd name="connsiteY8" fmla="*/ 150236 h 361770"/>
                <a:gd name="connsiteX9" fmla="*/ 163744 w 343930"/>
                <a:gd name="connsiteY9" fmla="*/ 0 h 3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930" h="36177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grpSp>
      <p:sp>
        <p:nvSpPr>
          <p:cNvPr id="10" name="Text Placeholder 4">
            <a:extLst>
              <a:ext uri="{FF2B5EF4-FFF2-40B4-BE49-F238E27FC236}">
                <a16:creationId xmlns:a16="http://schemas.microsoft.com/office/drawing/2014/main" id="{8102BFF8-1253-4DC4-8F0F-A614EC0FC550}"/>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rgbClr val="FFFFFF"/>
                </a:solidFill>
              </a:defRPr>
            </a:lvl1pPr>
          </a:lstStyle>
          <a:p>
            <a:r>
              <a:rPr lang="en-US" dirty="0"/>
              <a:t>Section Title</a:t>
            </a:r>
          </a:p>
        </p:txBody>
      </p:sp>
      <p:sp>
        <p:nvSpPr>
          <p:cNvPr id="12" name="Text Placeholder 4">
            <a:extLst>
              <a:ext uri="{FF2B5EF4-FFF2-40B4-BE49-F238E27FC236}">
                <a16:creationId xmlns:a16="http://schemas.microsoft.com/office/drawing/2014/main" id="{54133B29-7CA3-4E8A-BDE7-6F7FBE777790}"/>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rgbClr val="FFFFFF"/>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pic>
        <p:nvPicPr>
          <p:cNvPr id="13" name="Picture 12">
            <a:extLst>
              <a:ext uri="{FF2B5EF4-FFF2-40B4-BE49-F238E27FC236}">
                <a16:creationId xmlns:a16="http://schemas.microsoft.com/office/drawing/2014/main" id="{F008EF2C-2929-4353-8A9D-ACDC182F6DE6}"/>
              </a:ext>
            </a:extLst>
          </p:cNvPr>
          <p:cNvPicPr>
            <a:picLocks noChangeAspect="1"/>
          </p:cNvPicPr>
          <p:nvPr userDrawn="1"/>
        </p:nvPicPr>
        <p:blipFill rotWithShape="1">
          <a:blip r:embed="rId2" cstate="print">
            <a:lum bright="100000"/>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spTree>
    <p:extLst>
      <p:ext uri="{BB962C8B-B14F-4D97-AF65-F5344CB8AC3E}">
        <p14:creationId xmlns:p14="http://schemas.microsoft.com/office/powerpoint/2010/main" val="269020310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C36F888B-A049-4E4F-8601-4102B0AA32BF}"/>
              </a:ext>
            </a:extLst>
          </p:cNvPr>
          <p:cNvGrpSpPr/>
          <p:nvPr userDrawn="1"/>
        </p:nvGrpSpPr>
        <p:grpSpPr>
          <a:xfrm>
            <a:off x="0" y="0"/>
            <a:ext cx="9141087" cy="5155928"/>
            <a:chOff x="0" y="-1"/>
            <a:chExt cx="9141087" cy="5155928"/>
          </a:xfrm>
          <a:solidFill>
            <a:srgbClr val="B4D1E1"/>
          </a:solidFill>
        </p:grpSpPr>
        <p:sp>
          <p:nvSpPr>
            <p:cNvPr id="77" name="Freeform 76">
              <a:extLst>
                <a:ext uri="{FF2B5EF4-FFF2-40B4-BE49-F238E27FC236}">
                  <a16:creationId xmlns:a16="http://schemas.microsoft.com/office/drawing/2014/main" id="{2820F1A7-A0B4-CC4B-BD4C-5CB901C715CB}"/>
                </a:ext>
              </a:extLst>
            </p:cNvPr>
            <p:cNvSpPr/>
            <p:nvPr userDrawn="1"/>
          </p:nvSpPr>
          <p:spPr>
            <a:xfrm>
              <a:off x="0" y="0"/>
              <a:ext cx="2348678" cy="3502791"/>
            </a:xfrm>
            <a:custGeom>
              <a:avLst/>
              <a:gdLst>
                <a:gd name="connsiteX0" fmla="*/ 0 w 2348678"/>
                <a:gd name="connsiteY0" fmla="*/ 0 h 3502791"/>
                <a:gd name="connsiteX1" fmla="*/ 525537 w 2348678"/>
                <a:gd name="connsiteY1" fmla="*/ 0 h 3502791"/>
                <a:gd name="connsiteX2" fmla="*/ 477649 w 2348678"/>
                <a:gd name="connsiteY2" fmla="*/ 11761 h 3502791"/>
                <a:gd name="connsiteX3" fmla="*/ 62225 w 2348678"/>
                <a:gd name="connsiteY3" fmla="*/ 183642 h 3502791"/>
                <a:gd name="connsiteX4" fmla="*/ 59890 w 2348678"/>
                <a:gd name="connsiteY4" fmla="*/ 190324 h 3502791"/>
                <a:gd name="connsiteX5" fmla="*/ 66959 w 2348678"/>
                <a:gd name="connsiteY5" fmla="*/ 192199 h 3502791"/>
                <a:gd name="connsiteX6" fmla="*/ 1402010 w 2348678"/>
                <a:gd name="connsiteY6" fmla="*/ 154763 h 3502791"/>
                <a:gd name="connsiteX7" fmla="*/ 2229032 w 2348678"/>
                <a:gd name="connsiteY7" fmla="*/ 2734319 h 3502791"/>
                <a:gd name="connsiteX8" fmla="*/ 2191499 w 2348678"/>
                <a:gd name="connsiteY8" fmla="*/ 2849202 h 3502791"/>
                <a:gd name="connsiteX9" fmla="*/ 2121922 w 2348678"/>
                <a:gd name="connsiteY9" fmla="*/ 2804073 h 3502791"/>
                <a:gd name="connsiteX10" fmla="*/ 1003565 w 2348678"/>
                <a:gd name="connsiteY10" fmla="*/ 2198977 h 3502791"/>
                <a:gd name="connsiteX11" fmla="*/ 995646 w 2348678"/>
                <a:gd name="connsiteY11" fmla="*/ 2201009 h 3502791"/>
                <a:gd name="connsiteX12" fmla="*/ 998896 w 2348678"/>
                <a:gd name="connsiteY12" fmla="*/ 2208929 h 3502791"/>
                <a:gd name="connsiteX13" fmla="*/ 2137892 w 2348678"/>
                <a:gd name="connsiteY13" fmla="*/ 2923903 h 3502791"/>
                <a:gd name="connsiteX14" fmla="*/ 2161363 w 2348678"/>
                <a:gd name="connsiteY14" fmla="*/ 2941446 h 3502791"/>
                <a:gd name="connsiteX15" fmla="*/ 2151199 w 2348678"/>
                <a:gd name="connsiteY15" fmla="*/ 2972556 h 3502791"/>
                <a:gd name="connsiteX16" fmla="*/ 2053361 w 2348678"/>
                <a:gd name="connsiteY16" fmla="*/ 3209803 h 3502791"/>
                <a:gd name="connsiteX17" fmla="*/ 1938019 w 2348678"/>
                <a:gd name="connsiteY17" fmla="*/ 3438996 h 3502791"/>
                <a:gd name="connsiteX18" fmla="*/ 1899637 w 2348678"/>
                <a:gd name="connsiteY18" fmla="*/ 3502791 h 3502791"/>
                <a:gd name="connsiteX19" fmla="*/ 1749744 w 2348678"/>
                <a:gd name="connsiteY19" fmla="*/ 3459348 h 3502791"/>
                <a:gd name="connsiteX20" fmla="*/ 1608111 w 2348678"/>
                <a:gd name="connsiteY20" fmla="*/ 3415107 h 3502791"/>
                <a:gd name="connsiteX21" fmla="*/ 352814 w 2348678"/>
                <a:gd name="connsiteY21" fmla="*/ 2919107 h 3502791"/>
                <a:gd name="connsiteX22" fmla="*/ 129384 w 2348678"/>
                <a:gd name="connsiteY22" fmla="*/ 2815026 h 3502791"/>
                <a:gd name="connsiteX23" fmla="*/ 0 w 2348678"/>
                <a:gd name="connsiteY23" fmla="*/ 2752034 h 3502791"/>
                <a:gd name="connsiteX24" fmla="*/ 0 w 2348678"/>
                <a:gd name="connsiteY24" fmla="*/ 0 h 350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48678" h="3502791">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0486529D-59C1-F54C-9C29-A95A26E13DE8}"/>
                </a:ext>
              </a:extLst>
            </p:cNvPr>
            <p:cNvSpPr/>
            <p:nvPr userDrawn="1"/>
          </p:nvSpPr>
          <p:spPr>
            <a:xfrm>
              <a:off x="0" y="-1"/>
              <a:ext cx="9141087" cy="5155928"/>
            </a:xfrm>
            <a:custGeom>
              <a:avLst/>
              <a:gdLst>
                <a:gd name="connsiteX0" fmla="*/ 1526153 w 9141087"/>
                <a:gd name="connsiteY0" fmla="*/ 0 h 5155928"/>
                <a:gd name="connsiteX1" fmla="*/ 9141087 w 9141087"/>
                <a:gd name="connsiteY1" fmla="*/ 0 h 5155928"/>
                <a:gd name="connsiteX2" fmla="*/ 9141087 w 9141087"/>
                <a:gd name="connsiteY2" fmla="*/ 5154827 h 5155928"/>
                <a:gd name="connsiteX3" fmla="*/ 0 w 9141087"/>
                <a:gd name="connsiteY3" fmla="*/ 5154827 h 5155928"/>
                <a:gd name="connsiteX4" fmla="*/ 0 w 9141087"/>
                <a:gd name="connsiteY4" fmla="*/ 5146451 h 5155928"/>
                <a:gd name="connsiteX5" fmla="*/ 75637 w 9141087"/>
                <a:gd name="connsiteY5" fmla="*/ 5154368 h 5155928"/>
                <a:gd name="connsiteX6" fmla="*/ 2058507 w 9141087"/>
                <a:gd name="connsiteY6" fmla="*/ 4098986 h 5155928"/>
                <a:gd name="connsiteX7" fmla="*/ 2157322 w 9141087"/>
                <a:gd name="connsiteY7" fmla="*/ 3961433 h 5155928"/>
                <a:gd name="connsiteX8" fmla="*/ 2164242 w 9141087"/>
                <a:gd name="connsiteY8" fmla="*/ 3962746 h 5155928"/>
                <a:gd name="connsiteX9" fmla="*/ 2202530 w 9141087"/>
                <a:gd name="connsiteY9" fmla="*/ 3971148 h 5155928"/>
                <a:gd name="connsiteX10" fmla="*/ 2280575 w 9141087"/>
                <a:gd name="connsiteY10" fmla="*/ 3984804 h 5155928"/>
                <a:gd name="connsiteX11" fmla="*/ 2326734 w 9141087"/>
                <a:gd name="connsiteY11" fmla="*/ 3993557 h 5155928"/>
                <a:gd name="connsiteX12" fmla="*/ 2326992 w 9141087"/>
                <a:gd name="connsiteY12" fmla="*/ 3992927 h 5155928"/>
                <a:gd name="connsiteX13" fmla="*/ 2387013 w 9141087"/>
                <a:gd name="connsiteY13" fmla="*/ 4003429 h 5155928"/>
                <a:gd name="connsiteX14" fmla="*/ 3145582 w 9141087"/>
                <a:gd name="connsiteY14" fmla="*/ 3885282 h 5155928"/>
                <a:gd name="connsiteX15" fmla="*/ 2630604 w 9141087"/>
                <a:gd name="connsiteY15" fmla="*/ 3157424 h 5155928"/>
                <a:gd name="connsiteX16" fmla="*/ 2590729 w 9141087"/>
                <a:gd name="connsiteY16" fmla="*/ 3127515 h 5155928"/>
                <a:gd name="connsiteX17" fmla="*/ 2667774 w 9141087"/>
                <a:gd name="connsiteY17" fmla="*/ 2889009 h 5155928"/>
                <a:gd name="connsiteX18" fmla="*/ 1719839 w 9141087"/>
                <a:gd name="connsiteY18" fmla="*/ 73550 h 5155928"/>
                <a:gd name="connsiteX19" fmla="*/ 1526153 w 9141087"/>
                <a:gd name="connsiteY19" fmla="*/ 0 h 51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41087" h="5155928">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9" name="Freeform 78">
              <a:extLst>
                <a:ext uri="{FF2B5EF4-FFF2-40B4-BE49-F238E27FC236}">
                  <a16:creationId xmlns:a16="http://schemas.microsoft.com/office/drawing/2014/main" id="{5A7C4EAA-15CA-B247-A4DF-3A5765D3B2A3}"/>
                </a:ext>
              </a:extLst>
            </p:cNvPr>
            <p:cNvSpPr/>
            <p:nvPr userDrawn="1"/>
          </p:nvSpPr>
          <p:spPr>
            <a:xfrm>
              <a:off x="0" y="3174823"/>
              <a:ext cx="1677049" cy="1665275"/>
            </a:xfrm>
            <a:custGeom>
              <a:avLst/>
              <a:gdLst>
                <a:gd name="connsiteX0" fmla="*/ 0 w 1677049"/>
                <a:gd name="connsiteY0" fmla="*/ 0 h 1665275"/>
                <a:gd name="connsiteX1" fmla="*/ 55062 w 1677049"/>
                <a:gd name="connsiteY1" fmla="*/ 27525 h 1665275"/>
                <a:gd name="connsiteX2" fmla="*/ 314915 w 1677049"/>
                <a:gd name="connsiteY2" fmla="*/ 149684 h 1665275"/>
                <a:gd name="connsiteX3" fmla="*/ 1331241 w 1677049"/>
                <a:gd name="connsiteY3" fmla="*/ 555564 h 1665275"/>
                <a:gd name="connsiteX4" fmla="*/ 1521376 w 1677049"/>
                <a:gd name="connsiteY4" fmla="*/ 617362 h 1665275"/>
                <a:gd name="connsiteX5" fmla="*/ 1521140 w 1677049"/>
                <a:gd name="connsiteY5" fmla="*/ 617775 h 1665275"/>
                <a:gd name="connsiteX6" fmla="*/ 1540381 w 1677049"/>
                <a:gd name="connsiteY6" fmla="*/ 623539 h 1665275"/>
                <a:gd name="connsiteX7" fmla="*/ 1566219 w 1677049"/>
                <a:gd name="connsiteY7" fmla="*/ 631937 h 1665275"/>
                <a:gd name="connsiteX8" fmla="*/ 1666079 w 1677049"/>
                <a:gd name="connsiteY8" fmla="*/ 661195 h 1665275"/>
                <a:gd name="connsiteX9" fmla="*/ 1677049 w 1677049"/>
                <a:gd name="connsiteY9" fmla="*/ 664481 h 1665275"/>
                <a:gd name="connsiteX10" fmla="*/ 1667186 w 1677049"/>
                <a:gd name="connsiteY10" fmla="*/ 678371 h 1665275"/>
                <a:gd name="connsiteX11" fmla="*/ 58278 w 1677049"/>
                <a:gd name="connsiteY11" fmla="*/ 1663563 h 1665275"/>
                <a:gd name="connsiteX12" fmla="*/ 0 w 1677049"/>
                <a:gd name="connsiteY12" fmla="*/ 1665275 h 1665275"/>
                <a:gd name="connsiteX13" fmla="*/ 0 w 1677049"/>
                <a:gd name="connsiteY13" fmla="*/ 0 h 16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7049" h="1665275">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80" name="Freeform 79">
              <a:extLst>
                <a:ext uri="{FF2B5EF4-FFF2-40B4-BE49-F238E27FC236}">
                  <a16:creationId xmlns:a16="http://schemas.microsoft.com/office/drawing/2014/main" id="{73FCA222-E6B9-6C49-932E-60FCB5D8C5DD}"/>
                </a:ext>
              </a:extLst>
            </p:cNvPr>
            <p:cNvSpPr/>
            <p:nvPr userDrawn="1"/>
          </p:nvSpPr>
          <p:spPr>
            <a:xfrm>
              <a:off x="2376848" y="3253687"/>
              <a:ext cx="343930" cy="361770"/>
            </a:xfrm>
            <a:custGeom>
              <a:avLst/>
              <a:gdLst>
                <a:gd name="connsiteX0" fmla="*/ 163744 w 343930"/>
                <a:gd name="connsiteY0" fmla="*/ 0 h 361770"/>
                <a:gd name="connsiteX1" fmla="*/ 178396 w 343930"/>
                <a:gd name="connsiteY1" fmla="*/ 13750 h 361770"/>
                <a:gd name="connsiteX2" fmla="*/ 337605 w 343930"/>
                <a:gd name="connsiteY2" fmla="*/ 297178 h 361770"/>
                <a:gd name="connsiteX3" fmla="*/ 189169 w 343930"/>
                <a:gd name="connsiteY3" fmla="*/ 361598 h 361770"/>
                <a:gd name="connsiteX4" fmla="*/ 101228 w 343930"/>
                <a:gd name="connsiteY4" fmla="*/ 361770 h 361770"/>
                <a:gd name="connsiteX5" fmla="*/ 94227 w 343930"/>
                <a:gd name="connsiteY5" fmla="*/ 361237 h 361770"/>
                <a:gd name="connsiteX6" fmla="*/ 4676 w 343930"/>
                <a:gd name="connsiteY6" fmla="*/ 352915 h 361770"/>
                <a:gd name="connsiteX7" fmla="*/ 0 w 343930"/>
                <a:gd name="connsiteY7" fmla="*/ 352321 h 361770"/>
                <a:gd name="connsiteX8" fmla="*/ 101987 w 343930"/>
                <a:gd name="connsiteY8" fmla="*/ 150236 h 361770"/>
                <a:gd name="connsiteX9" fmla="*/ 163744 w 343930"/>
                <a:gd name="connsiteY9" fmla="*/ 0 h 3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930" h="36177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grpSp>
      <p:sp>
        <p:nvSpPr>
          <p:cNvPr id="10" name="Text Placeholder 4">
            <a:extLst>
              <a:ext uri="{FF2B5EF4-FFF2-40B4-BE49-F238E27FC236}">
                <a16:creationId xmlns:a16="http://schemas.microsoft.com/office/drawing/2014/main" id="{F58DC5DB-561F-4D50-9ECB-E5F82C452709}"/>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rgbClr val="000000"/>
                </a:solidFill>
              </a:defRPr>
            </a:lvl1pPr>
          </a:lstStyle>
          <a:p>
            <a:r>
              <a:rPr lang="en-US" dirty="0"/>
              <a:t>Section Title</a:t>
            </a:r>
          </a:p>
        </p:txBody>
      </p:sp>
      <p:sp>
        <p:nvSpPr>
          <p:cNvPr id="12" name="Text Placeholder 4">
            <a:extLst>
              <a:ext uri="{FF2B5EF4-FFF2-40B4-BE49-F238E27FC236}">
                <a16:creationId xmlns:a16="http://schemas.microsoft.com/office/drawing/2014/main" id="{DE7E6BC7-3841-41CA-A574-B63C0E5A140D}"/>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rgbClr val="000000"/>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pic>
        <p:nvPicPr>
          <p:cNvPr id="11" name="Picture 10">
            <a:extLst>
              <a:ext uri="{FF2B5EF4-FFF2-40B4-BE49-F238E27FC236}">
                <a16:creationId xmlns:a16="http://schemas.microsoft.com/office/drawing/2014/main" id="{B210089E-490E-4CD6-B36D-DAE4420A9C31}"/>
              </a:ext>
            </a:extLst>
          </p:cNvPr>
          <p:cNvPicPr>
            <a:picLocks noChangeAspect="1"/>
          </p:cNvPicPr>
          <p:nvPr userDrawn="1"/>
        </p:nvPicPr>
        <p:blipFill rotWithShape="1">
          <a:blip r:embed="rId2" cstate="print">
            <a:lum bright="100000"/>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spTree>
    <p:extLst>
      <p:ext uri="{BB962C8B-B14F-4D97-AF65-F5344CB8AC3E}">
        <p14:creationId xmlns:p14="http://schemas.microsoft.com/office/powerpoint/2010/main" val="21860868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C36F888B-A049-4E4F-8601-4102B0AA32BF}"/>
              </a:ext>
            </a:extLst>
          </p:cNvPr>
          <p:cNvGrpSpPr/>
          <p:nvPr userDrawn="1"/>
        </p:nvGrpSpPr>
        <p:grpSpPr>
          <a:xfrm>
            <a:off x="0" y="0"/>
            <a:ext cx="9141087" cy="5155928"/>
            <a:chOff x="0" y="-1"/>
            <a:chExt cx="9141087" cy="5155928"/>
          </a:xfrm>
          <a:solidFill>
            <a:schemeClr val="accent2"/>
          </a:solidFill>
        </p:grpSpPr>
        <p:sp>
          <p:nvSpPr>
            <p:cNvPr id="77" name="Freeform 76">
              <a:extLst>
                <a:ext uri="{FF2B5EF4-FFF2-40B4-BE49-F238E27FC236}">
                  <a16:creationId xmlns:a16="http://schemas.microsoft.com/office/drawing/2014/main" id="{2820F1A7-A0B4-CC4B-BD4C-5CB901C715CB}"/>
                </a:ext>
              </a:extLst>
            </p:cNvPr>
            <p:cNvSpPr/>
            <p:nvPr userDrawn="1"/>
          </p:nvSpPr>
          <p:spPr>
            <a:xfrm>
              <a:off x="0" y="0"/>
              <a:ext cx="2348678" cy="3502791"/>
            </a:xfrm>
            <a:custGeom>
              <a:avLst/>
              <a:gdLst>
                <a:gd name="connsiteX0" fmla="*/ 0 w 2348678"/>
                <a:gd name="connsiteY0" fmla="*/ 0 h 3502791"/>
                <a:gd name="connsiteX1" fmla="*/ 525537 w 2348678"/>
                <a:gd name="connsiteY1" fmla="*/ 0 h 3502791"/>
                <a:gd name="connsiteX2" fmla="*/ 477649 w 2348678"/>
                <a:gd name="connsiteY2" fmla="*/ 11761 h 3502791"/>
                <a:gd name="connsiteX3" fmla="*/ 62225 w 2348678"/>
                <a:gd name="connsiteY3" fmla="*/ 183642 h 3502791"/>
                <a:gd name="connsiteX4" fmla="*/ 59890 w 2348678"/>
                <a:gd name="connsiteY4" fmla="*/ 190324 h 3502791"/>
                <a:gd name="connsiteX5" fmla="*/ 66959 w 2348678"/>
                <a:gd name="connsiteY5" fmla="*/ 192199 h 3502791"/>
                <a:gd name="connsiteX6" fmla="*/ 1402010 w 2348678"/>
                <a:gd name="connsiteY6" fmla="*/ 154763 h 3502791"/>
                <a:gd name="connsiteX7" fmla="*/ 2229032 w 2348678"/>
                <a:gd name="connsiteY7" fmla="*/ 2734319 h 3502791"/>
                <a:gd name="connsiteX8" fmla="*/ 2191499 w 2348678"/>
                <a:gd name="connsiteY8" fmla="*/ 2849202 h 3502791"/>
                <a:gd name="connsiteX9" fmla="*/ 2121922 w 2348678"/>
                <a:gd name="connsiteY9" fmla="*/ 2804073 h 3502791"/>
                <a:gd name="connsiteX10" fmla="*/ 1003565 w 2348678"/>
                <a:gd name="connsiteY10" fmla="*/ 2198977 h 3502791"/>
                <a:gd name="connsiteX11" fmla="*/ 995646 w 2348678"/>
                <a:gd name="connsiteY11" fmla="*/ 2201009 h 3502791"/>
                <a:gd name="connsiteX12" fmla="*/ 998896 w 2348678"/>
                <a:gd name="connsiteY12" fmla="*/ 2208929 h 3502791"/>
                <a:gd name="connsiteX13" fmla="*/ 2137892 w 2348678"/>
                <a:gd name="connsiteY13" fmla="*/ 2923903 h 3502791"/>
                <a:gd name="connsiteX14" fmla="*/ 2161363 w 2348678"/>
                <a:gd name="connsiteY14" fmla="*/ 2941446 h 3502791"/>
                <a:gd name="connsiteX15" fmla="*/ 2151199 w 2348678"/>
                <a:gd name="connsiteY15" fmla="*/ 2972556 h 3502791"/>
                <a:gd name="connsiteX16" fmla="*/ 2053361 w 2348678"/>
                <a:gd name="connsiteY16" fmla="*/ 3209803 h 3502791"/>
                <a:gd name="connsiteX17" fmla="*/ 1938019 w 2348678"/>
                <a:gd name="connsiteY17" fmla="*/ 3438996 h 3502791"/>
                <a:gd name="connsiteX18" fmla="*/ 1899637 w 2348678"/>
                <a:gd name="connsiteY18" fmla="*/ 3502791 h 3502791"/>
                <a:gd name="connsiteX19" fmla="*/ 1749744 w 2348678"/>
                <a:gd name="connsiteY19" fmla="*/ 3459348 h 3502791"/>
                <a:gd name="connsiteX20" fmla="*/ 1608111 w 2348678"/>
                <a:gd name="connsiteY20" fmla="*/ 3415107 h 3502791"/>
                <a:gd name="connsiteX21" fmla="*/ 352814 w 2348678"/>
                <a:gd name="connsiteY21" fmla="*/ 2919107 h 3502791"/>
                <a:gd name="connsiteX22" fmla="*/ 129384 w 2348678"/>
                <a:gd name="connsiteY22" fmla="*/ 2815026 h 3502791"/>
                <a:gd name="connsiteX23" fmla="*/ 0 w 2348678"/>
                <a:gd name="connsiteY23" fmla="*/ 2752034 h 3502791"/>
                <a:gd name="connsiteX24" fmla="*/ 0 w 2348678"/>
                <a:gd name="connsiteY24" fmla="*/ 0 h 350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48678" h="3502791">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0486529D-59C1-F54C-9C29-A95A26E13DE8}"/>
                </a:ext>
              </a:extLst>
            </p:cNvPr>
            <p:cNvSpPr/>
            <p:nvPr userDrawn="1"/>
          </p:nvSpPr>
          <p:spPr>
            <a:xfrm>
              <a:off x="0" y="-1"/>
              <a:ext cx="9141087" cy="5155928"/>
            </a:xfrm>
            <a:custGeom>
              <a:avLst/>
              <a:gdLst>
                <a:gd name="connsiteX0" fmla="*/ 1526153 w 9141087"/>
                <a:gd name="connsiteY0" fmla="*/ 0 h 5155928"/>
                <a:gd name="connsiteX1" fmla="*/ 9141087 w 9141087"/>
                <a:gd name="connsiteY1" fmla="*/ 0 h 5155928"/>
                <a:gd name="connsiteX2" fmla="*/ 9141087 w 9141087"/>
                <a:gd name="connsiteY2" fmla="*/ 5154827 h 5155928"/>
                <a:gd name="connsiteX3" fmla="*/ 0 w 9141087"/>
                <a:gd name="connsiteY3" fmla="*/ 5154827 h 5155928"/>
                <a:gd name="connsiteX4" fmla="*/ 0 w 9141087"/>
                <a:gd name="connsiteY4" fmla="*/ 5146451 h 5155928"/>
                <a:gd name="connsiteX5" fmla="*/ 75637 w 9141087"/>
                <a:gd name="connsiteY5" fmla="*/ 5154368 h 5155928"/>
                <a:gd name="connsiteX6" fmla="*/ 2058507 w 9141087"/>
                <a:gd name="connsiteY6" fmla="*/ 4098986 h 5155928"/>
                <a:gd name="connsiteX7" fmla="*/ 2157322 w 9141087"/>
                <a:gd name="connsiteY7" fmla="*/ 3961433 h 5155928"/>
                <a:gd name="connsiteX8" fmla="*/ 2164242 w 9141087"/>
                <a:gd name="connsiteY8" fmla="*/ 3962746 h 5155928"/>
                <a:gd name="connsiteX9" fmla="*/ 2202530 w 9141087"/>
                <a:gd name="connsiteY9" fmla="*/ 3971148 h 5155928"/>
                <a:gd name="connsiteX10" fmla="*/ 2280575 w 9141087"/>
                <a:gd name="connsiteY10" fmla="*/ 3984804 h 5155928"/>
                <a:gd name="connsiteX11" fmla="*/ 2326734 w 9141087"/>
                <a:gd name="connsiteY11" fmla="*/ 3993557 h 5155928"/>
                <a:gd name="connsiteX12" fmla="*/ 2326992 w 9141087"/>
                <a:gd name="connsiteY12" fmla="*/ 3992927 h 5155928"/>
                <a:gd name="connsiteX13" fmla="*/ 2387013 w 9141087"/>
                <a:gd name="connsiteY13" fmla="*/ 4003429 h 5155928"/>
                <a:gd name="connsiteX14" fmla="*/ 3145582 w 9141087"/>
                <a:gd name="connsiteY14" fmla="*/ 3885282 h 5155928"/>
                <a:gd name="connsiteX15" fmla="*/ 2630604 w 9141087"/>
                <a:gd name="connsiteY15" fmla="*/ 3157424 h 5155928"/>
                <a:gd name="connsiteX16" fmla="*/ 2590729 w 9141087"/>
                <a:gd name="connsiteY16" fmla="*/ 3127515 h 5155928"/>
                <a:gd name="connsiteX17" fmla="*/ 2667774 w 9141087"/>
                <a:gd name="connsiteY17" fmla="*/ 2889009 h 5155928"/>
                <a:gd name="connsiteX18" fmla="*/ 1719839 w 9141087"/>
                <a:gd name="connsiteY18" fmla="*/ 73550 h 5155928"/>
                <a:gd name="connsiteX19" fmla="*/ 1526153 w 9141087"/>
                <a:gd name="connsiteY19" fmla="*/ 0 h 51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41087" h="5155928">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9" name="Freeform 78">
              <a:extLst>
                <a:ext uri="{FF2B5EF4-FFF2-40B4-BE49-F238E27FC236}">
                  <a16:creationId xmlns:a16="http://schemas.microsoft.com/office/drawing/2014/main" id="{5A7C4EAA-15CA-B247-A4DF-3A5765D3B2A3}"/>
                </a:ext>
              </a:extLst>
            </p:cNvPr>
            <p:cNvSpPr/>
            <p:nvPr userDrawn="1"/>
          </p:nvSpPr>
          <p:spPr>
            <a:xfrm>
              <a:off x="0" y="3174823"/>
              <a:ext cx="1677049" cy="1665275"/>
            </a:xfrm>
            <a:custGeom>
              <a:avLst/>
              <a:gdLst>
                <a:gd name="connsiteX0" fmla="*/ 0 w 1677049"/>
                <a:gd name="connsiteY0" fmla="*/ 0 h 1665275"/>
                <a:gd name="connsiteX1" fmla="*/ 55062 w 1677049"/>
                <a:gd name="connsiteY1" fmla="*/ 27525 h 1665275"/>
                <a:gd name="connsiteX2" fmla="*/ 314915 w 1677049"/>
                <a:gd name="connsiteY2" fmla="*/ 149684 h 1665275"/>
                <a:gd name="connsiteX3" fmla="*/ 1331241 w 1677049"/>
                <a:gd name="connsiteY3" fmla="*/ 555564 h 1665275"/>
                <a:gd name="connsiteX4" fmla="*/ 1521376 w 1677049"/>
                <a:gd name="connsiteY4" fmla="*/ 617362 h 1665275"/>
                <a:gd name="connsiteX5" fmla="*/ 1521140 w 1677049"/>
                <a:gd name="connsiteY5" fmla="*/ 617775 h 1665275"/>
                <a:gd name="connsiteX6" fmla="*/ 1540381 w 1677049"/>
                <a:gd name="connsiteY6" fmla="*/ 623539 h 1665275"/>
                <a:gd name="connsiteX7" fmla="*/ 1566219 w 1677049"/>
                <a:gd name="connsiteY7" fmla="*/ 631937 h 1665275"/>
                <a:gd name="connsiteX8" fmla="*/ 1666079 w 1677049"/>
                <a:gd name="connsiteY8" fmla="*/ 661195 h 1665275"/>
                <a:gd name="connsiteX9" fmla="*/ 1677049 w 1677049"/>
                <a:gd name="connsiteY9" fmla="*/ 664481 h 1665275"/>
                <a:gd name="connsiteX10" fmla="*/ 1667186 w 1677049"/>
                <a:gd name="connsiteY10" fmla="*/ 678371 h 1665275"/>
                <a:gd name="connsiteX11" fmla="*/ 58278 w 1677049"/>
                <a:gd name="connsiteY11" fmla="*/ 1663563 h 1665275"/>
                <a:gd name="connsiteX12" fmla="*/ 0 w 1677049"/>
                <a:gd name="connsiteY12" fmla="*/ 1665275 h 1665275"/>
                <a:gd name="connsiteX13" fmla="*/ 0 w 1677049"/>
                <a:gd name="connsiteY13" fmla="*/ 0 h 16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7049" h="1665275">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80" name="Freeform 79">
              <a:extLst>
                <a:ext uri="{FF2B5EF4-FFF2-40B4-BE49-F238E27FC236}">
                  <a16:creationId xmlns:a16="http://schemas.microsoft.com/office/drawing/2014/main" id="{73FCA222-E6B9-6C49-932E-60FCB5D8C5DD}"/>
                </a:ext>
              </a:extLst>
            </p:cNvPr>
            <p:cNvSpPr/>
            <p:nvPr userDrawn="1"/>
          </p:nvSpPr>
          <p:spPr>
            <a:xfrm>
              <a:off x="2376848" y="3253687"/>
              <a:ext cx="343930" cy="361770"/>
            </a:xfrm>
            <a:custGeom>
              <a:avLst/>
              <a:gdLst>
                <a:gd name="connsiteX0" fmla="*/ 163744 w 343930"/>
                <a:gd name="connsiteY0" fmla="*/ 0 h 361770"/>
                <a:gd name="connsiteX1" fmla="*/ 178396 w 343930"/>
                <a:gd name="connsiteY1" fmla="*/ 13750 h 361770"/>
                <a:gd name="connsiteX2" fmla="*/ 337605 w 343930"/>
                <a:gd name="connsiteY2" fmla="*/ 297178 h 361770"/>
                <a:gd name="connsiteX3" fmla="*/ 189169 w 343930"/>
                <a:gd name="connsiteY3" fmla="*/ 361598 h 361770"/>
                <a:gd name="connsiteX4" fmla="*/ 101228 w 343930"/>
                <a:gd name="connsiteY4" fmla="*/ 361770 h 361770"/>
                <a:gd name="connsiteX5" fmla="*/ 94227 w 343930"/>
                <a:gd name="connsiteY5" fmla="*/ 361237 h 361770"/>
                <a:gd name="connsiteX6" fmla="*/ 4676 w 343930"/>
                <a:gd name="connsiteY6" fmla="*/ 352915 h 361770"/>
                <a:gd name="connsiteX7" fmla="*/ 0 w 343930"/>
                <a:gd name="connsiteY7" fmla="*/ 352321 h 361770"/>
                <a:gd name="connsiteX8" fmla="*/ 101987 w 343930"/>
                <a:gd name="connsiteY8" fmla="*/ 150236 h 361770"/>
                <a:gd name="connsiteX9" fmla="*/ 163744 w 343930"/>
                <a:gd name="connsiteY9" fmla="*/ 0 h 3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930" h="36177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grpSp>
      <p:sp>
        <p:nvSpPr>
          <p:cNvPr id="10" name="Text Placeholder 4">
            <a:extLst>
              <a:ext uri="{FF2B5EF4-FFF2-40B4-BE49-F238E27FC236}">
                <a16:creationId xmlns:a16="http://schemas.microsoft.com/office/drawing/2014/main" id="{5B689345-0E5B-4961-BFA5-D74794CC737E}"/>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rgbClr val="FFFFFF"/>
                </a:solidFill>
              </a:defRPr>
            </a:lvl1pPr>
          </a:lstStyle>
          <a:p>
            <a:r>
              <a:rPr lang="en-US" dirty="0"/>
              <a:t>Section Title</a:t>
            </a:r>
          </a:p>
        </p:txBody>
      </p:sp>
      <p:sp>
        <p:nvSpPr>
          <p:cNvPr id="12" name="Text Placeholder 4">
            <a:extLst>
              <a:ext uri="{FF2B5EF4-FFF2-40B4-BE49-F238E27FC236}">
                <a16:creationId xmlns:a16="http://schemas.microsoft.com/office/drawing/2014/main" id="{A6B88576-B387-417A-9787-6A314FE14929}"/>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rgbClr val="FFFFFF"/>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pic>
        <p:nvPicPr>
          <p:cNvPr id="11" name="Picture 10">
            <a:extLst>
              <a:ext uri="{FF2B5EF4-FFF2-40B4-BE49-F238E27FC236}">
                <a16:creationId xmlns:a16="http://schemas.microsoft.com/office/drawing/2014/main" id="{68D7E07E-BB8C-4881-A45D-5CE30F35E404}"/>
              </a:ext>
            </a:extLst>
          </p:cNvPr>
          <p:cNvPicPr>
            <a:picLocks noChangeAspect="1"/>
          </p:cNvPicPr>
          <p:nvPr userDrawn="1"/>
        </p:nvPicPr>
        <p:blipFill rotWithShape="1">
          <a:blip r:embed="rId2" cstate="print">
            <a:lum bright="100000"/>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spTree>
    <p:extLst>
      <p:ext uri="{BB962C8B-B14F-4D97-AF65-F5344CB8AC3E}">
        <p14:creationId xmlns:p14="http://schemas.microsoft.com/office/powerpoint/2010/main" val="263903460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42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8"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3" y="1321548"/>
            <a:ext cx="8137525" cy="2913447"/>
          </a:xfrm>
        </p:spPr>
        <p:txBody>
          <a:bodyPr/>
          <a:lstStyle>
            <a:lvl1pPr marL="0" indent="0" algn="l">
              <a:spcBef>
                <a:spcPts val="0"/>
              </a:spcBef>
              <a:spcAft>
                <a:spcPts val="600"/>
              </a:spcAft>
              <a:buNone/>
              <a:defRPr/>
            </a:lvl1pPr>
            <a:lvl2pPr marL="277813" indent="0" algn="l">
              <a:buNone/>
              <a:defRPr/>
            </a:lvl2pPr>
            <a:lvl3pPr marL="547688" indent="0" algn="l">
              <a:buNone/>
              <a:defRPr/>
            </a:lvl3pPr>
            <a:lvl4pPr marL="815975" indent="0" algn="l">
              <a:buNone/>
              <a:defRPr/>
            </a:lvl4pPr>
          </a:lstStyle>
          <a:p>
            <a:pPr lvl="0"/>
            <a:r>
              <a:rPr lang="en-US"/>
              <a:t>Click to edit Master text styles</a:t>
            </a:r>
          </a:p>
        </p:txBody>
      </p:sp>
      <p:sp>
        <p:nvSpPr>
          <p:cNvPr id="9" name="Text Placeholder 2">
            <a:extLst>
              <a:ext uri="{FF2B5EF4-FFF2-40B4-BE49-F238E27FC236}">
                <a16:creationId xmlns:a16="http://schemas.microsoft.com/office/drawing/2014/main" id="{4AB6443E-3DD6-0D48-94B8-D7DD1B676138}"/>
              </a:ext>
            </a:extLst>
          </p:cNvPr>
          <p:cNvSpPr>
            <a:spLocks noGrp="1"/>
          </p:cNvSpPr>
          <p:nvPr>
            <p:ph type="body" sz="quarter" idx="14"/>
          </p:nvPr>
        </p:nvSpPr>
        <p:spPr>
          <a:xfrm>
            <a:off x="500062" y="915566"/>
            <a:ext cx="8137525" cy="323850"/>
          </a:xfrm>
        </p:spPr>
        <p:txBody>
          <a:bodyPr/>
          <a:lstStyle>
            <a:lvl1pPr marL="0" indent="0">
              <a:buFont typeface="Arial" panose="020B0604020202020204" pitchFamily="34" charset="0"/>
              <a:buNone/>
              <a:defRPr sz="1800" b="1">
                <a:solidFill>
                  <a:srgbClr val="222222"/>
                </a:solid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B57C0B51-2590-4977-8BCF-5BC1B1C0A5B2}"/>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3899405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10" name="Picture Placeholder 3"/>
          <p:cNvSpPr>
            <a:spLocks noGrp="1"/>
          </p:cNvSpPr>
          <p:nvPr>
            <p:ph type="pic" sz="quarter" idx="11" hasCustomPrompt="1"/>
          </p:nvPr>
        </p:nvSpPr>
        <p:spPr>
          <a:xfrm>
            <a:off x="500063" y="1014414"/>
            <a:ext cx="5800129" cy="3213100"/>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p:cNvSpPr>
            <a:spLocks noGrp="1"/>
          </p:cNvSpPr>
          <p:nvPr>
            <p:ph type="body" sz="quarter" idx="13" hasCustomPrompt="1"/>
          </p:nvPr>
        </p:nvSpPr>
        <p:spPr>
          <a:xfrm>
            <a:off x="6444208" y="1014414"/>
            <a:ext cx="2193380" cy="3213100"/>
          </a:xfrm>
          <a:prstGeom prst="rect">
            <a:avLst/>
          </a:prstGeom>
        </p:spPr>
        <p:txBody>
          <a:bodyPr vert="horz" tIns="0" rIns="0" bIns="0" anchor="t"/>
          <a:lstStyle>
            <a:lvl1pPr marL="0" indent="0" algn="l">
              <a:buNone/>
              <a:defRPr sz="1600">
                <a:solidFill>
                  <a:schemeClr val="tx1"/>
                </a:solidFill>
              </a:defRPr>
            </a:lvl1pPr>
          </a:lstStyle>
          <a:p>
            <a:pPr lvl="0"/>
            <a:r>
              <a:rPr lang="en-US" dirty="0"/>
              <a:t>[image text]</a:t>
            </a:r>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1CC3B6D4-4DC9-4D12-8D95-806CE8586CA7}"/>
              </a:ext>
            </a:extLst>
          </p:cNvPr>
          <p:cNvSpPr>
            <a:spLocks noGrp="1"/>
          </p:cNvSpPr>
          <p:nvPr>
            <p:ph type="ftr" sz="quarter" idx="14"/>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794159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10" name="Picture Placeholder 3"/>
          <p:cNvSpPr>
            <a:spLocks noGrp="1"/>
          </p:cNvSpPr>
          <p:nvPr>
            <p:ph type="pic" sz="quarter" idx="11" hasCustomPrompt="1"/>
          </p:nvPr>
        </p:nvSpPr>
        <p:spPr>
          <a:xfrm>
            <a:off x="500063" y="1014413"/>
            <a:ext cx="8137525" cy="2781300"/>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p:cNvSpPr>
            <a:spLocks noGrp="1"/>
          </p:cNvSpPr>
          <p:nvPr>
            <p:ph type="body" sz="quarter" idx="13" hasCustomPrompt="1"/>
          </p:nvPr>
        </p:nvSpPr>
        <p:spPr>
          <a:xfrm>
            <a:off x="499233" y="3812367"/>
            <a:ext cx="8145533" cy="422628"/>
          </a:xfrm>
          <a:prstGeom prst="rect">
            <a:avLst/>
          </a:prstGeom>
        </p:spPr>
        <p:txBody>
          <a:bodyPr vert="horz" tIns="0" rIns="0" bIns="0" anchor="ctr"/>
          <a:lstStyle>
            <a:lvl1pPr marL="0" indent="0" algn="ctr">
              <a:buNone/>
              <a:defRPr sz="1600">
                <a:solidFill>
                  <a:srgbClr val="717073"/>
                </a:solidFill>
              </a:defRPr>
            </a:lvl1pPr>
          </a:lstStyle>
          <a:p>
            <a:pPr lvl="0"/>
            <a:r>
              <a:rPr lang="en-US" dirty="0"/>
              <a:t>[image caption]</a:t>
            </a:r>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3EF494-034D-44F8-A974-C98E1DDFD871}"/>
              </a:ext>
            </a:extLst>
          </p:cNvPr>
          <p:cNvSpPr>
            <a:spLocks noGrp="1"/>
          </p:cNvSpPr>
          <p:nvPr>
            <p:ph type="ftr" sz="quarter" idx="14"/>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131866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Images with Captions">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7" name="Picture Placeholder 3">
            <a:extLst>
              <a:ext uri="{FF2B5EF4-FFF2-40B4-BE49-F238E27FC236}">
                <a16:creationId xmlns:a16="http://schemas.microsoft.com/office/drawing/2014/main" id="{9BD2E2A0-ACED-0A47-9B9C-66FCC582C9BA}"/>
              </a:ext>
            </a:extLst>
          </p:cNvPr>
          <p:cNvSpPr>
            <a:spLocks noGrp="1"/>
          </p:cNvSpPr>
          <p:nvPr>
            <p:ph type="pic" sz="quarter" idx="14" hasCustomPrompt="1"/>
          </p:nvPr>
        </p:nvSpPr>
        <p:spPr>
          <a:xfrm>
            <a:off x="4724698" y="1015676"/>
            <a:ext cx="3907238" cy="2780038"/>
          </a:xfrm>
          <a:prstGeom prst="rect">
            <a:avLst/>
          </a:prstGeom>
        </p:spPr>
        <p:txBody>
          <a:bodyPr vert="horz" anchor="ctr"/>
          <a:lstStyle>
            <a:lvl1pPr marL="0" indent="0" algn="ctr">
              <a:buNone/>
              <a:defRPr/>
            </a:lvl1pPr>
          </a:lstStyle>
          <a:p>
            <a:r>
              <a:rPr lang="en-GB" dirty="0"/>
              <a:t>[image/icon/logo box]</a:t>
            </a:r>
            <a:endParaRPr lang="en-US" dirty="0"/>
          </a:p>
        </p:txBody>
      </p:sp>
      <p:sp>
        <p:nvSpPr>
          <p:cNvPr id="12" name="Text Placeholder 5">
            <a:extLst>
              <a:ext uri="{FF2B5EF4-FFF2-40B4-BE49-F238E27FC236}">
                <a16:creationId xmlns:a16="http://schemas.microsoft.com/office/drawing/2014/main" id="{4401D111-1A4C-BE4F-8DE5-C2A874A7036F}"/>
              </a:ext>
            </a:extLst>
          </p:cNvPr>
          <p:cNvSpPr>
            <a:spLocks noGrp="1"/>
          </p:cNvSpPr>
          <p:nvPr>
            <p:ph type="body" sz="quarter" idx="15" hasCustomPrompt="1"/>
          </p:nvPr>
        </p:nvSpPr>
        <p:spPr>
          <a:xfrm>
            <a:off x="4724698" y="3823714"/>
            <a:ext cx="3915473" cy="403603"/>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15" name="Picture Placeholder 3">
            <a:extLst>
              <a:ext uri="{FF2B5EF4-FFF2-40B4-BE49-F238E27FC236}">
                <a16:creationId xmlns:a16="http://schemas.microsoft.com/office/drawing/2014/main" id="{9BD2E2A0-ACED-0A47-9B9C-66FCC582C9BA}"/>
              </a:ext>
            </a:extLst>
          </p:cNvPr>
          <p:cNvSpPr>
            <a:spLocks noGrp="1"/>
          </p:cNvSpPr>
          <p:nvPr>
            <p:ph type="pic" sz="quarter" idx="16" hasCustomPrompt="1"/>
          </p:nvPr>
        </p:nvSpPr>
        <p:spPr>
          <a:xfrm>
            <a:off x="508231" y="1015676"/>
            <a:ext cx="3927244" cy="2780038"/>
          </a:xfrm>
          <a:prstGeom prst="rect">
            <a:avLst/>
          </a:prstGeom>
        </p:spPr>
        <p:txBody>
          <a:bodyPr vert="horz" anchor="ctr"/>
          <a:lstStyle>
            <a:lvl1pPr marL="0" indent="0" algn="ctr">
              <a:buNone/>
              <a:defRPr/>
            </a:lvl1pPr>
          </a:lstStyle>
          <a:p>
            <a:r>
              <a:rPr lang="en-GB" dirty="0"/>
              <a:t>[image/icon/logo box]</a:t>
            </a:r>
            <a:endParaRPr lang="en-US" dirty="0"/>
          </a:p>
        </p:txBody>
      </p:sp>
      <p:sp>
        <p:nvSpPr>
          <p:cNvPr id="16" name="Text Placeholder 5">
            <a:extLst>
              <a:ext uri="{FF2B5EF4-FFF2-40B4-BE49-F238E27FC236}">
                <a16:creationId xmlns:a16="http://schemas.microsoft.com/office/drawing/2014/main" id="{4401D111-1A4C-BE4F-8DE5-C2A874A7036F}"/>
              </a:ext>
            </a:extLst>
          </p:cNvPr>
          <p:cNvSpPr>
            <a:spLocks noGrp="1"/>
          </p:cNvSpPr>
          <p:nvPr>
            <p:ph type="body" sz="quarter" idx="17" hasCustomPrompt="1"/>
          </p:nvPr>
        </p:nvSpPr>
        <p:spPr>
          <a:xfrm>
            <a:off x="507558" y="3821321"/>
            <a:ext cx="3915473" cy="403603"/>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2" name="Footer Placeholder 1">
            <a:extLst>
              <a:ext uri="{FF2B5EF4-FFF2-40B4-BE49-F238E27FC236}">
                <a16:creationId xmlns:a16="http://schemas.microsoft.com/office/drawing/2014/main" id="{A007B79C-D28E-4C15-972E-338680BEC6F8}"/>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4212551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Images with Captions and Detail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A0F972-6BC7-42BC-AFE5-97C86679B87E}"/>
              </a:ext>
            </a:extLst>
          </p:cNvPr>
          <p:cNvSpPr/>
          <p:nvPr userDrawn="1"/>
        </p:nvSpPr>
        <p:spPr>
          <a:xfrm>
            <a:off x="508231" y="2877621"/>
            <a:ext cx="3927244" cy="1346528"/>
          </a:xfrm>
          <a:prstGeom prst="rect">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9B259A0-C5BF-4615-9DF0-1C33FC6423D9}"/>
              </a:ext>
            </a:extLst>
          </p:cNvPr>
          <p:cNvSpPr/>
          <p:nvPr userDrawn="1"/>
        </p:nvSpPr>
        <p:spPr>
          <a:xfrm>
            <a:off x="4732548" y="2877621"/>
            <a:ext cx="3899388" cy="1346528"/>
          </a:xfrm>
          <a:prstGeom prst="rect">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7" name="Picture Placeholder 3">
            <a:extLst>
              <a:ext uri="{FF2B5EF4-FFF2-40B4-BE49-F238E27FC236}">
                <a16:creationId xmlns:a16="http://schemas.microsoft.com/office/drawing/2014/main" id="{9BD2E2A0-ACED-0A47-9B9C-66FCC582C9BA}"/>
              </a:ext>
            </a:extLst>
          </p:cNvPr>
          <p:cNvSpPr>
            <a:spLocks noGrp="1"/>
          </p:cNvSpPr>
          <p:nvPr>
            <p:ph type="pic" sz="quarter" idx="14" hasCustomPrompt="1"/>
          </p:nvPr>
        </p:nvSpPr>
        <p:spPr>
          <a:xfrm>
            <a:off x="4724698" y="1015675"/>
            <a:ext cx="3907238" cy="1861127"/>
          </a:xfrm>
          <a:prstGeom prst="rect">
            <a:avLst/>
          </a:prstGeom>
        </p:spPr>
        <p:txBody>
          <a:bodyPr vert="horz" anchor="ctr"/>
          <a:lstStyle>
            <a:lvl1pPr marL="0" indent="0" algn="ctr">
              <a:buNone/>
              <a:defRPr/>
            </a:lvl1pPr>
          </a:lstStyle>
          <a:p>
            <a:r>
              <a:rPr lang="en-GB" dirty="0"/>
              <a:t>[image/icon/logo box]</a:t>
            </a:r>
            <a:endParaRPr lang="en-US" dirty="0"/>
          </a:p>
        </p:txBody>
      </p:sp>
      <p:sp>
        <p:nvSpPr>
          <p:cNvPr id="15" name="Picture Placeholder 3">
            <a:extLst>
              <a:ext uri="{FF2B5EF4-FFF2-40B4-BE49-F238E27FC236}">
                <a16:creationId xmlns:a16="http://schemas.microsoft.com/office/drawing/2014/main" id="{9BD2E2A0-ACED-0A47-9B9C-66FCC582C9BA}"/>
              </a:ext>
            </a:extLst>
          </p:cNvPr>
          <p:cNvSpPr>
            <a:spLocks noGrp="1"/>
          </p:cNvSpPr>
          <p:nvPr>
            <p:ph type="pic" sz="quarter" idx="16" hasCustomPrompt="1"/>
          </p:nvPr>
        </p:nvSpPr>
        <p:spPr>
          <a:xfrm>
            <a:off x="508231" y="1015675"/>
            <a:ext cx="3927244" cy="1871973"/>
          </a:xfrm>
          <a:prstGeom prst="rect">
            <a:avLst/>
          </a:prstGeom>
        </p:spPr>
        <p:txBody>
          <a:bodyPr vert="horz" anchor="ctr"/>
          <a:lstStyle>
            <a:lvl1pPr marL="0" indent="0" algn="ctr">
              <a:buNone/>
              <a:defRPr/>
            </a:lvl1pPr>
          </a:lstStyle>
          <a:p>
            <a:r>
              <a:rPr lang="en-GB" dirty="0"/>
              <a:t>[image/icon/logo box]</a:t>
            </a:r>
            <a:endParaRPr lang="en-US" dirty="0"/>
          </a:p>
        </p:txBody>
      </p:sp>
      <p:sp>
        <p:nvSpPr>
          <p:cNvPr id="2" name="Footer Placeholder 1">
            <a:extLst>
              <a:ext uri="{FF2B5EF4-FFF2-40B4-BE49-F238E27FC236}">
                <a16:creationId xmlns:a16="http://schemas.microsoft.com/office/drawing/2014/main" id="{A007B79C-D28E-4C15-972E-338680BEC6F8}"/>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
        <p:nvSpPr>
          <p:cNvPr id="5" name="Text Placeholder 4">
            <a:extLst>
              <a:ext uri="{FF2B5EF4-FFF2-40B4-BE49-F238E27FC236}">
                <a16:creationId xmlns:a16="http://schemas.microsoft.com/office/drawing/2014/main" id="{296C13FF-C155-4919-8919-34228E9F85C2}"/>
              </a:ext>
            </a:extLst>
          </p:cNvPr>
          <p:cNvSpPr>
            <a:spLocks noGrp="1"/>
          </p:cNvSpPr>
          <p:nvPr>
            <p:ph type="body" sz="quarter" idx="19"/>
          </p:nvPr>
        </p:nvSpPr>
        <p:spPr>
          <a:xfrm>
            <a:off x="684213" y="3021837"/>
            <a:ext cx="3600450" cy="1212856"/>
          </a:xfrm>
        </p:spPr>
        <p:txBody>
          <a:bodyPr/>
          <a:lstStyle/>
          <a:p>
            <a:pPr lvl="0"/>
            <a:r>
              <a:rPr lang="en-US"/>
              <a:t>Click to edit Master text styles</a:t>
            </a:r>
          </a:p>
          <a:p>
            <a:pPr lvl="1"/>
            <a:r>
              <a:rPr lang="en-US"/>
              <a:t>Second level</a:t>
            </a:r>
          </a:p>
          <a:p>
            <a:pPr lvl="2"/>
            <a:r>
              <a:rPr lang="en-US"/>
              <a:t>Third level</a:t>
            </a:r>
          </a:p>
        </p:txBody>
      </p:sp>
      <p:sp>
        <p:nvSpPr>
          <p:cNvPr id="13" name="Text Placeholder 4">
            <a:extLst>
              <a:ext uri="{FF2B5EF4-FFF2-40B4-BE49-F238E27FC236}">
                <a16:creationId xmlns:a16="http://schemas.microsoft.com/office/drawing/2014/main" id="{666E5765-AFF9-454D-B3E4-B95BB4B15255}"/>
              </a:ext>
            </a:extLst>
          </p:cNvPr>
          <p:cNvSpPr>
            <a:spLocks noGrp="1"/>
          </p:cNvSpPr>
          <p:nvPr>
            <p:ph type="body" sz="quarter" idx="20"/>
          </p:nvPr>
        </p:nvSpPr>
        <p:spPr>
          <a:xfrm>
            <a:off x="4879732" y="3021837"/>
            <a:ext cx="3600450" cy="1212856"/>
          </a:xfrm>
        </p:spPr>
        <p:txBody>
          <a:bodyPr/>
          <a:lstStyle/>
          <a:p>
            <a:pPr lvl="0"/>
            <a:r>
              <a:rPr lang="en-US"/>
              <a:t>Click to edit Master text styles</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E8A56BEC-90D2-435D-8367-0E3A5F826218}"/>
              </a:ext>
            </a:extLst>
          </p:cNvPr>
          <p:cNvSpPr>
            <a:spLocks noGrp="1"/>
          </p:cNvSpPr>
          <p:nvPr>
            <p:ph type="body" sz="quarter" idx="21" hasCustomPrompt="1"/>
          </p:nvPr>
        </p:nvSpPr>
        <p:spPr>
          <a:xfrm>
            <a:off x="508231" y="2373565"/>
            <a:ext cx="3927244" cy="503237"/>
          </a:xfrm>
          <a:solidFill>
            <a:schemeClr val="accent1">
              <a:alpha val="80000"/>
            </a:schemeClr>
          </a:solidFill>
        </p:spPr>
        <p:txBody>
          <a:bodyPr lIns="180000" anchor="ctr"/>
          <a:lstStyle>
            <a:lvl1pPr marL="0" indent="0">
              <a:buNone/>
              <a:defRPr b="1">
                <a:solidFill>
                  <a:srgbClr val="FFFFFF"/>
                </a:solidFill>
              </a:defRPr>
            </a:lvl1pPr>
          </a:lstStyle>
          <a:p>
            <a:pPr lvl="0"/>
            <a:r>
              <a:rPr lang="en-US" dirty="0"/>
              <a:t>Headline</a:t>
            </a:r>
          </a:p>
        </p:txBody>
      </p:sp>
      <p:sp>
        <p:nvSpPr>
          <p:cNvPr id="17" name="Text Placeholder 7">
            <a:extLst>
              <a:ext uri="{FF2B5EF4-FFF2-40B4-BE49-F238E27FC236}">
                <a16:creationId xmlns:a16="http://schemas.microsoft.com/office/drawing/2014/main" id="{94F963DD-B50B-4248-9374-A146E5314854}"/>
              </a:ext>
            </a:extLst>
          </p:cNvPr>
          <p:cNvSpPr>
            <a:spLocks noGrp="1"/>
          </p:cNvSpPr>
          <p:nvPr>
            <p:ph type="body" sz="quarter" idx="22" hasCustomPrompt="1"/>
          </p:nvPr>
        </p:nvSpPr>
        <p:spPr>
          <a:xfrm>
            <a:off x="4732548" y="2373565"/>
            <a:ext cx="3899388" cy="503237"/>
          </a:xfrm>
          <a:solidFill>
            <a:schemeClr val="accent1">
              <a:alpha val="80000"/>
            </a:schemeClr>
          </a:solidFill>
        </p:spPr>
        <p:txBody>
          <a:bodyPr lIns="180000" anchor="ctr"/>
          <a:lstStyle>
            <a:lvl1pPr marL="0" indent="0">
              <a:buNone/>
              <a:defRPr b="1">
                <a:solidFill>
                  <a:srgbClr val="FFFFFF"/>
                </a:solidFill>
              </a:defRPr>
            </a:lvl1pPr>
          </a:lstStyle>
          <a:p>
            <a:pPr lvl="0"/>
            <a:r>
              <a:rPr lang="en-US" dirty="0"/>
              <a:t>Headline</a:t>
            </a:r>
          </a:p>
        </p:txBody>
      </p:sp>
    </p:spTree>
    <p:extLst>
      <p:ext uri="{BB962C8B-B14F-4D97-AF65-F5344CB8AC3E}">
        <p14:creationId xmlns:p14="http://schemas.microsoft.com/office/powerpoint/2010/main" val="212497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Images with Captions">
    <p:spTree>
      <p:nvGrpSpPr>
        <p:cNvPr id="1" name=""/>
        <p:cNvGrpSpPr/>
        <p:nvPr/>
      </p:nvGrpSpPr>
      <p:grpSpPr>
        <a:xfrm>
          <a:off x="0" y="0"/>
          <a:ext cx="0" cy="0"/>
          <a:chOff x="0" y="0"/>
          <a:chExt cx="0" cy="0"/>
        </a:xfrm>
      </p:grpSpPr>
      <p:sp>
        <p:nvSpPr>
          <p:cNvPr id="10" name="Picture Placeholder 3"/>
          <p:cNvSpPr>
            <a:spLocks noGrp="1"/>
          </p:cNvSpPr>
          <p:nvPr>
            <p:ph type="pic" sz="quarter" idx="11" hasCustomPrompt="1"/>
          </p:nvPr>
        </p:nvSpPr>
        <p:spPr>
          <a:xfrm>
            <a:off x="516616" y="1014413"/>
            <a:ext cx="2615224" cy="2781300"/>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p:cNvSpPr>
            <a:spLocks noGrp="1"/>
          </p:cNvSpPr>
          <p:nvPr>
            <p:ph type="body" sz="quarter" idx="13" hasCustomPrompt="1"/>
          </p:nvPr>
        </p:nvSpPr>
        <p:spPr>
          <a:xfrm>
            <a:off x="516616" y="3795713"/>
            <a:ext cx="2615224" cy="431800"/>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7" name="Picture Placeholder 3">
            <a:extLst>
              <a:ext uri="{FF2B5EF4-FFF2-40B4-BE49-F238E27FC236}">
                <a16:creationId xmlns:a16="http://schemas.microsoft.com/office/drawing/2014/main" id="{8CD11574-6994-C542-A1AD-1118FE1AA89D}"/>
              </a:ext>
            </a:extLst>
          </p:cNvPr>
          <p:cNvSpPr>
            <a:spLocks noGrp="1"/>
          </p:cNvSpPr>
          <p:nvPr>
            <p:ph type="pic" sz="quarter" idx="14" hasCustomPrompt="1"/>
          </p:nvPr>
        </p:nvSpPr>
        <p:spPr>
          <a:xfrm>
            <a:off x="3239827" y="1014412"/>
            <a:ext cx="2639785" cy="2781301"/>
          </a:xfrm>
          <a:prstGeom prst="rect">
            <a:avLst/>
          </a:prstGeom>
        </p:spPr>
        <p:txBody>
          <a:bodyPr vert="horz" anchor="ctr"/>
          <a:lstStyle>
            <a:lvl1pPr marL="0" indent="0" algn="ctr">
              <a:buNone/>
              <a:defRPr/>
            </a:lvl1pPr>
          </a:lstStyle>
          <a:p>
            <a:r>
              <a:rPr lang="en-GB" dirty="0"/>
              <a:t>[image/icon/logo box]</a:t>
            </a:r>
            <a:endParaRPr lang="en-US" dirty="0"/>
          </a:p>
        </p:txBody>
      </p:sp>
      <p:sp>
        <p:nvSpPr>
          <p:cNvPr id="12" name="Text Placeholder 5">
            <a:extLst>
              <a:ext uri="{FF2B5EF4-FFF2-40B4-BE49-F238E27FC236}">
                <a16:creationId xmlns:a16="http://schemas.microsoft.com/office/drawing/2014/main" id="{9127FB44-8702-2E4A-AB5F-E13C69627438}"/>
              </a:ext>
            </a:extLst>
          </p:cNvPr>
          <p:cNvSpPr>
            <a:spLocks noGrp="1"/>
          </p:cNvSpPr>
          <p:nvPr>
            <p:ph type="body" sz="quarter" idx="15" hasCustomPrompt="1"/>
          </p:nvPr>
        </p:nvSpPr>
        <p:spPr>
          <a:xfrm>
            <a:off x="3239827" y="3795713"/>
            <a:ext cx="2639785" cy="431800"/>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14" name="Picture Placeholder 3">
            <a:extLst>
              <a:ext uri="{FF2B5EF4-FFF2-40B4-BE49-F238E27FC236}">
                <a16:creationId xmlns:a16="http://schemas.microsoft.com/office/drawing/2014/main" id="{20EEF36B-2413-A544-991B-10AA2B78C185}"/>
              </a:ext>
            </a:extLst>
          </p:cNvPr>
          <p:cNvSpPr>
            <a:spLocks noGrp="1"/>
          </p:cNvSpPr>
          <p:nvPr>
            <p:ph type="pic" sz="quarter" idx="16" hasCustomPrompt="1"/>
          </p:nvPr>
        </p:nvSpPr>
        <p:spPr>
          <a:xfrm>
            <a:off x="5987599" y="1014412"/>
            <a:ext cx="2639785" cy="2781301"/>
          </a:xfrm>
          <a:prstGeom prst="rect">
            <a:avLst/>
          </a:prstGeom>
        </p:spPr>
        <p:txBody>
          <a:bodyPr vert="horz" anchor="ctr"/>
          <a:lstStyle>
            <a:lvl1pPr marL="0" indent="0" algn="ctr">
              <a:buNone/>
              <a:defRPr/>
            </a:lvl1pPr>
          </a:lstStyle>
          <a:p>
            <a:r>
              <a:rPr lang="en-GB" dirty="0"/>
              <a:t>[image/icon/logo box]</a:t>
            </a:r>
            <a:endParaRPr lang="en-US" dirty="0"/>
          </a:p>
        </p:txBody>
      </p:sp>
      <p:sp>
        <p:nvSpPr>
          <p:cNvPr id="15" name="Text Placeholder 5">
            <a:extLst>
              <a:ext uri="{FF2B5EF4-FFF2-40B4-BE49-F238E27FC236}">
                <a16:creationId xmlns:a16="http://schemas.microsoft.com/office/drawing/2014/main" id="{86A408FD-BECD-3443-BB24-6FC23182032B}"/>
              </a:ext>
            </a:extLst>
          </p:cNvPr>
          <p:cNvSpPr>
            <a:spLocks noGrp="1"/>
          </p:cNvSpPr>
          <p:nvPr>
            <p:ph type="body" sz="quarter" idx="17" hasCustomPrompt="1"/>
          </p:nvPr>
        </p:nvSpPr>
        <p:spPr>
          <a:xfrm>
            <a:off x="5987599" y="3795713"/>
            <a:ext cx="2639785" cy="431800"/>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2" name="Footer Placeholder 1">
            <a:extLst>
              <a:ext uri="{FF2B5EF4-FFF2-40B4-BE49-F238E27FC236}">
                <a16:creationId xmlns:a16="http://schemas.microsoft.com/office/drawing/2014/main" id="{B0A300C0-DBF9-4E76-A96E-820DB299D365}"/>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3238530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6"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3" y="1014414"/>
            <a:ext cx="2631777" cy="3220608"/>
          </a:xfrm>
        </p:spPr>
        <p:txBody>
          <a:bodyPr/>
          <a:lstStyle/>
          <a:p>
            <a:pPr lvl="0"/>
            <a:r>
              <a:rPr lang="en-US"/>
              <a:t>Click to edit Master text styles</a:t>
            </a:r>
          </a:p>
          <a:p>
            <a:pPr lvl="1"/>
            <a:r>
              <a:rPr lang="en-US"/>
              <a:t>Second level</a:t>
            </a:r>
          </a:p>
          <a:p>
            <a:pPr lvl="2"/>
            <a:r>
              <a:rPr lang="en-US"/>
              <a:t>Third level</a:t>
            </a:r>
          </a:p>
        </p:txBody>
      </p:sp>
      <p:sp>
        <p:nvSpPr>
          <p:cNvPr id="3" name="Chart Placeholder 2">
            <a:extLst>
              <a:ext uri="{FF2B5EF4-FFF2-40B4-BE49-F238E27FC236}">
                <a16:creationId xmlns:a16="http://schemas.microsoft.com/office/drawing/2014/main" id="{FA2406D8-9BE4-8543-AD51-0423FE272F49}"/>
              </a:ext>
            </a:extLst>
          </p:cNvPr>
          <p:cNvSpPr>
            <a:spLocks noGrp="1"/>
          </p:cNvSpPr>
          <p:nvPr>
            <p:ph type="chart" sz="quarter" idx="16"/>
          </p:nvPr>
        </p:nvSpPr>
        <p:spPr>
          <a:xfrm>
            <a:off x="3275856" y="1014414"/>
            <a:ext cx="5368083" cy="3220582"/>
          </a:xfrm>
        </p:spPr>
        <p:txBody>
          <a:bodyPr/>
          <a:lstStyle>
            <a:lvl1pPr marL="0" indent="0" algn="ctr">
              <a:buNone/>
              <a:defRPr/>
            </a:lvl1pPr>
          </a:lstStyle>
          <a:p>
            <a:r>
              <a:rPr lang="en-US"/>
              <a:t>Click icon to add chart</a:t>
            </a:r>
            <a:endParaRPr lang="en-US" dirty="0"/>
          </a:p>
        </p:txBody>
      </p:sp>
      <p:sp>
        <p:nvSpPr>
          <p:cNvPr id="8" name="Title 3">
            <a:extLst>
              <a:ext uri="{FF2B5EF4-FFF2-40B4-BE49-F238E27FC236}">
                <a16:creationId xmlns:a16="http://schemas.microsoft.com/office/drawing/2014/main" id="{EE27E797-65BC-354F-BBB0-6487EBA8D2FB}"/>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5D3A6C4-B2B4-46A4-BE60-14F5BD4FB2DE}"/>
              </a:ext>
            </a:extLst>
          </p:cNvPr>
          <p:cNvSpPr>
            <a:spLocks noGrp="1"/>
          </p:cNvSpPr>
          <p:nvPr>
            <p:ph type="ftr" sz="quarter" idx="17"/>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3283028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Chart Placeholder 2">
            <a:extLst>
              <a:ext uri="{FF2B5EF4-FFF2-40B4-BE49-F238E27FC236}">
                <a16:creationId xmlns:a16="http://schemas.microsoft.com/office/drawing/2014/main" id="{FA2406D8-9BE4-8543-AD51-0423FE272F49}"/>
              </a:ext>
            </a:extLst>
          </p:cNvPr>
          <p:cNvSpPr>
            <a:spLocks noGrp="1"/>
          </p:cNvSpPr>
          <p:nvPr>
            <p:ph type="chart" sz="quarter" idx="16"/>
          </p:nvPr>
        </p:nvSpPr>
        <p:spPr>
          <a:xfrm>
            <a:off x="500064" y="1356744"/>
            <a:ext cx="8143876" cy="2878252"/>
          </a:xfrm>
        </p:spPr>
        <p:txBody>
          <a:bodyPr/>
          <a:lstStyle>
            <a:lvl1pPr marL="0" indent="0" algn="ctr">
              <a:buNone/>
              <a:defRPr/>
            </a:lvl1pPr>
          </a:lstStyle>
          <a:p>
            <a:r>
              <a:rPr lang="en-US"/>
              <a:t>Click icon to add chart</a:t>
            </a:r>
            <a:endParaRPr lang="en-US" dirty="0"/>
          </a:p>
        </p:txBody>
      </p:sp>
      <p:sp>
        <p:nvSpPr>
          <p:cNvPr id="8" name="Title 3">
            <a:extLst>
              <a:ext uri="{FF2B5EF4-FFF2-40B4-BE49-F238E27FC236}">
                <a16:creationId xmlns:a16="http://schemas.microsoft.com/office/drawing/2014/main" id="{EE27E797-65BC-354F-BBB0-6487EBA8D2FB}"/>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10" name="Text Placeholder 5">
            <a:extLst>
              <a:ext uri="{FF2B5EF4-FFF2-40B4-BE49-F238E27FC236}">
                <a16:creationId xmlns:a16="http://schemas.microsoft.com/office/drawing/2014/main" id="{B32C476E-51FA-B142-B805-2B1D7A05AE20}"/>
              </a:ext>
            </a:extLst>
          </p:cNvPr>
          <p:cNvSpPr>
            <a:spLocks noGrp="1"/>
          </p:cNvSpPr>
          <p:nvPr>
            <p:ph type="body" sz="quarter" idx="13" hasCustomPrompt="1"/>
          </p:nvPr>
        </p:nvSpPr>
        <p:spPr>
          <a:xfrm>
            <a:off x="492055" y="915988"/>
            <a:ext cx="8151884" cy="330395"/>
          </a:xfrm>
          <a:prstGeom prst="rect">
            <a:avLst/>
          </a:prstGeom>
        </p:spPr>
        <p:txBody>
          <a:bodyPr vert="horz" lIns="0" tIns="45720" rIns="91440" bIns="45720" rtlCol="0">
            <a:noAutofit/>
          </a:bodyPr>
          <a:lstStyle>
            <a:lvl1pPr marL="0" indent="0">
              <a:buNone/>
              <a:defRPr lang="en-US" dirty="0"/>
            </a:lvl1pPr>
          </a:lstStyle>
          <a:p>
            <a:pPr lvl="0"/>
            <a:r>
              <a:rPr lang="en-US" dirty="0"/>
              <a:t>Edit Master text styles</a:t>
            </a:r>
          </a:p>
        </p:txBody>
      </p:sp>
      <p:sp>
        <p:nvSpPr>
          <p:cNvPr id="2" name="Footer Placeholder 1">
            <a:extLst>
              <a:ext uri="{FF2B5EF4-FFF2-40B4-BE49-F238E27FC236}">
                <a16:creationId xmlns:a16="http://schemas.microsoft.com/office/drawing/2014/main" id="{6BAC71AE-A779-45DA-84FB-230AB359DDB7}"/>
              </a:ext>
            </a:extLst>
          </p:cNvPr>
          <p:cNvSpPr>
            <a:spLocks noGrp="1"/>
          </p:cNvSpPr>
          <p:nvPr>
            <p:ph type="ftr" sz="quarter" idx="17"/>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732307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3" y="1014414"/>
            <a:ext cx="8137525" cy="3220582"/>
          </a:xfrm>
        </p:spPr>
        <p:txBody>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ED1D33E0-EF10-44C7-97ED-4419E5998418}"/>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497476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88F8353-7F4B-4AB2-8678-0275B71DCD7E}"/>
              </a:ext>
            </a:extLst>
          </p:cNvPr>
          <p:cNvSpPr/>
          <p:nvPr userDrawn="1"/>
        </p:nvSpPr>
        <p:spPr>
          <a:xfrm>
            <a:off x="4572000" y="1"/>
            <a:ext cx="4572000" cy="506695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4" y="1014414"/>
            <a:ext cx="3935412" cy="3220582"/>
          </a:xfrm>
        </p:spPr>
        <p:txBody>
          <a:bodyPr/>
          <a:lstStyle/>
          <a:p>
            <a:pPr lvl="0"/>
            <a:r>
              <a:rPr lang="en-US"/>
              <a:t>Click to edit Master text styles</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D4C0227F-4512-44D1-9D9B-B77D36335183}"/>
              </a:ext>
            </a:extLst>
          </p:cNvPr>
          <p:cNvSpPr>
            <a:spLocks noGrp="1"/>
          </p:cNvSpPr>
          <p:nvPr>
            <p:ph type="body" sz="quarter" idx="17"/>
          </p:nvPr>
        </p:nvSpPr>
        <p:spPr>
          <a:xfrm>
            <a:off x="4716463" y="1014414"/>
            <a:ext cx="3921125" cy="3220582"/>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a:extLst>
              <a:ext uri="{FF2B5EF4-FFF2-40B4-BE49-F238E27FC236}">
                <a16:creationId xmlns:a16="http://schemas.microsoft.com/office/drawing/2014/main" id="{8BA97563-23FD-4705-A4F4-2B08A537BD6B}"/>
              </a:ext>
            </a:extLst>
          </p:cNvPr>
          <p:cNvCxnSpPr>
            <a:cxnSpLocks/>
          </p:cNvCxnSpPr>
          <p:nvPr userDrawn="1"/>
        </p:nvCxnSpPr>
        <p:spPr>
          <a:xfrm>
            <a:off x="8184621" y="4728567"/>
            <a:ext cx="0" cy="2649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E6CC8194-D780-400B-85F5-DE5F0003BCA5}"/>
              </a:ext>
            </a:extLst>
          </p:cNvPr>
          <p:cNvSpPr txBox="1">
            <a:spLocks/>
          </p:cNvSpPr>
          <p:nvPr userDrawn="1"/>
        </p:nvSpPr>
        <p:spPr>
          <a:xfrm>
            <a:off x="8219956" y="4723710"/>
            <a:ext cx="411383" cy="274637"/>
          </a:xfrm>
          <a:prstGeom prst="rect">
            <a:avLst/>
          </a:prstGeom>
        </p:spPr>
        <p:txBody>
          <a:bodyPr vert="horz" lIns="91440" tIns="45720" rIns="91440" bIns="45720" rtlCol="0" anchor="ctr"/>
          <a:lstStyle>
            <a:lvl1pPr algn="r" defTabSz="363800">
              <a:lnSpc>
                <a:spcPct val="93000"/>
              </a:lnSpc>
              <a:defRPr sz="1200" b="0" i="0">
                <a:solidFill>
                  <a:schemeClr val="tx1">
                    <a:tint val="75000"/>
                  </a:schemeClr>
                </a:solidFill>
                <a:latin typeface="Arial" panose="020B0604020202020204" pitchFamily="34" charset="0"/>
                <a:ea typeface="Calibri"/>
                <a:cs typeface="Arial" panose="020B0604020202020204" pitchFamily="34" charset="0"/>
                <a:sym typeface="Calibri"/>
              </a:defRPr>
            </a:lvl1pPr>
            <a:lvl2pPr indent="370225" defTabSz="363800">
              <a:lnSpc>
                <a:spcPct val="93000"/>
              </a:lnSpc>
              <a:defRPr>
                <a:latin typeface="Calibri"/>
                <a:ea typeface="Calibri"/>
                <a:cs typeface="Calibri"/>
                <a:sym typeface="Calibri"/>
              </a:defRPr>
            </a:lvl2pPr>
            <a:lvl3pPr indent="740451" defTabSz="363800">
              <a:lnSpc>
                <a:spcPct val="93000"/>
              </a:lnSpc>
              <a:defRPr>
                <a:latin typeface="Calibri"/>
                <a:ea typeface="Calibri"/>
                <a:cs typeface="Calibri"/>
                <a:sym typeface="Calibri"/>
              </a:defRPr>
            </a:lvl3pPr>
            <a:lvl4pPr indent="1110679" defTabSz="363800">
              <a:lnSpc>
                <a:spcPct val="93000"/>
              </a:lnSpc>
              <a:defRPr>
                <a:latin typeface="Calibri"/>
                <a:ea typeface="Calibri"/>
                <a:cs typeface="Calibri"/>
                <a:sym typeface="Calibri"/>
              </a:defRPr>
            </a:lvl4pPr>
            <a:lvl5pPr indent="1480905" defTabSz="363800">
              <a:lnSpc>
                <a:spcPct val="93000"/>
              </a:lnSpc>
              <a:defRPr>
                <a:latin typeface="Calibri"/>
                <a:ea typeface="Calibri"/>
                <a:cs typeface="Calibri"/>
                <a:sym typeface="Calibri"/>
              </a:defRPr>
            </a:lvl5pPr>
            <a:lvl6pPr indent="1851132" defTabSz="363800">
              <a:lnSpc>
                <a:spcPct val="93000"/>
              </a:lnSpc>
              <a:defRPr>
                <a:latin typeface="Calibri"/>
                <a:ea typeface="Calibri"/>
                <a:cs typeface="Calibri"/>
                <a:sym typeface="Calibri"/>
              </a:defRPr>
            </a:lvl6pPr>
            <a:lvl7pPr indent="2221358" defTabSz="363800">
              <a:lnSpc>
                <a:spcPct val="93000"/>
              </a:lnSpc>
              <a:defRPr>
                <a:latin typeface="Calibri"/>
                <a:ea typeface="Calibri"/>
                <a:cs typeface="Calibri"/>
                <a:sym typeface="Calibri"/>
              </a:defRPr>
            </a:lvl7pPr>
            <a:lvl8pPr indent="2591585" defTabSz="363800">
              <a:lnSpc>
                <a:spcPct val="93000"/>
              </a:lnSpc>
              <a:defRPr>
                <a:latin typeface="Calibri"/>
                <a:ea typeface="Calibri"/>
                <a:cs typeface="Calibri"/>
                <a:sym typeface="Calibri"/>
              </a:defRPr>
            </a:lvl8pPr>
            <a:lvl9pPr indent="2961812" defTabSz="363800">
              <a:lnSpc>
                <a:spcPct val="93000"/>
              </a:lnSpc>
              <a:defRPr>
                <a:latin typeface="Calibri"/>
                <a:ea typeface="Calibri"/>
                <a:cs typeface="Calibri"/>
                <a:sym typeface="Calibri"/>
              </a:defRPr>
            </a:lvl9pPr>
          </a:lstStyle>
          <a:p>
            <a:fld id="{F3EC332E-FB62-3242-BB6A-EC0EFC19912F}" type="slidenum">
              <a:rPr lang="en-US" smtClean="0">
                <a:solidFill>
                  <a:srgbClr val="FFFFFF"/>
                </a:solidFill>
              </a:rPr>
              <a:pPr/>
              <a:t>‹#›</a:t>
            </a:fld>
            <a:endParaRPr lang="en-US" dirty="0">
              <a:solidFill>
                <a:srgbClr val="FFFFFF"/>
              </a:solidFill>
            </a:endParaRPr>
          </a:p>
        </p:txBody>
      </p:sp>
      <p:sp>
        <p:nvSpPr>
          <p:cNvPr id="11" name="Footer Placeholder 10">
            <a:extLst>
              <a:ext uri="{FF2B5EF4-FFF2-40B4-BE49-F238E27FC236}">
                <a16:creationId xmlns:a16="http://schemas.microsoft.com/office/drawing/2014/main" id="{676E361C-716A-465F-B091-EA57F773F155}"/>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1016554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rgbClr val="FFFFFF"/>
                </a:solidFill>
              </a:defRPr>
            </a:lvl1pPr>
          </a:lstStyle>
          <a:p>
            <a:r>
              <a:rPr lang="en-US"/>
              <a:t>Click to edit Master title style</a:t>
            </a:r>
            <a:endParaRPr lang="en-US" dirty="0"/>
          </a:p>
        </p:txBody>
      </p:sp>
      <p:sp>
        <p:nvSpPr>
          <p:cNvPr id="13" name="TextBox 12">
            <a:extLst>
              <a:ext uri="{FF2B5EF4-FFF2-40B4-BE49-F238E27FC236}">
                <a16:creationId xmlns:a16="http://schemas.microsoft.com/office/drawing/2014/main" id="{D2D8973B-8366-4A7A-9D42-382FF01BDED3}"/>
              </a:ext>
            </a:extLst>
          </p:cNvPr>
          <p:cNvSpPr txBox="1"/>
          <p:nvPr userDrawn="1"/>
        </p:nvSpPr>
        <p:spPr>
          <a:xfrm>
            <a:off x="2848181" y="-223827"/>
            <a:ext cx="3441290" cy="369565"/>
          </a:xfrm>
          <a:prstGeom prst="rect">
            <a:avLst/>
          </a:prstGeom>
        </p:spPr>
        <p:txBody>
          <a:bodyPr vert="horz" wrap="square" lIns="91440" tIns="45720" rIns="91440" bIns="45720" rtlCol="0">
            <a:normAutofit/>
          </a:bodyPr>
          <a:lstStyle/>
          <a:p>
            <a:pPr marL="0" indent="0" algn="ctr">
              <a:buNone/>
            </a:pPr>
            <a:r>
              <a:rPr lang="en-US" sz="800" b="0" dirty="0">
                <a:solidFill>
                  <a:srgbClr val="000000"/>
                </a:solidFill>
                <a:latin typeface="Arial" panose="020B0604020202020204" pitchFamily="34" charset="0"/>
                <a:cs typeface="Arial" panose="020B0604020202020204" pitchFamily="34" charset="0"/>
              </a:rPr>
              <a:t>Please insert picture from format background – picture/texture fill</a:t>
            </a:r>
          </a:p>
        </p:txBody>
      </p:sp>
      <p:sp>
        <p:nvSpPr>
          <p:cNvPr id="3" name="Footer Placeholder 2">
            <a:extLst>
              <a:ext uri="{FF2B5EF4-FFF2-40B4-BE49-F238E27FC236}">
                <a16:creationId xmlns:a16="http://schemas.microsoft.com/office/drawing/2014/main" id="{92B899D1-0243-411C-BC03-A2F921902D77}"/>
              </a:ext>
            </a:extLst>
          </p:cNvPr>
          <p:cNvSpPr>
            <a:spLocks noGrp="1"/>
          </p:cNvSpPr>
          <p:nvPr>
            <p:ph type="ftr" sz="quarter" idx="10"/>
          </p:nvPr>
        </p:nvSpPr>
        <p:spPr>
          <a:xfrm>
            <a:off x="506412" y="4241819"/>
            <a:ext cx="8124917" cy="386218"/>
          </a:xfrm>
          <a:prstGeom prst="rect">
            <a:avLst/>
          </a:prstGeom>
        </p:spPr>
        <p:txBody>
          <a:bodyPr/>
          <a:lstStyle>
            <a:lvl1pPr>
              <a:defRPr>
                <a:solidFill>
                  <a:srgbClr val="FFFFFF"/>
                </a:solidFill>
              </a:defRPr>
            </a:lvl1pPr>
          </a:lstStyle>
          <a:p>
            <a:endParaRPr lang="en-US" dirty="0"/>
          </a:p>
        </p:txBody>
      </p:sp>
    </p:spTree>
    <p:extLst>
      <p:ext uri="{BB962C8B-B14F-4D97-AF65-F5344CB8AC3E}">
        <p14:creationId xmlns:p14="http://schemas.microsoft.com/office/powerpoint/2010/main" val="3880324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p-up Boxes">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96A066E7-5573-564E-80E6-FFF5A2025413}"/>
              </a:ext>
            </a:extLst>
          </p:cNvPr>
          <p:cNvSpPr>
            <a:spLocks noGrp="1"/>
          </p:cNvSpPr>
          <p:nvPr>
            <p:ph type="body" sz="quarter" idx="15" hasCustomPrompt="1"/>
          </p:nvPr>
        </p:nvSpPr>
        <p:spPr>
          <a:xfrm>
            <a:off x="704590" y="1036029"/>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14" name="Text Placeholder 5">
            <a:extLst>
              <a:ext uri="{FF2B5EF4-FFF2-40B4-BE49-F238E27FC236}">
                <a16:creationId xmlns:a16="http://schemas.microsoft.com/office/drawing/2014/main" id="{39F8771B-79B5-5E44-8EE5-05B94368AF12}"/>
              </a:ext>
            </a:extLst>
          </p:cNvPr>
          <p:cNvSpPr>
            <a:spLocks noGrp="1"/>
          </p:cNvSpPr>
          <p:nvPr>
            <p:ph type="body" sz="quarter" idx="13" hasCustomPrompt="1"/>
          </p:nvPr>
        </p:nvSpPr>
        <p:spPr>
          <a:xfrm>
            <a:off x="4887123" y="1036029"/>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4" name="Text Placeholder 5">
            <a:extLst>
              <a:ext uri="{FF2B5EF4-FFF2-40B4-BE49-F238E27FC236}">
                <a16:creationId xmlns:a16="http://schemas.microsoft.com/office/drawing/2014/main" id="{52DC5879-943B-FB4F-ADAC-2CD7A8A94039}"/>
              </a:ext>
            </a:extLst>
          </p:cNvPr>
          <p:cNvSpPr>
            <a:spLocks noGrp="1"/>
          </p:cNvSpPr>
          <p:nvPr>
            <p:ph type="body" sz="quarter" idx="16" hasCustomPrompt="1"/>
          </p:nvPr>
        </p:nvSpPr>
        <p:spPr>
          <a:xfrm>
            <a:off x="704590" y="2143883"/>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6" name="Text Placeholder 5">
            <a:extLst>
              <a:ext uri="{FF2B5EF4-FFF2-40B4-BE49-F238E27FC236}">
                <a16:creationId xmlns:a16="http://schemas.microsoft.com/office/drawing/2014/main" id="{0C0A1BDB-B6A9-6A4B-910C-B61617F00CA0}"/>
              </a:ext>
            </a:extLst>
          </p:cNvPr>
          <p:cNvSpPr>
            <a:spLocks noGrp="1"/>
          </p:cNvSpPr>
          <p:nvPr>
            <p:ph type="body" sz="quarter" idx="17" hasCustomPrompt="1"/>
          </p:nvPr>
        </p:nvSpPr>
        <p:spPr>
          <a:xfrm>
            <a:off x="4887123" y="2143883"/>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8" name="Text Placeholder 5">
            <a:extLst>
              <a:ext uri="{FF2B5EF4-FFF2-40B4-BE49-F238E27FC236}">
                <a16:creationId xmlns:a16="http://schemas.microsoft.com/office/drawing/2014/main" id="{D2313A87-358B-C041-8B7E-F6B81E3165EE}"/>
              </a:ext>
            </a:extLst>
          </p:cNvPr>
          <p:cNvSpPr>
            <a:spLocks noGrp="1"/>
          </p:cNvSpPr>
          <p:nvPr>
            <p:ph type="body" sz="quarter" idx="18" hasCustomPrompt="1"/>
          </p:nvPr>
        </p:nvSpPr>
        <p:spPr>
          <a:xfrm>
            <a:off x="704590" y="3251738"/>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30" name="Text Placeholder 5">
            <a:extLst>
              <a:ext uri="{FF2B5EF4-FFF2-40B4-BE49-F238E27FC236}">
                <a16:creationId xmlns:a16="http://schemas.microsoft.com/office/drawing/2014/main" id="{0CF54D8E-D4FA-7D43-B32A-87ABB4649C7E}"/>
              </a:ext>
            </a:extLst>
          </p:cNvPr>
          <p:cNvSpPr>
            <a:spLocks noGrp="1"/>
          </p:cNvSpPr>
          <p:nvPr>
            <p:ph type="body" sz="quarter" idx="19" hasCustomPrompt="1"/>
          </p:nvPr>
        </p:nvSpPr>
        <p:spPr>
          <a:xfrm>
            <a:off x="4887123" y="3251738"/>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 name="Footer Placeholder 1">
            <a:extLst>
              <a:ext uri="{FF2B5EF4-FFF2-40B4-BE49-F238E27FC236}">
                <a16:creationId xmlns:a16="http://schemas.microsoft.com/office/drawing/2014/main" id="{8B2DB555-C07E-4AD1-8918-A045D96FF03C}"/>
              </a:ext>
            </a:extLst>
          </p:cNvPr>
          <p:cNvSpPr>
            <a:spLocks noGrp="1"/>
          </p:cNvSpPr>
          <p:nvPr>
            <p:ph type="ftr" sz="quarter" idx="20"/>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281857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6" name="Content Placeholder 4">
            <a:extLst>
              <a:ext uri="{FF2B5EF4-FFF2-40B4-BE49-F238E27FC236}">
                <a16:creationId xmlns:a16="http://schemas.microsoft.com/office/drawing/2014/main" id="{A0E8E579-8029-9140-ABF3-F9D545846CF9}"/>
              </a:ext>
            </a:extLst>
          </p:cNvPr>
          <p:cNvSpPr>
            <a:spLocks noGrp="1"/>
          </p:cNvSpPr>
          <p:nvPr>
            <p:ph sz="quarter" idx="11"/>
          </p:nvPr>
        </p:nvSpPr>
        <p:spPr>
          <a:xfrm>
            <a:off x="500063" y="1338263"/>
            <a:ext cx="3935411" cy="2889671"/>
          </a:xfrm>
        </p:spPr>
        <p:txBody>
          <a:bodyPr/>
          <a:lstStyle>
            <a:lvl1pPr>
              <a:defRPr sz="1600"/>
            </a:lvl1pPr>
            <a:lvl2pPr>
              <a:defRPr sz="1600"/>
            </a:lvl2pPr>
            <a:lvl3pPr>
              <a:defRPr sz="1600"/>
            </a:lvl3pPr>
            <a:lvl4pPr>
              <a:defRPr sz="1600"/>
            </a:lvl4pPr>
            <a:lvl5pPr>
              <a:defRPr sz="1400"/>
            </a:lvl5pPr>
          </a:lstStyle>
          <a:p>
            <a:pPr lvl="0"/>
            <a:r>
              <a:rPr lang="en-US"/>
              <a:t>Click to edit Master text styles</a:t>
            </a:r>
          </a:p>
          <a:p>
            <a:pPr lvl="1"/>
            <a:r>
              <a:rPr lang="en-US"/>
              <a:t>Second level</a:t>
            </a:r>
          </a:p>
          <a:p>
            <a:pPr lvl="2"/>
            <a:r>
              <a:rPr lang="en-US"/>
              <a:t>Third level</a:t>
            </a:r>
          </a:p>
        </p:txBody>
      </p:sp>
      <p:sp>
        <p:nvSpPr>
          <p:cNvPr id="8" name="Content Placeholder 4">
            <a:extLst>
              <a:ext uri="{FF2B5EF4-FFF2-40B4-BE49-F238E27FC236}">
                <a16:creationId xmlns:a16="http://schemas.microsoft.com/office/drawing/2014/main" id="{83A2FDE9-97B9-0D4C-A044-587D3779E247}"/>
              </a:ext>
            </a:extLst>
          </p:cNvPr>
          <p:cNvSpPr>
            <a:spLocks noGrp="1"/>
          </p:cNvSpPr>
          <p:nvPr>
            <p:ph sz="quarter" idx="13"/>
          </p:nvPr>
        </p:nvSpPr>
        <p:spPr>
          <a:xfrm>
            <a:off x="4708528" y="1338263"/>
            <a:ext cx="3935411" cy="2889671"/>
          </a:xfrm>
        </p:spPr>
        <p:txBody>
          <a:bodyPr/>
          <a:lstStyle>
            <a:lvl1pPr>
              <a:defRPr sz="1600"/>
            </a:lvl1pPr>
            <a:lvl2pPr>
              <a:defRPr sz="1600"/>
            </a:lvl2pPr>
            <a:lvl3pPr>
              <a:defRPr sz="1600"/>
            </a:lvl3pPr>
            <a:lvl4pPr>
              <a:defRPr sz="1600"/>
            </a:lvl4pPr>
            <a:lvl5pPr>
              <a:defRPr sz="1400"/>
            </a:lvl5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4AB6443E-3DD6-0D48-94B8-D7DD1B676138}"/>
              </a:ext>
            </a:extLst>
          </p:cNvPr>
          <p:cNvSpPr>
            <a:spLocks noGrp="1"/>
          </p:cNvSpPr>
          <p:nvPr>
            <p:ph type="body" sz="quarter" idx="14"/>
          </p:nvPr>
        </p:nvSpPr>
        <p:spPr>
          <a:xfrm>
            <a:off x="500063" y="915566"/>
            <a:ext cx="3935410" cy="323850"/>
          </a:xfrm>
        </p:spPr>
        <p:txBody>
          <a:bodyPr/>
          <a:lstStyle>
            <a:lvl1pPr marL="0" indent="0">
              <a:buFont typeface="Arial" panose="020B0604020202020204" pitchFamily="34" charset="0"/>
              <a:buNone/>
              <a:defRPr sz="1800" b="1">
                <a:solidFill>
                  <a:srgbClr val="222222"/>
                </a:solidFill>
              </a:defRPr>
            </a:lvl1pPr>
          </a:lstStyle>
          <a:p>
            <a:pPr lvl="0"/>
            <a:r>
              <a:rPr lang="en-US"/>
              <a:t>Click to edit Master text styles</a:t>
            </a:r>
          </a:p>
        </p:txBody>
      </p:sp>
      <p:sp>
        <p:nvSpPr>
          <p:cNvPr id="11" name="Text Placeholder 2">
            <a:extLst>
              <a:ext uri="{FF2B5EF4-FFF2-40B4-BE49-F238E27FC236}">
                <a16:creationId xmlns:a16="http://schemas.microsoft.com/office/drawing/2014/main" id="{52C1AA4B-FF84-7D4E-9B6E-EE3C29C65ACE}"/>
              </a:ext>
            </a:extLst>
          </p:cNvPr>
          <p:cNvSpPr>
            <a:spLocks noGrp="1"/>
          </p:cNvSpPr>
          <p:nvPr>
            <p:ph type="body" sz="quarter" idx="15"/>
          </p:nvPr>
        </p:nvSpPr>
        <p:spPr>
          <a:xfrm>
            <a:off x="4716463" y="915566"/>
            <a:ext cx="3959993" cy="323850"/>
          </a:xfrm>
        </p:spPr>
        <p:txBody>
          <a:bodyPr/>
          <a:lstStyle>
            <a:lvl1pPr marL="0" indent="0">
              <a:buFont typeface="Arial" panose="020B0604020202020204" pitchFamily="34" charset="0"/>
              <a:buNone/>
              <a:defRPr sz="1800" b="1">
                <a:solidFill>
                  <a:srgbClr val="222222"/>
                </a:solidFill>
              </a:defRPr>
            </a:lvl1pPr>
          </a:lstStyle>
          <a:p>
            <a:pPr lvl="0"/>
            <a:r>
              <a:rPr lang="en-US"/>
              <a:t>Click to edit Master text styles</a:t>
            </a:r>
          </a:p>
        </p:txBody>
      </p:sp>
      <p:sp>
        <p:nvSpPr>
          <p:cNvPr id="12" name="Title 3">
            <a:extLst>
              <a:ext uri="{FF2B5EF4-FFF2-40B4-BE49-F238E27FC236}">
                <a16:creationId xmlns:a16="http://schemas.microsoft.com/office/drawing/2014/main" id="{46F896C2-AD43-1A47-BA40-5924200EB15B}"/>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28E8B13C-1060-418C-8319-C4526C0DD148}"/>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1307714244"/>
      </p:ext>
    </p:extLst>
  </p:cSld>
  <p:clrMapOvr>
    <a:masterClrMapping/>
  </p:clrMapOvr>
  <p:extLst>
    <p:ext uri="{DCECCB84-F9BA-43D5-87BE-67443E8EF086}">
      <p15:sldGuideLst xmlns:p15="http://schemas.microsoft.com/office/powerpoint/2012/main">
        <p15:guide id="1" orient="horz" pos="84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6" name="Content Placeholder 4">
            <a:extLst>
              <a:ext uri="{FF2B5EF4-FFF2-40B4-BE49-F238E27FC236}">
                <a16:creationId xmlns:a16="http://schemas.microsoft.com/office/drawing/2014/main" id="{A0E8E579-8029-9140-ABF3-F9D545846CF9}"/>
              </a:ext>
            </a:extLst>
          </p:cNvPr>
          <p:cNvSpPr>
            <a:spLocks noGrp="1"/>
          </p:cNvSpPr>
          <p:nvPr>
            <p:ph sz="quarter" idx="11"/>
          </p:nvPr>
        </p:nvSpPr>
        <p:spPr>
          <a:xfrm>
            <a:off x="500063" y="1338263"/>
            <a:ext cx="3935411" cy="2896732"/>
          </a:xfrm>
        </p:spPr>
        <p:txBody>
          <a:bodyPr/>
          <a:lstStyle>
            <a:lvl1pPr>
              <a:defRPr sz="1600"/>
            </a:lvl1pPr>
            <a:lvl2pPr>
              <a:defRPr sz="1600"/>
            </a:lvl2pPr>
            <a:lvl3pPr>
              <a:defRPr sz="1600"/>
            </a:lvl3pPr>
            <a:lvl4pPr>
              <a:defRPr sz="1600"/>
            </a:lvl4pPr>
            <a:lvl5pPr>
              <a:defRPr sz="1200"/>
            </a:lvl5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4AB6443E-3DD6-0D48-94B8-D7DD1B676138}"/>
              </a:ext>
            </a:extLst>
          </p:cNvPr>
          <p:cNvSpPr>
            <a:spLocks noGrp="1"/>
          </p:cNvSpPr>
          <p:nvPr>
            <p:ph type="body" sz="quarter" idx="14"/>
          </p:nvPr>
        </p:nvSpPr>
        <p:spPr>
          <a:xfrm>
            <a:off x="500062" y="915566"/>
            <a:ext cx="8137525" cy="323850"/>
          </a:xfrm>
        </p:spPr>
        <p:txBody>
          <a:bodyPr/>
          <a:lstStyle>
            <a:lvl1pPr marL="0" indent="0">
              <a:buFont typeface="Arial" panose="020B0604020202020204" pitchFamily="34" charset="0"/>
              <a:buNone/>
              <a:defRPr sz="1800" b="1">
                <a:solidFill>
                  <a:srgbClr val="000000"/>
                </a:solidFill>
              </a:defRPr>
            </a:lvl1pPr>
          </a:lstStyle>
          <a:p>
            <a:pPr lvl="0"/>
            <a:r>
              <a:rPr lang="en-US"/>
              <a:t>Click to edit Master text styles</a:t>
            </a:r>
          </a:p>
        </p:txBody>
      </p:sp>
      <p:sp>
        <p:nvSpPr>
          <p:cNvPr id="12" name="Title 3">
            <a:extLst>
              <a:ext uri="{FF2B5EF4-FFF2-40B4-BE49-F238E27FC236}">
                <a16:creationId xmlns:a16="http://schemas.microsoft.com/office/drawing/2014/main" id="{46F896C2-AD43-1A47-BA40-5924200EB15B}"/>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10" name="Picture Placeholder 3">
            <a:extLst>
              <a:ext uri="{FF2B5EF4-FFF2-40B4-BE49-F238E27FC236}">
                <a16:creationId xmlns:a16="http://schemas.microsoft.com/office/drawing/2014/main" id="{3E0339E7-81F2-A040-87B8-7E7837273F9E}"/>
              </a:ext>
            </a:extLst>
          </p:cNvPr>
          <p:cNvSpPr>
            <a:spLocks noGrp="1"/>
          </p:cNvSpPr>
          <p:nvPr>
            <p:ph type="pic" sz="quarter" idx="15" hasCustomPrompt="1"/>
          </p:nvPr>
        </p:nvSpPr>
        <p:spPr>
          <a:xfrm>
            <a:off x="4708528" y="915989"/>
            <a:ext cx="3929061" cy="2889671"/>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a:extLst>
              <a:ext uri="{FF2B5EF4-FFF2-40B4-BE49-F238E27FC236}">
                <a16:creationId xmlns:a16="http://schemas.microsoft.com/office/drawing/2014/main" id="{4BF9020A-F14A-ED49-8C64-E205C6AE7807}"/>
              </a:ext>
            </a:extLst>
          </p:cNvPr>
          <p:cNvSpPr>
            <a:spLocks noGrp="1"/>
          </p:cNvSpPr>
          <p:nvPr>
            <p:ph type="body" sz="quarter" idx="13" hasCustomPrompt="1"/>
          </p:nvPr>
        </p:nvSpPr>
        <p:spPr>
          <a:xfrm>
            <a:off x="4708529" y="3811636"/>
            <a:ext cx="3929060" cy="421853"/>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2" name="Footer Placeholder 1">
            <a:extLst>
              <a:ext uri="{FF2B5EF4-FFF2-40B4-BE49-F238E27FC236}">
                <a16:creationId xmlns:a16="http://schemas.microsoft.com/office/drawing/2014/main" id="{90136A46-1C94-408F-87B7-B99F84FBFA7E}"/>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109690171"/>
      </p:ext>
    </p:extLst>
  </p:cSld>
  <p:clrMapOvr>
    <a:masterClrMapping/>
  </p:clrMapOvr>
  <p:extLst>
    <p:ext uri="{DCECCB84-F9BA-43D5-87BE-67443E8EF086}">
      <p15:sldGuideLst xmlns:p15="http://schemas.microsoft.com/office/powerpoint/2012/main">
        <p15:guide id="1" orient="horz" pos="84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2699792" y="1653835"/>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2699792" y="1139340"/>
            <a:ext cx="5937796" cy="264047"/>
          </a:xfrm>
        </p:spPr>
        <p:txBody>
          <a:bodyPr tIns="0" rIns="0" bIns="0" anchor="b"/>
          <a:lstStyle>
            <a:lvl1pPr marL="0" indent="0">
              <a:buFont typeface="Arial" panose="020B0604020202020204" pitchFamily="34" charset="0"/>
              <a:buNone/>
              <a:defRPr sz="1600" b="1" i="0">
                <a:solidFill>
                  <a:schemeClr val="accent2"/>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2699792" y="1413332"/>
            <a:ext cx="5937796" cy="260469"/>
          </a:xfrm>
        </p:spPr>
        <p:txBody>
          <a:bodyPr anchor="t"/>
          <a:lstStyle>
            <a:lvl1pPr marL="0" indent="0">
              <a:buFont typeface="Arial" panose="020B0604020202020204" pitchFamily="34" charset="0"/>
              <a:buNone/>
              <a:defRPr sz="1200" b="0" i="0">
                <a:solidFill>
                  <a:schemeClr val="tx1"/>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2699792" y="1683746"/>
            <a:ext cx="5937796" cy="2227393"/>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137670"/>
            <a:ext cx="1767681" cy="1767684"/>
          </a:xfrm>
          <a:prstGeom prst="rect">
            <a:avLst/>
          </a:prstGeom>
        </p:spPr>
        <p:txBody>
          <a:bodyPr anchor="ctr"/>
          <a:lstStyle>
            <a:lvl1pPr marL="0" indent="0" algn="ctr">
              <a:buNone/>
              <a:defRPr/>
            </a:lvl1pPr>
          </a:lstStyle>
          <a:p>
            <a:r>
              <a:rPr lang="en-US" dirty="0"/>
              <a:t>Photo</a:t>
            </a:r>
          </a:p>
        </p:txBody>
      </p:sp>
      <p:sp>
        <p:nvSpPr>
          <p:cNvPr id="11" name="Title 3">
            <a:extLst>
              <a:ext uri="{FF2B5EF4-FFF2-40B4-BE49-F238E27FC236}">
                <a16:creationId xmlns:a16="http://schemas.microsoft.com/office/drawing/2014/main" id="{1C448B77-40C1-BA4B-9EBD-F6806BE83534}"/>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DC6B6D8-1F26-49EB-8B11-3E83626E9AD1}"/>
              </a:ext>
            </a:extLst>
          </p:cNvPr>
          <p:cNvSpPr>
            <a:spLocks noGrp="1"/>
          </p:cNvSpPr>
          <p:nvPr>
            <p:ph type="ftr" sz="quarter" idx="24"/>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18064376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500063" y="2682018"/>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500062" y="2167523"/>
            <a:ext cx="2515363"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500062" y="2441515"/>
            <a:ext cx="2515363"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500062" y="2711930"/>
            <a:ext cx="2515363"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012743"/>
            <a:ext cx="1134814" cy="1134815"/>
          </a:xfrm>
          <a:prstGeom prst="rect">
            <a:avLst/>
          </a:prstGeom>
        </p:spPr>
        <p:txBody>
          <a:bodyPr anchor="ctr"/>
          <a:lstStyle>
            <a:lvl1pPr marL="0" indent="0" algn="ctr">
              <a:buNone/>
              <a:defRPr/>
            </a:lvl1pPr>
          </a:lstStyle>
          <a:p>
            <a:r>
              <a:rPr lang="en-US" dirty="0"/>
              <a:t>Photo</a:t>
            </a:r>
          </a:p>
        </p:txBody>
      </p:sp>
      <p:cxnSp>
        <p:nvCxnSpPr>
          <p:cNvPr id="43" name="Straight Connector 42">
            <a:extLst>
              <a:ext uri="{FF2B5EF4-FFF2-40B4-BE49-F238E27FC236}">
                <a16:creationId xmlns:a16="http://schemas.microsoft.com/office/drawing/2014/main" id="{C8439D20-BAEE-3A46-9F93-18FED5D8DD98}"/>
              </a:ext>
            </a:extLst>
          </p:cNvPr>
          <p:cNvCxnSpPr>
            <a:cxnSpLocks/>
          </p:cNvCxnSpPr>
          <p:nvPr userDrawn="1"/>
        </p:nvCxnSpPr>
        <p:spPr>
          <a:xfrm>
            <a:off x="3305850" y="2682018"/>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4" name="Text Placeholder 2">
            <a:extLst>
              <a:ext uri="{FF2B5EF4-FFF2-40B4-BE49-F238E27FC236}">
                <a16:creationId xmlns:a16="http://schemas.microsoft.com/office/drawing/2014/main" id="{A3FDEDF0-1056-0C47-AD69-FE9D014D9DD1}"/>
              </a:ext>
            </a:extLst>
          </p:cNvPr>
          <p:cNvSpPr>
            <a:spLocks noGrp="1"/>
          </p:cNvSpPr>
          <p:nvPr>
            <p:ph type="body" sz="quarter" idx="24" hasCustomPrompt="1"/>
          </p:nvPr>
        </p:nvSpPr>
        <p:spPr>
          <a:xfrm>
            <a:off x="3305849" y="2167523"/>
            <a:ext cx="2515363"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45" name="Text Placeholder 2">
            <a:extLst>
              <a:ext uri="{FF2B5EF4-FFF2-40B4-BE49-F238E27FC236}">
                <a16:creationId xmlns:a16="http://schemas.microsoft.com/office/drawing/2014/main" id="{41A579EA-2168-BA49-AB8F-310CB7F9CA05}"/>
              </a:ext>
            </a:extLst>
          </p:cNvPr>
          <p:cNvSpPr>
            <a:spLocks noGrp="1"/>
          </p:cNvSpPr>
          <p:nvPr>
            <p:ph type="body" sz="quarter" idx="25" hasCustomPrompt="1"/>
          </p:nvPr>
        </p:nvSpPr>
        <p:spPr>
          <a:xfrm>
            <a:off x="3305849" y="2441515"/>
            <a:ext cx="2515363"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46" name="Text Placeholder 2">
            <a:extLst>
              <a:ext uri="{FF2B5EF4-FFF2-40B4-BE49-F238E27FC236}">
                <a16:creationId xmlns:a16="http://schemas.microsoft.com/office/drawing/2014/main" id="{A2FEF0F1-661C-654B-9E89-06752809DFE6}"/>
              </a:ext>
            </a:extLst>
          </p:cNvPr>
          <p:cNvSpPr>
            <a:spLocks noGrp="1"/>
          </p:cNvSpPr>
          <p:nvPr>
            <p:ph type="body" sz="quarter" idx="26" hasCustomPrompt="1"/>
          </p:nvPr>
        </p:nvSpPr>
        <p:spPr>
          <a:xfrm>
            <a:off x="3305849" y="2711930"/>
            <a:ext cx="2515363"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7" name="Picture Placeholder 36">
            <a:extLst>
              <a:ext uri="{FF2B5EF4-FFF2-40B4-BE49-F238E27FC236}">
                <a16:creationId xmlns:a16="http://schemas.microsoft.com/office/drawing/2014/main" id="{A9D82A10-3AD7-1446-8F46-37E0058A88A7}"/>
              </a:ext>
            </a:extLst>
          </p:cNvPr>
          <p:cNvSpPr>
            <a:spLocks noGrp="1"/>
          </p:cNvSpPr>
          <p:nvPr>
            <p:ph type="pic" sz="quarter" idx="27" hasCustomPrompt="1"/>
          </p:nvPr>
        </p:nvSpPr>
        <p:spPr>
          <a:xfrm>
            <a:off x="3305850" y="1012743"/>
            <a:ext cx="1134814" cy="1134815"/>
          </a:xfrm>
          <a:prstGeom prst="rect">
            <a:avLst/>
          </a:prstGeom>
        </p:spPr>
        <p:txBody>
          <a:bodyPr anchor="ctr"/>
          <a:lstStyle>
            <a:lvl1pPr marL="0" indent="0" algn="ctr">
              <a:buNone/>
              <a:defRPr/>
            </a:lvl1pPr>
          </a:lstStyle>
          <a:p>
            <a:r>
              <a:rPr lang="en-US" dirty="0"/>
              <a:t>Photo</a:t>
            </a:r>
          </a:p>
        </p:txBody>
      </p:sp>
      <p:cxnSp>
        <p:nvCxnSpPr>
          <p:cNvPr id="48" name="Straight Connector 47">
            <a:extLst>
              <a:ext uri="{FF2B5EF4-FFF2-40B4-BE49-F238E27FC236}">
                <a16:creationId xmlns:a16="http://schemas.microsoft.com/office/drawing/2014/main" id="{C7EF184F-6686-6D49-9419-BA1D272AC81D}"/>
              </a:ext>
            </a:extLst>
          </p:cNvPr>
          <p:cNvCxnSpPr>
            <a:cxnSpLocks/>
          </p:cNvCxnSpPr>
          <p:nvPr userDrawn="1"/>
        </p:nvCxnSpPr>
        <p:spPr>
          <a:xfrm>
            <a:off x="6111639" y="2682018"/>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9" name="Text Placeholder 2">
            <a:extLst>
              <a:ext uri="{FF2B5EF4-FFF2-40B4-BE49-F238E27FC236}">
                <a16:creationId xmlns:a16="http://schemas.microsoft.com/office/drawing/2014/main" id="{1019358D-0868-DE4E-8C10-294977BB654D}"/>
              </a:ext>
            </a:extLst>
          </p:cNvPr>
          <p:cNvSpPr>
            <a:spLocks noGrp="1"/>
          </p:cNvSpPr>
          <p:nvPr>
            <p:ph type="body" sz="quarter" idx="28" hasCustomPrompt="1"/>
          </p:nvPr>
        </p:nvSpPr>
        <p:spPr>
          <a:xfrm>
            <a:off x="6111638" y="2167523"/>
            <a:ext cx="2515363"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50" name="Text Placeholder 2">
            <a:extLst>
              <a:ext uri="{FF2B5EF4-FFF2-40B4-BE49-F238E27FC236}">
                <a16:creationId xmlns:a16="http://schemas.microsoft.com/office/drawing/2014/main" id="{65975E78-D73C-2B47-B71F-4E0B606A00FE}"/>
              </a:ext>
            </a:extLst>
          </p:cNvPr>
          <p:cNvSpPr>
            <a:spLocks noGrp="1"/>
          </p:cNvSpPr>
          <p:nvPr>
            <p:ph type="body" sz="quarter" idx="29" hasCustomPrompt="1"/>
          </p:nvPr>
        </p:nvSpPr>
        <p:spPr>
          <a:xfrm>
            <a:off x="6111638" y="2441515"/>
            <a:ext cx="2515363"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51" name="Text Placeholder 2">
            <a:extLst>
              <a:ext uri="{FF2B5EF4-FFF2-40B4-BE49-F238E27FC236}">
                <a16:creationId xmlns:a16="http://schemas.microsoft.com/office/drawing/2014/main" id="{4B92EB00-D56B-7A41-881D-393490E9520D}"/>
              </a:ext>
            </a:extLst>
          </p:cNvPr>
          <p:cNvSpPr>
            <a:spLocks noGrp="1"/>
          </p:cNvSpPr>
          <p:nvPr>
            <p:ph type="body" sz="quarter" idx="30" hasCustomPrompt="1"/>
          </p:nvPr>
        </p:nvSpPr>
        <p:spPr>
          <a:xfrm>
            <a:off x="6111638" y="2711930"/>
            <a:ext cx="2515363"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52" name="Picture Placeholder 36">
            <a:extLst>
              <a:ext uri="{FF2B5EF4-FFF2-40B4-BE49-F238E27FC236}">
                <a16:creationId xmlns:a16="http://schemas.microsoft.com/office/drawing/2014/main" id="{3F0A8FF6-A378-E944-BB45-55FC0D68046B}"/>
              </a:ext>
            </a:extLst>
          </p:cNvPr>
          <p:cNvSpPr>
            <a:spLocks noGrp="1"/>
          </p:cNvSpPr>
          <p:nvPr>
            <p:ph type="pic" sz="quarter" idx="31" hasCustomPrompt="1"/>
          </p:nvPr>
        </p:nvSpPr>
        <p:spPr>
          <a:xfrm>
            <a:off x="6111639" y="1012743"/>
            <a:ext cx="1134814" cy="1134815"/>
          </a:xfrm>
          <a:prstGeom prst="rect">
            <a:avLst/>
          </a:prstGeom>
        </p:spPr>
        <p:txBody>
          <a:bodyPr anchor="ctr"/>
          <a:lstStyle>
            <a:lvl1pPr marL="0" indent="0" algn="ctr">
              <a:buNone/>
              <a:defRPr/>
            </a:lvl1pPr>
          </a:lstStyle>
          <a:p>
            <a:r>
              <a:rPr lang="en-US" dirty="0"/>
              <a:t>Photo</a:t>
            </a:r>
          </a:p>
        </p:txBody>
      </p:sp>
      <p:sp>
        <p:nvSpPr>
          <p:cNvPr id="20" name="Title 3">
            <a:extLst>
              <a:ext uri="{FF2B5EF4-FFF2-40B4-BE49-F238E27FC236}">
                <a16:creationId xmlns:a16="http://schemas.microsoft.com/office/drawing/2014/main" id="{E27787B3-D9AF-D940-8323-B8918F6A7106}"/>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1EB1114C-E04D-4F69-BC84-F54E17E815E7}"/>
              </a:ext>
            </a:extLst>
          </p:cNvPr>
          <p:cNvSpPr>
            <a:spLocks noGrp="1"/>
          </p:cNvSpPr>
          <p:nvPr>
            <p:ph type="ftr" sz="quarter" idx="32"/>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6114700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4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500063"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500062"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500062"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500062"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012743"/>
            <a:ext cx="1134814" cy="1134815"/>
          </a:xfrm>
          <a:prstGeom prst="rect">
            <a:avLst/>
          </a:prstGeom>
        </p:spPr>
        <p:txBody>
          <a:bodyPr anchor="ctr"/>
          <a:lstStyle>
            <a:lvl1pPr marL="0" indent="0" algn="ctr">
              <a:buNone/>
              <a:defRPr/>
            </a:lvl1pPr>
          </a:lstStyle>
          <a:p>
            <a:r>
              <a:rPr lang="en-US" dirty="0"/>
              <a:t>Photo</a:t>
            </a:r>
          </a:p>
        </p:txBody>
      </p:sp>
      <p:sp>
        <p:nvSpPr>
          <p:cNvPr id="20" name="Title 3">
            <a:extLst>
              <a:ext uri="{FF2B5EF4-FFF2-40B4-BE49-F238E27FC236}">
                <a16:creationId xmlns:a16="http://schemas.microsoft.com/office/drawing/2014/main" id="{E27787B3-D9AF-D940-8323-B8918F6A7106}"/>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cxnSp>
        <p:nvCxnSpPr>
          <p:cNvPr id="61" name="Straight Connector 60">
            <a:extLst>
              <a:ext uri="{FF2B5EF4-FFF2-40B4-BE49-F238E27FC236}">
                <a16:creationId xmlns:a16="http://schemas.microsoft.com/office/drawing/2014/main" id="{CC740405-3142-3E41-8C6D-A8A1E34E9905}"/>
              </a:ext>
            </a:extLst>
          </p:cNvPr>
          <p:cNvCxnSpPr>
            <a:cxnSpLocks/>
          </p:cNvCxnSpPr>
          <p:nvPr userDrawn="1"/>
        </p:nvCxnSpPr>
        <p:spPr>
          <a:xfrm>
            <a:off x="2587047"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2" name="Text Placeholder 2">
            <a:extLst>
              <a:ext uri="{FF2B5EF4-FFF2-40B4-BE49-F238E27FC236}">
                <a16:creationId xmlns:a16="http://schemas.microsoft.com/office/drawing/2014/main" id="{59B34579-E92E-C345-9574-CD4A4C197223}"/>
              </a:ext>
            </a:extLst>
          </p:cNvPr>
          <p:cNvSpPr>
            <a:spLocks noGrp="1"/>
          </p:cNvSpPr>
          <p:nvPr>
            <p:ph type="body" sz="quarter" idx="24" hasCustomPrompt="1"/>
          </p:nvPr>
        </p:nvSpPr>
        <p:spPr>
          <a:xfrm>
            <a:off x="2587046"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3" name="Text Placeholder 2">
            <a:extLst>
              <a:ext uri="{FF2B5EF4-FFF2-40B4-BE49-F238E27FC236}">
                <a16:creationId xmlns:a16="http://schemas.microsoft.com/office/drawing/2014/main" id="{58BA616A-D2A8-2947-89EC-AD5CAD12A394}"/>
              </a:ext>
            </a:extLst>
          </p:cNvPr>
          <p:cNvSpPr>
            <a:spLocks noGrp="1"/>
          </p:cNvSpPr>
          <p:nvPr>
            <p:ph type="body" sz="quarter" idx="25" hasCustomPrompt="1"/>
          </p:nvPr>
        </p:nvSpPr>
        <p:spPr>
          <a:xfrm>
            <a:off x="2587046"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4" name="Text Placeholder 2">
            <a:extLst>
              <a:ext uri="{FF2B5EF4-FFF2-40B4-BE49-F238E27FC236}">
                <a16:creationId xmlns:a16="http://schemas.microsoft.com/office/drawing/2014/main" id="{19709921-4F93-054C-913B-3206038FEEA4}"/>
              </a:ext>
            </a:extLst>
          </p:cNvPr>
          <p:cNvSpPr>
            <a:spLocks noGrp="1"/>
          </p:cNvSpPr>
          <p:nvPr>
            <p:ph type="body" sz="quarter" idx="26" hasCustomPrompt="1"/>
          </p:nvPr>
        </p:nvSpPr>
        <p:spPr>
          <a:xfrm>
            <a:off x="2587046"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5" name="Straight Connector 64">
            <a:extLst>
              <a:ext uri="{FF2B5EF4-FFF2-40B4-BE49-F238E27FC236}">
                <a16:creationId xmlns:a16="http://schemas.microsoft.com/office/drawing/2014/main" id="{9644AF5B-5241-9F48-A875-B2F5F442AD32}"/>
              </a:ext>
            </a:extLst>
          </p:cNvPr>
          <p:cNvCxnSpPr>
            <a:cxnSpLocks/>
          </p:cNvCxnSpPr>
          <p:nvPr userDrawn="1"/>
        </p:nvCxnSpPr>
        <p:spPr>
          <a:xfrm>
            <a:off x="4674031"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6" name="Text Placeholder 2">
            <a:extLst>
              <a:ext uri="{FF2B5EF4-FFF2-40B4-BE49-F238E27FC236}">
                <a16:creationId xmlns:a16="http://schemas.microsoft.com/office/drawing/2014/main" id="{0A0A9FE5-4414-BC45-9945-5F498E212ACD}"/>
              </a:ext>
            </a:extLst>
          </p:cNvPr>
          <p:cNvSpPr>
            <a:spLocks noGrp="1"/>
          </p:cNvSpPr>
          <p:nvPr>
            <p:ph type="body" sz="quarter" idx="27" hasCustomPrompt="1"/>
          </p:nvPr>
        </p:nvSpPr>
        <p:spPr>
          <a:xfrm>
            <a:off x="4674030"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7" name="Text Placeholder 2">
            <a:extLst>
              <a:ext uri="{FF2B5EF4-FFF2-40B4-BE49-F238E27FC236}">
                <a16:creationId xmlns:a16="http://schemas.microsoft.com/office/drawing/2014/main" id="{8ED5D7B2-689B-2B4C-A43D-D02E83F94778}"/>
              </a:ext>
            </a:extLst>
          </p:cNvPr>
          <p:cNvSpPr>
            <a:spLocks noGrp="1"/>
          </p:cNvSpPr>
          <p:nvPr>
            <p:ph type="body" sz="quarter" idx="28" hasCustomPrompt="1"/>
          </p:nvPr>
        </p:nvSpPr>
        <p:spPr>
          <a:xfrm>
            <a:off x="4674030"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8" name="Text Placeholder 2">
            <a:extLst>
              <a:ext uri="{FF2B5EF4-FFF2-40B4-BE49-F238E27FC236}">
                <a16:creationId xmlns:a16="http://schemas.microsoft.com/office/drawing/2014/main" id="{1C1EEEB8-A0CF-574A-9ADA-0AF9C5F90BE5}"/>
              </a:ext>
            </a:extLst>
          </p:cNvPr>
          <p:cNvSpPr>
            <a:spLocks noGrp="1"/>
          </p:cNvSpPr>
          <p:nvPr>
            <p:ph type="body" sz="quarter" idx="29" hasCustomPrompt="1"/>
          </p:nvPr>
        </p:nvSpPr>
        <p:spPr>
          <a:xfrm>
            <a:off x="4674030"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9" name="Straight Connector 68">
            <a:extLst>
              <a:ext uri="{FF2B5EF4-FFF2-40B4-BE49-F238E27FC236}">
                <a16:creationId xmlns:a16="http://schemas.microsoft.com/office/drawing/2014/main" id="{F2747001-8EC9-C94D-8496-0D147669DF33}"/>
              </a:ext>
            </a:extLst>
          </p:cNvPr>
          <p:cNvCxnSpPr>
            <a:cxnSpLocks/>
          </p:cNvCxnSpPr>
          <p:nvPr userDrawn="1"/>
        </p:nvCxnSpPr>
        <p:spPr>
          <a:xfrm>
            <a:off x="6761014"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70" name="Text Placeholder 2">
            <a:extLst>
              <a:ext uri="{FF2B5EF4-FFF2-40B4-BE49-F238E27FC236}">
                <a16:creationId xmlns:a16="http://schemas.microsoft.com/office/drawing/2014/main" id="{1BB302A5-7E2E-1C42-8D5D-038AFC7E6C1B}"/>
              </a:ext>
            </a:extLst>
          </p:cNvPr>
          <p:cNvSpPr>
            <a:spLocks noGrp="1"/>
          </p:cNvSpPr>
          <p:nvPr>
            <p:ph type="body" sz="quarter" idx="30" hasCustomPrompt="1"/>
          </p:nvPr>
        </p:nvSpPr>
        <p:spPr>
          <a:xfrm>
            <a:off x="6761013"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71" name="Text Placeholder 2">
            <a:extLst>
              <a:ext uri="{FF2B5EF4-FFF2-40B4-BE49-F238E27FC236}">
                <a16:creationId xmlns:a16="http://schemas.microsoft.com/office/drawing/2014/main" id="{55E365EA-E806-794E-A01A-1781C7CB69B3}"/>
              </a:ext>
            </a:extLst>
          </p:cNvPr>
          <p:cNvSpPr>
            <a:spLocks noGrp="1"/>
          </p:cNvSpPr>
          <p:nvPr>
            <p:ph type="body" sz="quarter" idx="31" hasCustomPrompt="1"/>
          </p:nvPr>
        </p:nvSpPr>
        <p:spPr>
          <a:xfrm>
            <a:off x="6761013"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72" name="Text Placeholder 2">
            <a:extLst>
              <a:ext uri="{FF2B5EF4-FFF2-40B4-BE49-F238E27FC236}">
                <a16:creationId xmlns:a16="http://schemas.microsoft.com/office/drawing/2014/main" id="{B84882D0-76FD-3641-827B-BFF1B4361250}"/>
              </a:ext>
            </a:extLst>
          </p:cNvPr>
          <p:cNvSpPr>
            <a:spLocks noGrp="1"/>
          </p:cNvSpPr>
          <p:nvPr>
            <p:ph type="body" sz="quarter" idx="32" hasCustomPrompt="1"/>
          </p:nvPr>
        </p:nvSpPr>
        <p:spPr>
          <a:xfrm>
            <a:off x="6761013"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73" name="Picture Placeholder 36">
            <a:extLst>
              <a:ext uri="{FF2B5EF4-FFF2-40B4-BE49-F238E27FC236}">
                <a16:creationId xmlns:a16="http://schemas.microsoft.com/office/drawing/2014/main" id="{EBFCBB6A-B0D6-9F42-91B5-8D147859F63B}"/>
              </a:ext>
            </a:extLst>
          </p:cNvPr>
          <p:cNvSpPr>
            <a:spLocks noGrp="1"/>
          </p:cNvSpPr>
          <p:nvPr>
            <p:ph type="pic" sz="quarter" idx="33" hasCustomPrompt="1"/>
          </p:nvPr>
        </p:nvSpPr>
        <p:spPr>
          <a:xfrm>
            <a:off x="2587046" y="1012743"/>
            <a:ext cx="1134814" cy="1134815"/>
          </a:xfrm>
          <a:prstGeom prst="rect">
            <a:avLst/>
          </a:prstGeom>
        </p:spPr>
        <p:txBody>
          <a:bodyPr anchor="ctr"/>
          <a:lstStyle>
            <a:lvl1pPr marL="0" indent="0" algn="ctr">
              <a:buNone/>
              <a:defRPr/>
            </a:lvl1pPr>
          </a:lstStyle>
          <a:p>
            <a:r>
              <a:rPr lang="en-US" dirty="0"/>
              <a:t>Photo</a:t>
            </a:r>
          </a:p>
        </p:txBody>
      </p:sp>
      <p:sp>
        <p:nvSpPr>
          <p:cNvPr id="74" name="Picture Placeholder 36">
            <a:extLst>
              <a:ext uri="{FF2B5EF4-FFF2-40B4-BE49-F238E27FC236}">
                <a16:creationId xmlns:a16="http://schemas.microsoft.com/office/drawing/2014/main" id="{CAE03149-D6A1-604B-AA12-50D258C53D18}"/>
              </a:ext>
            </a:extLst>
          </p:cNvPr>
          <p:cNvSpPr>
            <a:spLocks noGrp="1"/>
          </p:cNvSpPr>
          <p:nvPr>
            <p:ph type="pic" sz="quarter" idx="34" hasCustomPrompt="1"/>
          </p:nvPr>
        </p:nvSpPr>
        <p:spPr>
          <a:xfrm>
            <a:off x="4674030" y="1012743"/>
            <a:ext cx="1134814" cy="1134815"/>
          </a:xfrm>
          <a:prstGeom prst="rect">
            <a:avLst/>
          </a:prstGeom>
        </p:spPr>
        <p:txBody>
          <a:bodyPr anchor="ctr"/>
          <a:lstStyle>
            <a:lvl1pPr marL="0" indent="0" algn="ctr">
              <a:buNone/>
              <a:defRPr/>
            </a:lvl1pPr>
          </a:lstStyle>
          <a:p>
            <a:r>
              <a:rPr lang="en-US" dirty="0"/>
              <a:t>Photo</a:t>
            </a:r>
          </a:p>
        </p:txBody>
      </p:sp>
      <p:sp>
        <p:nvSpPr>
          <p:cNvPr id="75" name="Picture Placeholder 36">
            <a:extLst>
              <a:ext uri="{FF2B5EF4-FFF2-40B4-BE49-F238E27FC236}">
                <a16:creationId xmlns:a16="http://schemas.microsoft.com/office/drawing/2014/main" id="{555B8286-1166-8844-8C35-F00F2B33B98B}"/>
              </a:ext>
            </a:extLst>
          </p:cNvPr>
          <p:cNvSpPr>
            <a:spLocks noGrp="1"/>
          </p:cNvSpPr>
          <p:nvPr>
            <p:ph type="pic" sz="quarter" idx="35" hasCustomPrompt="1"/>
          </p:nvPr>
        </p:nvSpPr>
        <p:spPr>
          <a:xfrm>
            <a:off x="6761013" y="1012743"/>
            <a:ext cx="1134814" cy="1134815"/>
          </a:xfrm>
          <a:prstGeom prst="rect">
            <a:avLst/>
          </a:prstGeom>
        </p:spPr>
        <p:txBody>
          <a:bodyPr anchor="ctr"/>
          <a:lstStyle>
            <a:lvl1pPr marL="0" indent="0" algn="ctr">
              <a:buNone/>
              <a:defRPr/>
            </a:lvl1pPr>
          </a:lstStyle>
          <a:p>
            <a:r>
              <a:rPr lang="en-US" dirty="0"/>
              <a:t>Photo</a:t>
            </a:r>
          </a:p>
        </p:txBody>
      </p:sp>
      <p:sp>
        <p:nvSpPr>
          <p:cNvPr id="2" name="Footer Placeholder 1">
            <a:extLst>
              <a:ext uri="{FF2B5EF4-FFF2-40B4-BE49-F238E27FC236}">
                <a16:creationId xmlns:a16="http://schemas.microsoft.com/office/drawing/2014/main" id="{9C048CD4-BFF7-4D36-87EF-253A3F1B3E79}"/>
              </a:ext>
            </a:extLst>
          </p:cNvPr>
          <p:cNvSpPr>
            <a:spLocks noGrp="1"/>
          </p:cNvSpPr>
          <p:nvPr>
            <p:ph type="ftr" sz="quarter" idx="3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6633323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500063"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500062"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500062"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500062"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012743"/>
            <a:ext cx="1134814" cy="1134815"/>
          </a:xfrm>
          <a:prstGeom prst="rect">
            <a:avLst/>
          </a:prstGeom>
        </p:spPr>
        <p:txBody>
          <a:bodyPr anchor="ctr"/>
          <a:lstStyle>
            <a:lvl1pPr marL="0" indent="0" algn="ctr">
              <a:buNone/>
              <a:defRPr/>
            </a:lvl1pPr>
          </a:lstStyle>
          <a:p>
            <a:r>
              <a:rPr lang="en-US" dirty="0"/>
              <a:t>Photo</a:t>
            </a:r>
          </a:p>
        </p:txBody>
      </p:sp>
      <p:sp>
        <p:nvSpPr>
          <p:cNvPr id="20" name="Title 3">
            <a:extLst>
              <a:ext uri="{FF2B5EF4-FFF2-40B4-BE49-F238E27FC236}">
                <a16:creationId xmlns:a16="http://schemas.microsoft.com/office/drawing/2014/main" id="{E27787B3-D9AF-D940-8323-B8918F6A7106}"/>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cxnSp>
        <p:nvCxnSpPr>
          <p:cNvPr id="61" name="Straight Connector 60">
            <a:extLst>
              <a:ext uri="{FF2B5EF4-FFF2-40B4-BE49-F238E27FC236}">
                <a16:creationId xmlns:a16="http://schemas.microsoft.com/office/drawing/2014/main" id="{CC740405-3142-3E41-8C6D-A8A1E34E9905}"/>
              </a:ext>
            </a:extLst>
          </p:cNvPr>
          <p:cNvCxnSpPr>
            <a:cxnSpLocks/>
          </p:cNvCxnSpPr>
          <p:nvPr userDrawn="1"/>
        </p:nvCxnSpPr>
        <p:spPr>
          <a:xfrm>
            <a:off x="2587047"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2" name="Text Placeholder 2">
            <a:extLst>
              <a:ext uri="{FF2B5EF4-FFF2-40B4-BE49-F238E27FC236}">
                <a16:creationId xmlns:a16="http://schemas.microsoft.com/office/drawing/2014/main" id="{59B34579-E92E-C345-9574-CD4A4C197223}"/>
              </a:ext>
            </a:extLst>
          </p:cNvPr>
          <p:cNvSpPr>
            <a:spLocks noGrp="1"/>
          </p:cNvSpPr>
          <p:nvPr>
            <p:ph type="body" sz="quarter" idx="24" hasCustomPrompt="1"/>
          </p:nvPr>
        </p:nvSpPr>
        <p:spPr>
          <a:xfrm>
            <a:off x="2587046"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3" name="Text Placeholder 2">
            <a:extLst>
              <a:ext uri="{FF2B5EF4-FFF2-40B4-BE49-F238E27FC236}">
                <a16:creationId xmlns:a16="http://schemas.microsoft.com/office/drawing/2014/main" id="{58BA616A-D2A8-2947-89EC-AD5CAD12A394}"/>
              </a:ext>
            </a:extLst>
          </p:cNvPr>
          <p:cNvSpPr>
            <a:spLocks noGrp="1"/>
          </p:cNvSpPr>
          <p:nvPr>
            <p:ph type="body" sz="quarter" idx="25" hasCustomPrompt="1"/>
          </p:nvPr>
        </p:nvSpPr>
        <p:spPr>
          <a:xfrm>
            <a:off x="2587046"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4" name="Text Placeholder 2">
            <a:extLst>
              <a:ext uri="{FF2B5EF4-FFF2-40B4-BE49-F238E27FC236}">
                <a16:creationId xmlns:a16="http://schemas.microsoft.com/office/drawing/2014/main" id="{19709921-4F93-054C-913B-3206038FEEA4}"/>
              </a:ext>
            </a:extLst>
          </p:cNvPr>
          <p:cNvSpPr>
            <a:spLocks noGrp="1"/>
          </p:cNvSpPr>
          <p:nvPr>
            <p:ph type="body" sz="quarter" idx="26" hasCustomPrompt="1"/>
          </p:nvPr>
        </p:nvSpPr>
        <p:spPr>
          <a:xfrm>
            <a:off x="2587046"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5" name="Straight Connector 64">
            <a:extLst>
              <a:ext uri="{FF2B5EF4-FFF2-40B4-BE49-F238E27FC236}">
                <a16:creationId xmlns:a16="http://schemas.microsoft.com/office/drawing/2014/main" id="{9644AF5B-5241-9F48-A875-B2F5F442AD32}"/>
              </a:ext>
            </a:extLst>
          </p:cNvPr>
          <p:cNvCxnSpPr>
            <a:cxnSpLocks/>
          </p:cNvCxnSpPr>
          <p:nvPr userDrawn="1"/>
        </p:nvCxnSpPr>
        <p:spPr>
          <a:xfrm>
            <a:off x="4674031"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6" name="Text Placeholder 2">
            <a:extLst>
              <a:ext uri="{FF2B5EF4-FFF2-40B4-BE49-F238E27FC236}">
                <a16:creationId xmlns:a16="http://schemas.microsoft.com/office/drawing/2014/main" id="{0A0A9FE5-4414-BC45-9945-5F498E212ACD}"/>
              </a:ext>
            </a:extLst>
          </p:cNvPr>
          <p:cNvSpPr>
            <a:spLocks noGrp="1"/>
          </p:cNvSpPr>
          <p:nvPr>
            <p:ph type="body" sz="quarter" idx="27" hasCustomPrompt="1"/>
          </p:nvPr>
        </p:nvSpPr>
        <p:spPr>
          <a:xfrm>
            <a:off x="4674030"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7" name="Text Placeholder 2">
            <a:extLst>
              <a:ext uri="{FF2B5EF4-FFF2-40B4-BE49-F238E27FC236}">
                <a16:creationId xmlns:a16="http://schemas.microsoft.com/office/drawing/2014/main" id="{8ED5D7B2-689B-2B4C-A43D-D02E83F94778}"/>
              </a:ext>
            </a:extLst>
          </p:cNvPr>
          <p:cNvSpPr>
            <a:spLocks noGrp="1"/>
          </p:cNvSpPr>
          <p:nvPr>
            <p:ph type="body" sz="quarter" idx="28" hasCustomPrompt="1"/>
          </p:nvPr>
        </p:nvSpPr>
        <p:spPr>
          <a:xfrm>
            <a:off x="4674030"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8" name="Text Placeholder 2">
            <a:extLst>
              <a:ext uri="{FF2B5EF4-FFF2-40B4-BE49-F238E27FC236}">
                <a16:creationId xmlns:a16="http://schemas.microsoft.com/office/drawing/2014/main" id="{1C1EEEB8-A0CF-574A-9ADA-0AF9C5F90BE5}"/>
              </a:ext>
            </a:extLst>
          </p:cNvPr>
          <p:cNvSpPr>
            <a:spLocks noGrp="1"/>
          </p:cNvSpPr>
          <p:nvPr>
            <p:ph type="body" sz="quarter" idx="29" hasCustomPrompt="1"/>
          </p:nvPr>
        </p:nvSpPr>
        <p:spPr>
          <a:xfrm>
            <a:off x="4674030"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9" name="Straight Connector 68">
            <a:extLst>
              <a:ext uri="{FF2B5EF4-FFF2-40B4-BE49-F238E27FC236}">
                <a16:creationId xmlns:a16="http://schemas.microsoft.com/office/drawing/2014/main" id="{F2747001-8EC9-C94D-8496-0D147669DF33}"/>
              </a:ext>
            </a:extLst>
          </p:cNvPr>
          <p:cNvCxnSpPr>
            <a:cxnSpLocks/>
          </p:cNvCxnSpPr>
          <p:nvPr userDrawn="1"/>
        </p:nvCxnSpPr>
        <p:spPr>
          <a:xfrm>
            <a:off x="6761014"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70" name="Text Placeholder 2">
            <a:extLst>
              <a:ext uri="{FF2B5EF4-FFF2-40B4-BE49-F238E27FC236}">
                <a16:creationId xmlns:a16="http://schemas.microsoft.com/office/drawing/2014/main" id="{1BB302A5-7E2E-1C42-8D5D-038AFC7E6C1B}"/>
              </a:ext>
            </a:extLst>
          </p:cNvPr>
          <p:cNvSpPr>
            <a:spLocks noGrp="1"/>
          </p:cNvSpPr>
          <p:nvPr>
            <p:ph type="body" sz="quarter" idx="30" hasCustomPrompt="1"/>
          </p:nvPr>
        </p:nvSpPr>
        <p:spPr>
          <a:xfrm>
            <a:off x="6761013"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71" name="Text Placeholder 2">
            <a:extLst>
              <a:ext uri="{FF2B5EF4-FFF2-40B4-BE49-F238E27FC236}">
                <a16:creationId xmlns:a16="http://schemas.microsoft.com/office/drawing/2014/main" id="{55E365EA-E806-794E-A01A-1781C7CB69B3}"/>
              </a:ext>
            </a:extLst>
          </p:cNvPr>
          <p:cNvSpPr>
            <a:spLocks noGrp="1"/>
          </p:cNvSpPr>
          <p:nvPr>
            <p:ph type="body" sz="quarter" idx="31" hasCustomPrompt="1"/>
          </p:nvPr>
        </p:nvSpPr>
        <p:spPr>
          <a:xfrm>
            <a:off x="6761013"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72" name="Text Placeholder 2">
            <a:extLst>
              <a:ext uri="{FF2B5EF4-FFF2-40B4-BE49-F238E27FC236}">
                <a16:creationId xmlns:a16="http://schemas.microsoft.com/office/drawing/2014/main" id="{B84882D0-76FD-3641-827B-BFF1B4361250}"/>
              </a:ext>
            </a:extLst>
          </p:cNvPr>
          <p:cNvSpPr>
            <a:spLocks noGrp="1"/>
          </p:cNvSpPr>
          <p:nvPr>
            <p:ph type="body" sz="quarter" idx="32" hasCustomPrompt="1"/>
          </p:nvPr>
        </p:nvSpPr>
        <p:spPr>
          <a:xfrm>
            <a:off x="6761013"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73" name="Picture Placeholder 36">
            <a:extLst>
              <a:ext uri="{FF2B5EF4-FFF2-40B4-BE49-F238E27FC236}">
                <a16:creationId xmlns:a16="http://schemas.microsoft.com/office/drawing/2014/main" id="{EBFCBB6A-B0D6-9F42-91B5-8D147859F63B}"/>
              </a:ext>
            </a:extLst>
          </p:cNvPr>
          <p:cNvSpPr>
            <a:spLocks noGrp="1"/>
          </p:cNvSpPr>
          <p:nvPr>
            <p:ph type="pic" sz="quarter" idx="33" hasCustomPrompt="1"/>
          </p:nvPr>
        </p:nvSpPr>
        <p:spPr>
          <a:xfrm>
            <a:off x="2587046" y="1012743"/>
            <a:ext cx="1134814" cy="1134815"/>
          </a:xfrm>
          <a:prstGeom prst="rect">
            <a:avLst/>
          </a:prstGeom>
        </p:spPr>
        <p:txBody>
          <a:bodyPr anchor="ctr"/>
          <a:lstStyle>
            <a:lvl1pPr marL="0" indent="0" algn="ctr">
              <a:buNone/>
              <a:defRPr/>
            </a:lvl1pPr>
          </a:lstStyle>
          <a:p>
            <a:r>
              <a:rPr lang="en-US" dirty="0"/>
              <a:t>Photo</a:t>
            </a:r>
          </a:p>
        </p:txBody>
      </p:sp>
      <p:sp>
        <p:nvSpPr>
          <p:cNvPr id="74" name="Picture Placeholder 36">
            <a:extLst>
              <a:ext uri="{FF2B5EF4-FFF2-40B4-BE49-F238E27FC236}">
                <a16:creationId xmlns:a16="http://schemas.microsoft.com/office/drawing/2014/main" id="{CAE03149-D6A1-604B-AA12-50D258C53D18}"/>
              </a:ext>
            </a:extLst>
          </p:cNvPr>
          <p:cNvSpPr>
            <a:spLocks noGrp="1"/>
          </p:cNvSpPr>
          <p:nvPr>
            <p:ph type="pic" sz="quarter" idx="34" hasCustomPrompt="1"/>
          </p:nvPr>
        </p:nvSpPr>
        <p:spPr>
          <a:xfrm>
            <a:off x="4674030" y="1012743"/>
            <a:ext cx="1134814" cy="1134815"/>
          </a:xfrm>
          <a:prstGeom prst="rect">
            <a:avLst/>
          </a:prstGeom>
        </p:spPr>
        <p:txBody>
          <a:bodyPr anchor="ctr"/>
          <a:lstStyle>
            <a:lvl1pPr marL="0" indent="0" algn="ctr">
              <a:buNone/>
              <a:defRPr/>
            </a:lvl1pPr>
          </a:lstStyle>
          <a:p>
            <a:r>
              <a:rPr lang="en-US" dirty="0"/>
              <a:t>Photo</a:t>
            </a:r>
          </a:p>
        </p:txBody>
      </p:sp>
      <p:sp>
        <p:nvSpPr>
          <p:cNvPr id="75" name="Picture Placeholder 36">
            <a:extLst>
              <a:ext uri="{FF2B5EF4-FFF2-40B4-BE49-F238E27FC236}">
                <a16:creationId xmlns:a16="http://schemas.microsoft.com/office/drawing/2014/main" id="{555B8286-1166-8844-8C35-F00F2B33B98B}"/>
              </a:ext>
            </a:extLst>
          </p:cNvPr>
          <p:cNvSpPr>
            <a:spLocks noGrp="1"/>
          </p:cNvSpPr>
          <p:nvPr>
            <p:ph type="pic" sz="quarter" idx="35" hasCustomPrompt="1"/>
          </p:nvPr>
        </p:nvSpPr>
        <p:spPr>
          <a:xfrm>
            <a:off x="6761013" y="1012743"/>
            <a:ext cx="1134814" cy="1134815"/>
          </a:xfrm>
          <a:prstGeom prst="rect">
            <a:avLst/>
          </a:prstGeom>
        </p:spPr>
        <p:txBody>
          <a:bodyPr anchor="ctr"/>
          <a:lstStyle>
            <a:lvl1pPr marL="0" indent="0" algn="ctr">
              <a:buNone/>
              <a:defRPr/>
            </a:lvl1pPr>
          </a:lstStyle>
          <a:p>
            <a:r>
              <a:rPr lang="en-US" dirty="0"/>
              <a:t>Photo</a:t>
            </a:r>
          </a:p>
        </p:txBody>
      </p:sp>
      <p:sp>
        <p:nvSpPr>
          <p:cNvPr id="2" name="Footer Placeholder 1">
            <a:extLst>
              <a:ext uri="{FF2B5EF4-FFF2-40B4-BE49-F238E27FC236}">
                <a16:creationId xmlns:a16="http://schemas.microsoft.com/office/drawing/2014/main" id="{9C048CD4-BFF7-4D36-87EF-253A3F1B3E79}"/>
              </a:ext>
            </a:extLst>
          </p:cNvPr>
          <p:cNvSpPr>
            <a:spLocks noGrp="1"/>
          </p:cNvSpPr>
          <p:nvPr>
            <p:ph type="ftr" sz="quarter" idx="3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952477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Contact Us">
    <p:bg>
      <p:bgPr>
        <a:solidFill>
          <a:srgbClr val="FFFFFF"/>
        </a:solidFill>
        <a:effectLst/>
      </p:bgPr>
    </p:bg>
    <p:spTree>
      <p:nvGrpSpPr>
        <p:cNvPr id="1" name=""/>
        <p:cNvGrpSpPr/>
        <p:nvPr/>
      </p:nvGrpSpPr>
      <p:grpSpPr>
        <a:xfrm>
          <a:off x="0" y="0"/>
          <a:ext cx="0" cy="0"/>
          <a:chOff x="0" y="0"/>
          <a:chExt cx="0" cy="0"/>
        </a:xfrm>
      </p:grpSpPr>
      <p:pic>
        <p:nvPicPr>
          <p:cNvPr id="78" name="Picture 77">
            <a:extLst>
              <a:ext uri="{FF2B5EF4-FFF2-40B4-BE49-F238E27FC236}">
                <a16:creationId xmlns:a16="http://schemas.microsoft.com/office/drawing/2014/main" id="{3A1060D7-15E0-B149-B9D6-37E4A0672A9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53519"/>
          <a:stretch/>
        </p:blipFill>
        <p:spPr>
          <a:xfrm>
            <a:off x="500063" y="1789613"/>
            <a:ext cx="2518723" cy="677719"/>
          </a:xfrm>
          <a:prstGeom prst="rect">
            <a:avLst/>
          </a:prstGeom>
        </p:spPr>
      </p:pic>
      <p:grpSp>
        <p:nvGrpSpPr>
          <p:cNvPr id="7" name="Group 6">
            <a:extLst>
              <a:ext uri="{FF2B5EF4-FFF2-40B4-BE49-F238E27FC236}">
                <a16:creationId xmlns:a16="http://schemas.microsoft.com/office/drawing/2014/main" id="{B2FC95F1-815D-2D4B-8AFC-63AA196BAEF6}"/>
              </a:ext>
            </a:extLst>
          </p:cNvPr>
          <p:cNvGrpSpPr/>
          <p:nvPr userDrawn="1"/>
        </p:nvGrpSpPr>
        <p:grpSpPr>
          <a:xfrm>
            <a:off x="3175" y="5071254"/>
            <a:ext cx="9144000" cy="78318"/>
            <a:chOff x="0" y="5071254"/>
            <a:chExt cx="9144000" cy="78318"/>
          </a:xfrm>
        </p:grpSpPr>
        <p:sp>
          <p:nvSpPr>
            <p:cNvPr id="8" name="Rectangle 7">
              <a:extLst>
                <a:ext uri="{FF2B5EF4-FFF2-40B4-BE49-F238E27FC236}">
                  <a16:creationId xmlns:a16="http://schemas.microsoft.com/office/drawing/2014/main" id="{74214FF2-E8CC-8947-AA41-46AA3CE8727A}"/>
                </a:ext>
              </a:extLst>
            </p:cNvPr>
            <p:cNvSpPr/>
            <p:nvPr userDrawn="1"/>
          </p:nvSpPr>
          <p:spPr>
            <a:xfrm>
              <a:off x="0" y="5071254"/>
              <a:ext cx="2016000" cy="78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sp>
          <p:nvSpPr>
            <p:cNvPr id="9" name="Rectangle 8">
              <a:extLst>
                <a:ext uri="{FF2B5EF4-FFF2-40B4-BE49-F238E27FC236}">
                  <a16:creationId xmlns:a16="http://schemas.microsoft.com/office/drawing/2014/main" id="{A46F3B95-639B-5B44-8E76-C141A9B2DCE5}"/>
                </a:ext>
              </a:extLst>
            </p:cNvPr>
            <p:cNvSpPr/>
            <p:nvPr userDrawn="1"/>
          </p:nvSpPr>
          <p:spPr>
            <a:xfrm>
              <a:off x="2016000" y="5071254"/>
              <a:ext cx="7128000" cy="783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grpSp>
      <p:sp>
        <p:nvSpPr>
          <p:cNvPr id="6" name="Text Placeholder 4">
            <a:extLst>
              <a:ext uri="{FF2B5EF4-FFF2-40B4-BE49-F238E27FC236}">
                <a16:creationId xmlns:a16="http://schemas.microsoft.com/office/drawing/2014/main" id="{D7ED7C95-B496-764A-A62B-7AEE64F0AF6A}"/>
              </a:ext>
            </a:extLst>
          </p:cNvPr>
          <p:cNvSpPr>
            <a:spLocks noGrp="1"/>
          </p:cNvSpPr>
          <p:nvPr>
            <p:ph type="body" sz="quarter" idx="11" hasCustomPrompt="1"/>
          </p:nvPr>
        </p:nvSpPr>
        <p:spPr>
          <a:xfrm>
            <a:off x="500062" y="2660590"/>
            <a:ext cx="8137525" cy="618111"/>
          </a:xfrm>
          <a:prstGeom prst="rect">
            <a:avLst/>
          </a:prstGeom>
        </p:spPr>
        <p:txBody>
          <a:bodyPr anchor="ctr">
            <a:noAutofit/>
          </a:bodyPr>
          <a:lstStyle>
            <a:lvl1pPr marL="0" indent="0">
              <a:buNone/>
              <a:defRPr sz="2800" baseline="0">
                <a:solidFill>
                  <a:schemeClr val="accent1">
                    <a:lumMod val="100000"/>
                  </a:schemeClr>
                </a:solidFill>
              </a:defRPr>
            </a:lvl1pPr>
          </a:lstStyle>
          <a:p>
            <a:r>
              <a:rPr lang="en-US" dirty="0"/>
              <a:t>Thank You.</a:t>
            </a:r>
          </a:p>
        </p:txBody>
      </p:sp>
      <p:sp>
        <p:nvSpPr>
          <p:cNvPr id="10" name="Text Placeholder 4">
            <a:extLst>
              <a:ext uri="{FF2B5EF4-FFF2-40B4-BE49-F238E27FC236}">
                <a16:creationId xmlns:a16="http://schemas.microsoft.com/office/drawing/2014/main" id="{F3644064-E3FD-0045-A137-F0CF630DF8B0}"/>
              </a:ext>
            </a:extLst>
          </p:cNvPr>
          <p:cNvSpPr>
            <a:spLocks noGrp="1"/>
          </p:cNvSpPr>
          <p:nvPr>
            <p:ph type="body" sz="quarter" idx="10" hasCustomPrompt="1"/>
          </p:nvPr>
        </p:nvSpPr>
        <p:spPr>
          <a:xfrm>
            <a:off x="500065" y="3306205"/>
            <a:ext cx="8137523" cy="287337"/>
          </a:xfrm>
          <a:prstGeom prst="rect">
            <a:avLst/>
          </a:prstGeom>
        </p:spPr>
        <p:txBody>
          <a:bodyPr>
            <a:noAutofit/>
          </a:bodyPr>
          <a:lstStyle>
            <a:lvl1pPr marL="0" indent="0">
              <a:buNone/>
              <a:defRPr sz="1800" baseline="0">
                <a:solidFill>
                  <a:schemeClr val="accent2"/>
                </a:solidFill>
              </a:defRPr>
            </a:lvl1pPr>
          </a:lstStyle>
          <a:p>
            <a:r>
              <a:rPr lang="en-US" dirty="0"/>
              <a:t>Presenter name and/or email</a:t>
            </a:r>
          </a:p>
        </p:txBody>
      </p:sp>
      <p:sp>
        <p:nvSpPr>
          <p:cNvPr id="11" name="Text Placeholder 4">
            <a:extLst>
              <a:ext uri="{FF2B5EF4-FFF2-40B4-BE49-F238E27FC236}">
                <a16:creationId xmlns:a16="http://schemas.microsoft.com/office/drawing/2014/main" id="{FE86138B-22AB-524D-B99B-1D15537B55C1}"/>
              </a:ext>
            </a:extLst>
          </p:cNvPr>
          <p:cNvSpPr>
            <a:spLocks noGrp="1"/>
          </p:cNvSpPr>
          <p:nvPr>
            <p:ph type="body" sz="quarter" idx="12" hasCustomPrompt="1"/>
          </p:nvPr>
        </p:nvSpPr>
        <p:spPr>
          <a:xfrm>
            <a:off x="500061" y="3728481"/>
            <a:ext cx="8137525" cy="283429"/>
          </a:xfrm>
          <a:prstGeom prst="rect">
            <a:avLst/>
          </a:prstGeom>
        </p:spPr>
        <p:txBody>
          <a:bodyPr>
            <a:noAutofit/>
          </a:bodyPr>
          <a:lstStyle>
            <a:lvl1pPr marL="0" indent="0">
              <a:buNone/>
              <a:defRPr sz="1400" baseline="0"/>
            </a:lvl1pPr>
          </a:lstStyle>
          <a:p>
            <a:pPr lvl="0"/>
            <a:r>
              <a:rPr lang="en-US" dirty="0"/>
              <a:t>Co-authors and/or references</a:t>
            </a:r>
            <a:endParaRPr lang="en-GB" dirty="0"/>
          </a:p>
        </p:txBody>
      </p:sp>
    </p:spTree>
    <p:extLst>
      <p:ext uri="{BB962C8B-B14F-4D97-AF65-F5344CB8AC3E}">
        <p14:creationId xmlns:p14="http://schemas.microsoft.com/office/powerpoint/2010/main" val="4078849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B4C3202-59EE-2340-B38A-4E5E3A2DD1D8}"/>
              </a:ext>
            </a:extLst>
          </p:cNvPr>
          <p:cNvCxnSpPr>
            <a:cxnSpLocks/>
          </p:cNvCxnSpPr>
          <p:nvPr userDrawn="1"/>
        </p:nvCxnSpPr>
        <p:spPr>
          <a:xfrm>
            <a:off x="8339862" y="4728567"/>
            <a:ext cx="0" cy="2649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4974FA6C-9F76-7940-ABD6-8AE29935C522}"/>
              </a:ext>
            </a:extLst>
          </p:cNvPr>
          <p:cNvSpPr>
            <a:spLocks noGrp="1"/>
          </p:cNvSpPr>
          <p:nvPr>
            <p:ph type="body" idx="1"/>
          </p:nvPr>
        </p:nvSpPr>
        <p:spPr>
          <a:xfrm>
            <a:off x="500063" y="1014413"/>
            <a:ext cx="8137524" cy="3213100"/>
          </a:xfrm>
          <a:prstGeom prst="rect">
            <a:avLst/>
          </a:prstGeom>
        </p:spPr>
        <p:txBody>
          <a:bodyPr vert="horz" lIns="0" tIns="45720" rIns="91440" bIns="45720" rtlCol="0">
            <a:noAutofit/>
          </a:bodyPr>
          <a:lstStyle/>
          <a:p>
            <a:pPr lvl="0"/>
            <a:r>
              <a:rPr lang="en-US" dirty="0"/>
              <a:t>Edit Master text styles</a:t>
            </a:r>
          </a:p>
          <a:p>
            <a:pPr lvl="1"/>
            <a:r>
              <a:rPr lang="en-US" dirty="0"/>
              <a:t>Second level</a:t>
            </a:r>
          </a:p>
          <a:p>
            <a:pPr lvl="2"/>
            <a:r>
              <a:rPr lang="en-US" dirty="0"/>
              <a:t>Third level</a:t>
            </a:r>
          </a:p>
        </p:txBody>
      </p:sp>
      <p:pic>
        <p:nvPicPr>
          <p:cNvPr id="3" name="Picture 2">
            <a:extLst>
              <a:ext uri="{FF2B5EF4-FFF2-40B4-BE49-F238E27FC236}">
                <a16:creationId xmlns:a16="http://schemas.microsoft.com/office/drawing/2014/main" id="{CE7C86E9-FDA0-4C4D-A68F-6E3891ABEC3D}"/>
              </a:ext>
            </a:extLst>
          </p:cNvPr>
          <p:cNvPicPr>
            <a:picLocks noChangeAspect="1"/>
          </p:cNvPicPr>
          <p:nvPr userDrawn="1"/>
        </p:nvPicPr>
        <p:blipFill rotWithShape="1">
          <a:blip r:embed="rId25" cstate="print">
            <a:extLst>
              <a:ext uri="{28A0092B-C50C-407E-A947-70E740481C1C}">
                <a14:useLocalDpi xmlns:a14="http://schemas.microsoft.com/office/drawing/2010/main"/>
              </a:ext>
            </a:extLst>
          </a:blip>
          <a:srcRect b="52800"/>
          <a:stretch/>
        </p:blipFill>
        <p:spPr>
          <a:xfrm>
            <a:off x="512661" y="4673626"/>
            <a:ext cx="1114768" cy="304593"/>
          </a:xfrm>
          <a:prstGeom prst="rect">
            <a:avLst/>
          </a:prstGeom>
        </p:spPr>
      </p:pic>
      <p:sp>
        <p:nvSpPr>
          <p:cNvPr id="7" name="Title Placeholder 6">
            <a:extLst>
              <a:ext uri="{FF2B5EF4-FFF2-40B4-BE49-F238E27FC236}">
                <a16:creationId xmlns:a16="http://schemas.microsoft.com/office/drawing/2014/main" id="{8EFF88D6-3D0D-1241-9CCB-64DB5A04A390}"/>
              </a:ext>
            </a:extLst>
          </p:cNvPr>
          <p:cNvSpPr>
            <a:spLocks noGrp="1"/>
          </p:cNvSpPr>
          <p:nvPr>
            <p:ph type="title"/>
          </p:nvPr>
        </p:nvSpPr>
        <p:spPr>
          <a:xfrm>
            <a:off x="506413" y="274639"/>
            <a:ext cx="8137524" cy="569100"/>
          </a:xfrm>
          <a:prstGeom prst="rect">
            <a:avLst/>
          </a:prstGeom>
        </p:spPr>
        <p:txBody>
          <a:bodyPr vert="horz" lIns="0" tIns="45720" rIns="91440" bIns="45720" rtlCol="0" anchor="ctr">
            <a:noAutofit/>
          </a:bodyPr>
          <a:lstStyle/>
          <a:p>
            <a:r>
              <a:rPr lang="en-US"/>
              <a:t>Click to edit Master title style</a:t>
            </a:r>
            <a:endParaRPr lang="en-US" dirty="0"/>
          </a:p>
        </p:txBody>
      </p:sp>
      <p:sp>
        <p:nvSpPr>
          <p:cNvPr id="14" name="Slide Number Placeholder 5">
            <a:extLst>
              <a:ext uri="{FF2B5EF4-FFF2-40B4-BE49-F238E27FC236}">
                <a16:creationId xmlns:a16="http://schemas.microsoft.com/office/drawing/2014/main" id="{0AADC478-0D1F-4E10-932D-F91CE6CE0C53}"/>
              </a:ext>
            </a:extLst>
          </p:cNvPr>
          <p:cNvSpPr txBox="1">
            <a:spLocks/>
          </p:cNvSpPr>
          <p:nvPr userDrawn="1"/>
        </p:nvSpPr>
        <p:spPr>
          <a:xfrm>
            <a:off x="8452674" y="4749040"/>
            <a:ext cx="191263" cy="290924"/>
          </a:xfrm>
          <a:prstGeom prst="rect">
            <a:avLst/>
          </a:prstGeom>
        </p:spPr>
        <p:txBody>
          <a:bodyPr vert="horz" lIns="0" tIns="45720" rIns="0" bIns="45720" rtlCol="0" anchor="ctr"/>
          <a:lstStyle>
            <a:lvl1pPr algn="r" defTabSz="363800">
              <a:lnSpc>
                <a:spcPct val="93000"/>
              </a:lnSpc>
              <a:defRPr sz="1200" b="0" i="0">
                <a:solidFill>
                  <a:schemeClr val="tx1">
                    <a:tint val="75000"/>
                  </a:schemeClr>
                </a:solidFill>
                <a:latin typeface="Arial" panose="020B0604020202020204" pitchFamily="34" charset="0"/>
                <a:ea typeface="Calibri"/>
                <a:cs typeface="Arial" panose="020B0604020202020204" pitchFamily="34" charset="0"/>
                <a:sym typeface="Calibri"/>
              </a:defRPr>
            </a:lvl1pPr>
            <a:lvl2pPr indent="370225" defTabSz="363800">
              <a:lnSpc>
                <a:spcPct val="93000"/>
              </a:lnSpc>
              <a:defRPr>
                <a:latin typeface="Calibri"/>
                <a:ea typeface="Calibri"/>
                <a:cs typeface="Calibri"/>
                <a:sym typeface="Calibri"/>
              </a:defRPr>
            </a:lvl2pPr>
            <a:lvl3pPr indent="740451" defTabSz="363800">
              <a:lnSpc>
                <a:spcPct val="93000"/>
              </a:lnSpc>
              <a:defRPr>
                <a:latin typeface="Calibri"/>
                <a:ea typeface="Calibri"/>
                <a:cs typeface="Calibri"/>
                <a:sym typeface="Calibri"/>
              </a:defRPr>
            </a:lvl3pPr>
            <a:lvl4pPr indent="1110679" defTabSz="363800">
              <a:lnSpc>
                <a:spcPct val="93000"/>
              </a:lnSpc>
              <a:defRPr>
                <a:latin typeface="Calibri"/>
                <a:ea typeface="Calibri"/>
                <a:cs typeface="Calibri"/>
                <a:sym typeface="Calibri"/>
              </a:defRPr>
            </a:lvl4pPr>
            <a:lvl5pPr indent="1480905" defTabSz="363800">
              <a:lnSpc>
                <a:spcPct val="93000"/>
              </a:lnSpc>
              <a:defRPr>
                <a:latin typeface="Calibri"/>
                <a:ea typeface="Calibri"/>
                <a:cs typeface="Calibri"/>
                <a:sym typeface="Calibri"/>
              </a:defRPr>
            </a:lvl5pPr>
            <a:lvl6pPr indent="1851132" defTabSz="363800">
              <a:lnSpc>
                <a:spcPct val="93000"/>
              </a:lnSpc>
              <a:defRPr>
                <a:latin typeface="Calibri"/>
                <a:ea typeface="Calibri"/>
                <a:cs typeface="Calibri"/>
                <a:sym typeface="Calibri"/>
              </a:defRPr>
            </a:lvl6pPr>
            <a:lvl7pPr indent="2221358" defTabSz="363800">
              <a:lnSpc>
                <a:spcPct val="93000"/>
              </a:lnSpc>
              <a:defRPr>
                <a:latin typeface="Calibri"/>
                <a:ea typeface="Calibri"/>
                <a:cs typeface="Calibri"/>
                <a:sym typeface="Calibri"/>
              </a:defRPr>
            </a:lvl7pPr>
            <a:lvl8pPr indent="2591585" defTabSz="363800">
              <a:lnSpc>
                <a:spcPct val="93000"/>
              </a:lnSpc>
              <a:defRPr>
                <a:latin typeface="Calibri"/>
                <a:ea typeface="Calibri"/>
                <a:cs typeface="Calibri"/>
                <a:sym typeface="Calibri"/>
              </a:defRPr>
            </a:lvl8pPr>
            <a:lvl9pPr indent="2961812" defTabSz="363800">
              <a:lnSpc>
                <a:spcPct val="93000"/>
              </a:lnSpc>
              <a:defRPr>
                <a:latin typeface="Calibri"/>
                <a:ea typeface="Calibri"/>
                <a:cs typeface="Calibri"/>
                <a:sym typeface="Calibri"/>
              </a:defRPr>
            </a:lvl9pPr>
          </a:lstStyle>
          <a:p>
            <a:pPr algn="r"/>
            <a:fld id="{F3EC332E-FB62-3242-BB6A-EC0EFC19912F}" type="slidenum">
              <a:rPr lang="en-US" smtClean="0"/>
              <a:pPr algn="r"/>
              <a:t>‹#›</a:t>
            </a:fld>
            <a:endParaRPr lang="en-US" dirty="0"/>
          </a:p>
        </p:txBody>
      </p:sp>
      <p:sp>
        <p:nvSpPr>
          <p:cNvPr id="13" name="Footer Placeholder 3">
            <a:extLst>
              <a:ext uri="{FF2B5EF4-FFF2-40B4-BE49-F238E27FC236}">
                <a16:creationId xmlns:a16="http://schemas.microsoft.com/office/drawing/2014/main" id="{5FA2C01E-D7C1-4136-B16E-E0E3E44A9967}"/>
              </a:ext>
            </a:extLst>
          </p:cNvPr>
          <p:cNvSpPr txBox="1">
            <a:spLocks/>
          </p:cNvSpPr>
          <p:nvPr userDrawn="1"/>
        </p:nvSpPr>
        <p:spPr>
          <a:xfrm>
            <a:off x="1547664" y="4673630"/>
            <a:ext cx="6768747" cy="444382"/>
          </a:xfrm>
          <a:prstGeom prst="rect">
            <a:avLst/>
          </a:prstGeom>
        </p:spPr>
        <p:txBody>
          <a:bodyPr vert="horz" lIns="0" tIns="0" rIns="0" bIns="0" rtlCol="0" anchor="ctr"/>
          <a:lstStyle>
            <a:defPPr>
              <a:defRPr lang="en-US"/>
            </a:defPPr>
            <a:lvl1pPr marL="0" algn="l" defTabSz="457200" rtl="0" eaLnBrk="1" latinLnBrk="0" hangingPunct="1">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Evaluating the Direct, Indirect and Population-Level Effects of LLINs Across Transmission Intensities</a:t>
            </a:r>
            <a:endParaRPr lang="en-US" dirty="0">
              <a:solidFill>
                <a:srgbClr val="898989"/>
              </a:solidFill>
            </a:endParaRPr>
          </a:p>
        </p:txBody>
      </p:sp>
      <p:grpSp>
        <p:nvGrpSpPr>
          <p:cNvPr id="15" name="Group 14">
            <a:extLst>
              <a:ext uri="{FF2B5EF4-FFF2-40B4-BE49-F238E27FC236}">
                <a16:creationId xmlns:a16="http://schemas.microsoft.com/office/drawing/2014/main" id="{07AED518-D582-9A4F-8C12-6E2C06E7A8AA}"/>
              </a:ext>
            </a:extLst>
          </p:cNvPr>
          <p:cNvGrpSpPr/>
          <p:nvPr userDrawn="1"/>
        </p:nvGrpSpPr>
        <p:grpSpPr>
          <a:xfrm>
            <a:off x="3175" y="5071254"/>
            <a:ext cx="9144000" cy="78318"/>
            <a:chOff x="0" y="5071254"/>
            <a:chExt cx="9144000" cy="78318"/>
          </a:xfrm>
        </p:grpSpPr>
        <p:sp>
          <p:nvSpPr>
            <p:cNvPr id="16" name="Rectangle 15">
              <a:extLst>
                <a:ext uri="{FF2B5EF4-FFF2-40B4-BE49-F238E27FC236}">
                  <a16:creationId xmlns:a16="http://schemas.microsoft.com/office/drawing/2014/main" id="{2FFBD448-4703-CA48-88BE-FC90FC84C9BF}"/>
                </a:ext>
              </a:extLst>
            </p:cNvPr>
            <p:cNvSpPr/>
            <p:nvPr userDrawn="1"/>
          </p:nvSpPr>
          <p:spPr>
            <a:xfrm>
              <a:off x="0" y="5071254"/>
              <a:ext cx="2016000" cy="78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sp>
          <p:nvSpPr>
            <p:cNvPr id="17" name="Rectangle 16">
              <a:extLst>
                <a:ext uri="{FF2B5EF4-FFF2-40B4-BE49-F238E27FC236}">
                  <a16:creationId xmlns:a16="http://schemas.microsoft.com/office/drawing/2014/main" id="{91480782-CDA4-E241-80E9-8887C60CB37B}"/>
                </a:ext>
              </a:extLst>
            </p:cNvPr>
            <p:cNvSpPr/>
            <p:nvPr userDrawn="1"/>
          </p:nvSpPr>
          <p:spPr>
            <a:xfrm>
              <a:off x="2016000" y="5071254"/>
              <a:ext cx="7128000" cy="783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grpSp>
    </p:spTree>
    <p:extLst>
      <p:ext uri="{BB962C8B-B14F-4D97-AF65-F5344CB8AC3E}">
        <p14:creationId xmlns:p14="http://schemas.microsoft.com/office/powerpoint/2010/main" val="2337968018"/>
      </p:ext>
    </p:extLst>
  </p:cSld>
  <p:clrMap bg1="lt1" tx1="dk1" bg2="lt2" tx2="dk2" accent1="accent1" accent2="accent2" accent3="accent3" accent4="accent4" accent5="accent5" accent6="accent6" hlink="hlink" folHlink="folHlink"/>
  <p:sldLayoutIdLst>
    <p:sldLayoutId id="2147483749" r:id="rId1"/>
    <p:sldLayoutId id="2147483782" r:id="rId2"/>
    <p:sldLayoutId id="2147483823" r:id="rId3"/>
    <p:sldLayoutId id="2147483783" r:id="rId4"/>
    <p:sldLayoutId id="2147483825" r:id="rId5"/>
    <p:sldLayoutId id="2147483801" r:id="rId6"/>
    <p:sldLayoutId id="2147483802" r:id="rId7"/>
    <p:sldLayoutId id="2147483804" r:id="rId8"/>
    <p:sldLayoutId id="2147483827" r:id="rId9"/>
    <p:sldLayoutId id="2147483803" r:id="rId10"/>
    <p:sldLayoutId id="2147483737" r:id="rId11"/>
    <p:sldLayoutId id="2147483806" r:id="rId12"/>
    <p:sldLayoutId id="2147483744" r:id="rId13"/>
    <p:sldLayoutId id="2147483826" r:id="rId14"/>
    <p:sldLayoutId id="2147483824" r:id="rId15"/>
    <p:sldLayoutId id="2147483793" r:id="rId16"/>
    <p:sldLayoutId id="2147483818" r:id="rId17"/>
    <p:sldLayoutId id="2147483807" r:id="rId18"/>
    <p:sldLayoutId id="2147483810" r:id="rId19"/>
    <p:sldLayoutId id="2147483809" r:id="rId20"/>
    <p:sldLayoutId id="2147483828" r:id="rId21"/>
    <p:sldLayoutId id="2147483811" r:id="rId22"/>
    <p:sldLayoutId id="2147483773" r:id="rId23"/>
  </p:sldLayoutIdLst>
  <p:hf sldNum="0" hdr="0" dt="0"/>
  <p:txStyles>
    <p:titleStyle>
      <a:lvl1pPr marL="0" indent="0" algn="l" defTabSz="914400" rtl="0" eaLnBrk="1" latinLnBrk="0" hangingPunct="1">
        <a:lnSpc>
          <a:spcPct val="90000"/>
        </a:lnSpc>
        <a:spcBef>
          <a:spcPct val="0"/>
        </a:spcBef>
        <a:buNone/>
        <a:defRPr sz="2400" b="0" i="0" kern="1200">
          <a:solidFill>
            <a:schemeClr val="accent1">
              <a:lumMod val="100000"/>
            </a:schemeClr>
          </a:solidFill>
          <a:latin typeface="Arial" panose="020B0604020202020204" pitchFamily="34" charset="0"/>
          <a:ea typeface="+mj-ea"/>
          <a:cs typeface="+mj-cs"/>
        </a:defRPr>
      </a:lvl1pPr>
    </p:titleStyle>
    <p:body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5" userDrawn="1">
          <p15:clr>
            <a:srgbClr val="F26B43"/>
          </p15:clr>
        </p15:guide>
        <p15:guide id="2" pos="315" userDrawn="1">
          <p15:clr>
            <a:srgbClr val="F26B43"/>
          </p15:clr>
        </p15:guide>
        <p15:guide id="3" pos="5441" userDrawn="1">
          <p15:clr>
            <a:srgbClr val="F26B43"/>
          </p15:clr>
        </p15:guide>
        <p15:guide id="4" orient="horz" pos="639" userDrawn="1">
          <p15:clr>
            <a:srgbClr val="F26B43"/>
          </p15:clr>
        </p15:guide>
        <p15:guide id="5" orient="horz" pos="2911" userDrawn="1">
          <p15:clr>
            <a:srgbClr val="F26B43"/>
          </p15:clr>
        </p15:guide>
        <p15:guide id="6" pos="2880" userDrawn="1">
          <p15:clr>
            <a:srgbClr val="F26B43"/>
          </p15:clr>
        </p15:guide>
        <p15:guide id="7" pos="2794" userDrawn="1">
          <p15:clr>
            <a:srgbClr val="F26B43"/>
          </p15:clr>
        </p15:guide>
        <p15:guide id="8" pos="2971" userDrawn="1">
          <p15:clr>
            <a:srgbClr val="F26B43"/>
          </p15:clr>
        </p15:guide>
        <p15:guide id="9" orient="horz" pos="577" userDrawn="1">
          <p15:clr>
            <a:srgbClr val="F26B43"/>
          </p15:clr>
        </p15:guide>
        <p15:guide id="10" orient="horz" pos="2754" userDrawn="1">
          <p15:clr>
            <a:srgbClr val="F26B43"/>
          </p15:clr>
        </p15:guide>
        <p15:guide id="11" orient="horz" pos="2663" userDrawn="1">
          <p15:clr>
            <a:srgbClr val="F26B43"/>
          </p15:clr>
        </p15:guide>
        <p15:guide id="12" orient="horz" pos="239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AA2C23A9-DC7B-A144-81E4-7022EC44C739}"/>
              </a:ext>
            </a:extLst>
          </p:cNvPr>
          <p:cNvSpPr>
            <a:spLocks noGrp="1"/>
          </p:cNvSpPr>
          <p:nvPr>
            <p:ph type="body" sz="quarter" idx="11"/>
          </p:nvPr>
        </p:nvSpPr>
        <p:spPr>
          <a:xfrm>
            <a:off x="3851920" y="2427735"/>
            <a:ext cx="5184576" cy="1152128"/>
          </a:xfrm>
        </p:spPr>
        <p:txBody>
          <a:bodyPr/>
          <a:lstStyle/>
          <a:p>
            <a:r>
              <a:rPr lang="en-US" sz="2400" dirty="0"/>
              <a:t>Evaluating</a:t>
            </a:r>
            <a:r>
              <a:rPr lang="en-US" sz="2400" dirty="0">
                <a:solidFill>
                  <a:schemeClr val="accent1">
                    <a:lumMod val="100000"/>
                  </a:schemeClr>
                </a:solidFill>
              </a:rPr>
              <a:t> the Direct, Indirect, and Community-level Effects of LLINs across Transmission </a:t>
            </a:r>
            <a:r>
              <a:rPr lang="en-US" sz="2400" dirty="0"/>
              <a:t>I</a:t>
            </a:r>
            <a:r>
              <a:rPr lang="en-US" sz="2400" dirty="0">
                <a:solidFill>
                  <a:schemeClr val="accent1">
                    <a:lumMod val="100000"/>
                  </a:schemeClr>
                </a:solidFill>
              </a:rPr>
              <a:t>ntensities</a:t>
            </a:r>
          </a:p>
        </p:txBody>
      </p:sp>
      <p:sp>
        <p:nvSpPr>
          <p:cNvPr id="16" name="Text Placeholder 15">
            <a:extLst>
              <a:ext uri="{FF2B5EF4-FFF2-40B4-BE49-F238E27FC236}">
                <a16:creationId xmlns:a16="http://schemas.microsoft.com/office/drawing/2014/main" id="{74F25520-8E84-7D42-BCB2-7AE7EACF425F}"/>
              </a:ext>
            </a:extLst>
          </p:cNvPr>
          <p:cNvSpPr>
            <a:spLocks noGrp="1"/>
          </p:cNvSpPr>
          <p:nvPr>
            <p:ph type="body" sz="quarter" idx="10"/>
          </p:nvPr>
        </p:nvSpPr>
        <p:spPr>
          <a:xfrm>
            <a:off x="3851920" y="4118982"/>
            <a:ext cx="4785668" cy="289076"/>
          </a:xfrm>
        </p:spPr>
        <p:txBody>
          <a:bodyPr/>
          <a:lstStyle/>
          <a:p>
            <a:r>
              <a:rPr lang="en-US" sz="1600" dirty="0"/>
              <a:t>Zenabu Suboi </a:t>
            </a:r>
          </a:p>
          <a:p>
            <a:endParaRPr lang="en-US" sz="1600" dirty="0"/>
          </a:p>
          <a:p>
            <a:r>
              <a:rPr lang="en-US" sz="1600" dirty="0"/>
              <a:t>2</a:t>
            </a:r>
            <a:r>
              <a:rPr lang="en-US" sz="1600" baseline="30000" dirty="0"/>
              <a:t>nd</a:t>
            </a:r>
            <a:r>
              <a:rPr lang="en-US" sz="1600" dirty="0"/>
              <a:t>  March</a:t>
            </a:r>
            <a:r>
              <a:rPr lang="en-US" dirty="0"/>
              <a:t> 2026</a:t>
            </a:r>
            <a:endParaRPr lang="en-US" sz="1600" dirty="0"/>
          </a:p>
        </p:txBody>
      </p:sp>
      <p:sp>
        <p:nvSpPr>
          <p:cNvPr id="10" name="Text Placeholder 9">
            <a:extLst>
              <a:ext uri="{FF2B5EF4-FFF2-40B4-BE49-F238E27FC236}">
                <a16:creationId xmlns:a16="http://schemas.microsoft.com/office/drawing/2014/main" id="{1667C7BD-25F9-FE4B-A8FA-4B784C147261}"/>
              </a:ext>
            </a:extLst>
          </p:cNvPr>
          <p:cNvSpPr>
            <a:spLocks noGrp="1"/>
          </p:cNvSpPr>
          <p:nvPr>
            <p:ph type="body" sz="quarter" idx="14"/>
          </p:nvPr>
        </p:nvSpPr>
        <p:spPr>
          <a:xfrm>
            <a:off x="3851920" y="3589934"/>
            <a:ext cx="4785668" cy="349968"/>
          </a:xfrm>
        </p:spPr>
        <p:txBody>
          <a:bodyPr anchor="t" anchorCtr="0"/>
          <a:lstStyle/>
          <a:p>
            <a:r>
              <a:rPr lang="en-US" sz="2000" dirty="0"/>
              <a:t>AIM Group Meeting</a:t>
            </a:r>
          </a:p>
        </p:txBody>
      </p:sp>
    </p:spTree>
    <p:extLst>
      <p:ext uri="{BB962C8B-B14F-4D97-AF65-F5344CB8AC3E}">
        <p14:creationId xmlns:p14="http://schemas.microsoft.com/office/powerpoint/2010/main" val="2960017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535D03-B2B0-7A46-BCD5-00D549DEC004}"/>
              </a:ext>
            </a:extLst>
          </p:cNvPr>
          <p:cNvSpPr>
            <a:spLocks noGrp="1"/>
          </p:cNvSpPr>
          <p:nvPr>
            <p:ph type="title"/>
          </p:nvPr>
        </p:nvSpPr>
        <p:spPr/>
        <p:txBody>
          <a:bodyPr/>
          <a:lstStyle/>
          <a:p>
            <a:r>
              <a:rPr lang="en-GB" dirty="0">
                <a:solidFill>
                  <a:schemeClr val="accent1">
                    <a:lumMod val="100000"/>
                  </a:schemeClr>
                </a:solidFill>
              </a:rPr>
              <a:t>Outline</a:t>
            </a:r>
            <a:endParaRPr lang="en-US" dirty="0">
              <a:solidFill>
                <a:schemeClr val="accent1">
                  <a:lumMod val="100000"/>
                </a:schemeClr>
              </a:solidFill>
            </a:endParaRPr>
          </a:p>
        </p:txBody>
      </p:sp>
      <p:graphicFrame>
        <p:nvGraphicFramePr>
          <p:cNvPr id="11" name="Tabelle 5">
            <a:extLst>
              <a:ext uri="{FF2B5EF4-FFF2-40B4-BE49-F238E27FC236}">
                <a16:creationId xmlns:a16="http://schemas.microsoft.com/office/drawing/2014/main" id="{97B9DA84-D48C-4AE6-8B97-450CB62D1EE3}"/>
              </a:ext>
            </a:extLst>
          </p:cNvPr>
          <p:cNvGraphicFramePr>
            <a:graphicFrameLocks noGrp="1"/>
          </p:cNvGraphicFramePr>
          <p:nvPr>
            <p:ph sz="quarter" idx="15"/>
            <p:extLst>
              <p:ext uri="{D42A27DB-BD31-4B8C-83A1-F6EECF244321}">
                <p14:modId xmlns:p14="http://schemas.microsoft.com/office/powerpoint/2010/main" val="3435080868"/>
              </p:ext>
            </p:extLst>
          </p:nvPr>
        </p:nvGraphicFramePr>
        <p:xfrm>
          <a:off x="500063" y="1014413"/>
          <a:ext cx="8137525" cy="2271600"/>
        </p:xfrm>
        <a:graphic>
          <a:graphicData uri="http://schemas.openxmlformats.org/drawingml/2006/table">
            <a:tbl>
              <a:tblPr bandRow="1">
                <a:tableStyleId>{C083E6E3-FA7D-4D7B-A595-EF9225AFEA82}</a:tableStyleId>
              </a:tblPr>
              <a:tblGrid>
                <a:gridCol w="8137525">
                  <a:extLst>
                    <a:ext uri="{9D8B030D-6E8A-4147-A177-3AD203B41FA5}">
                      <a16:colId xmlns:a16="http://schemas.microsoft.com/office/drawing/2014/main" val="20001"/>
                    </a:ext>
                  </a:extLst>
                </a:gridCol>
              </a:tblGrid>
              <a:tr h="439576">
                <a:tc>
                  <a:txBody>
                    <a:bodyPr/>
                    <a:lstStyle/>
                    <a:p>
                      <a:pPr algn="l"/>
                      <a:r>
                        <a:rPr lang="en-GB" dirty="0"/>
                        <a:t>Introduction</a:t>
                      </a:r>
                      <a:endParaRPr lang="en-GB" dirty="0">
                        <a:solidFill>
                          <a:schemeClr val="tx1"/>
                        </a:solidFill>
                        <a:latin typeface="Arial" panose="020B0604020202020204" pitchFamily="34" charset="0"/>
                        <a:cs typeface="Arial" panose="020B0604020202020204" pitchFamily="34" charset="0"/>
                      </a:endParaRPr>
                    </a:p>
                  </a:txBody>
                  <a:tcPr marL="144000" marR="144000" marT="90000" marB="90000" anchor="ctr">
                    <a:lnT w="12700" cap="flat" cmpd="sng" algn="ctr">
                      <a:solidFill>
                        <a:schemeClr val="accent1"/>
                      </a:solidFill>
                      <a:prstDash val="solid"/>
                      <a:round/>
                      <a:headEnd type="none" w="med" len="med"/>
                      <a:tailEnd type="none" w="med" len="med"/>
                    </a:lnT>
                    <a:solidFill>
                      <a:schemeClr val="accent1">
                        <a:alpha val="20000"/>
                      </a:schemeClr>
                    </a:solidFill>
                  </a:tcPr>
                </a:tc>
                <a:extLst>
                  <a:ext uri="{0D108BD9-81ED-4DB2-BD59-A6C34878D82A}">
                    <a16:rowId xmlns:a16="http://schemas.microsoft.com/office/drawing/2014/main" val="10000"/>
                  </a:ext>
                </a:extLst>
              </a:tr>
              <a:tr h="439576">
                <a:tc>
                  <a:txBody>
                    <a:bodyPr/>
                    <a:lstStyle/>
                    <a:p>
                      <a:pPr algn="l"/>
                      <a:r>
                        <a:rPr lang="en-US" dirty="0">
                          <a:latin typeface="Arial" panose="020B0604020202020204" pitchFamily="34" charset="0"/>
                          <a:cs typeface="Arial" panose="020B0604020202020204" pitchFamily="34" charset="0"/>
                        </a:rPr>
                        <a:t>Methods</a:t>
                      </a:r>
                      <a:endParaRPr lang="en-GB" dirty="0">
                        <a:latin typeface="Arial" panose="020B0604020202020204" pitchFamily="34" charset="0"/>
                        <a:cs typeface="Arial" panose="020B0604020202020204" pitchFamily="34" charset="0"/>
                      </a:endParaRPr>
                    </a:p>
                  </a:txBody>
                  <a:tcPr marL="144000" marR="144000" marT="90000" marB="90000" anchor="ctr"/>
                </a:tc>
                <a:extLst>
                  <a:ext uri="{0D108BD9-81ED-4DB2-BD59-A6C34878D82A}">
                    <a16:rowId xmlns:a16="http://schemas.microsoft.com/office/drawing/2014/main" val="10001"/>
                  </a:ext>
                </a:extLst>
              </a:tr>
              <a:tr h="439576">
                <a:tc>
                  <a:txBody>
                    <a:bodyPr/>
                    <a:lstStyle/>
                    <a:p>
                      <a:pPr algn="l"/>
                      <a:r>
                        <a:rPr lang="en-US" dirty="0">
                          <a:latin typeface="Arial" panose="020B0604020202020204" pitchFamily="34" charset="0"/>
                          <a:cs typeface="Arial" panose="020B0604020202020204" pitchFamily="34" charset="0"/>
                        </a:rPr>
                        <a:t>Results</a:t>
                      </a:r>
                      <a:endParaRPr lang="en-GB" dirty="0">
                        <a:latin typeface="Arial" panose="020B0604020202020204" pitchFamily="34" charset="0"/>
                        <a:cs typeface="Arial" panose="020B0604020202020204" pitchFamily="34" charset="0"/>
                      </a:endParaRPr>
                    </a:p>
                  </a:txBody>
                  <a:tcPr marL="144000" marR="144000" marT="90000" marB="90000" anchor="ctr">
                    <a:solidFill>
                      <a:schemeClr val="accent1">
                        <a:alpha val="20000"/>
                      </a:schemeClr>
                    </a:solidFill>
                  </a:tcPr>
                </a:tc>
                <a:extLst>
                  <a:ext uri="{0D108BD9-81ED-4DB2-BD59-A6C34878D82A}">
                    <a16:rowId xmlns:a16="http://schemas.microsoft.com/office/drawing/2014/main" val="10002"/>
                  </a:ext>
                </a:extLst>
              </a:tr>
              <a:tr h="439576">
                <a:tc>
                  <a:txBody>
                    <a:bodyPr/>
                    <a:lstStyle/>
                    <a:p>
                      <a:pPr algn="l"/>
                      <a:r>
                        <a:rPr lang="en-GB" dirty="0">
                          <a:latin typeface="Arial" panose="020B0604020202020204" pitchFamily="34" charset="0"/>
                          <a:cs typeface="Arial" panose="020B0604020202020204" pitchFamily="34" charset="0"/>
                        </a:rPr>
                        <a:t>Key messages and recommendations</a:t>
                      </a:r>
                    </a:p>
                  </a:txBody>
                  <a:tcPr marL="144000" marR="144000" marT="90000" marB="90000" anchor="ctr"/>
                </a:tc>
                <a:extLst>
                  <a:ext uri="{0D108BD9-81ED-4DB2-BD59-A6C34878D82A}">
                    <a16:rowId xmlns:a16="http://schemas.microsoft.com/office/drawing/2014/main" val="10003"/>
                  </a:ext>
                </a:extLst>
              </a:tr>
              <a:tr h="4395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Feedback</a:t>
                      </a:r>
                    </a:p>
                  </a:txBody>
                  <a:tcPr marL="144000" marR="144000" marT="90000" marB="90000" anchor="ctr">
                    <a:solidFill>
                      <a:schemeClr val="accent1">
                        <a:alpha val="2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4328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74F25520-8E84-7D42-BCB2-7AE7EACF425F}"/>
              </a:ext>
            </a:extLst>
          </p:cNvPr>
          <p:cNvSpPr>
            <a:spLocks noGrp="1"/>
          </p:cNvSpPr>
          <p:nvPr>
            <p:ph type="body" sz="quarter" idx="11"/>
          </p:nvPr>
        </p:nvSpPr>
        <p:spPr/>
        <p:txBody>
          <a:bodyPr/>
          <a:lstStyle/>
          <a:p>
            <a:pPr lvl="0"/>
            <a:r>
              <a:rPr lang="en-GB" dirty="0"/>
              <a:t>Introduction</a:t>
            </a:r>
          </a:p>
        </p:txBody>
      </p:sp>
    </p:spTree>
    <p:extLst>
      <p:ext uri="{BB962C8B-B14F-4D97-AF65-F5344CB8AC3E}">
        <p14:creationId xmlns:p14="http://schemas.microsoft.com/office/powerpoint/2010/main" val="857561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0063" y="274639"/>
            <a:ext cx="8137525" cy="558795"/>
          </a:xfrm>
        </p:spPr>
        <p:txBody>
          <a:bodyPr anchor="ctr">
            <a:normAutofit/>
          </a:bodyPr>
          <a:lstStyle/>
          <a:p>
            <a:r>
              <a:rPr lang="en-GB" sz="2000" dirty="0"/>
              <a:t>Background – LLIN effectiveness</a:t>
            </a:r>
          </a:p>
        </p:txBody>
      </p:sp>
      <p:sp>
        <p:nvSpPr>
          <p:cNvPr id="5" name="Content Placeholder 4"/>
          <p:cNvSpPr>
            <a:spLocks noGrp="1"/>
          </p:cNvSpPr>
          <p:nvPr>
            <p:ph sz="quarter" idx="15"/>
          </p:nvPr>
        </p:nvSpPr>
        <p:spPr>
          <a:xfrm>
            <a:off x="500062" y="1014414"/>
            <a:ext cx="4287961" cy="3220582"/>
          </a:xfrm>
        </p:spPr>
        <p:txBody>
          <a:bodyPr>
            <a:normAutofit/>
          </a:bodyPr>
          <a:lstStyle/>
          <a:p>
            <a:pPr marL="285750" indent="-285750">
              <a:lnSpc>
                <a:spcPct val="90000"/>
              </a:lnSpc>
            </a:pPr>
            <a:r>
              <a:rPr lang="en-US" dirty="0"/>
              <a:t>Long lasting insecticidal nets (LLINs) have been attributed with averting </a:t>
            </a:r>
            <a:r>
              <a:rPr lang="en-US" sz="1700" dirty="0"/>
              <a:t>663 million clinical cases from 2000 – 2015</a:t>
            </a:r>
          </a:p>
          <a:p>
            <a:pPr marL="285750" indent="-285750">
              <a:lnSpc>
                <a:spcPct val="90000"/>
              </a:lnSpc>
            </a:pPr>
            <a:r>
              <a:rPr lang="en-CH" b="1" dirty="0"/>
              <a:t>effectiveness</a:t>
            </a:r>
            <a:r>
              <a:rPr lang="en-CH" dirty="0"/>
              <a:t> of </a:t>
            </a:r>
            <a:r>
              <a:rPr lang="en-CH" dirty="0" err="1"/>
              <a:t>LLINs</a:t>
            </a:r>
            <a:r>
              <a:rPr lang="en-CH" dirty="0"/>
              <a:t> arises from two complementary mechanisms: </a:t>
            </a:r>
            <a:endParaRPr lang="en-US" dirty="0"/>
          </a:p>
          <a:p>
            <a:pPr marL="563563" lvl="1" indent="-285750">
              <a:lnSpc>
                <a:spcPct val="90000"/>
              </a:lnSpc>
            </a:pPr>
            <a:r>
              <a:rPr lang="en-CH" b="1" dirty="0"/>
              <a:t>physical prevention </a:t>
            </a:r>
            <a:r>
              <a:rPr lang="en-CH" dirty="0"/>
              <a:t>of mosquito bites </a:t>
            </a:r>
            <a:endParaRPr lang="en-US" dirty="0"/>
          </a:p>
          <a:p>
            <a:pPr marL="563563" lvl="1" indent="-285750">
              <a:lnSpc>
                <a:spcPct val="90000"/>
              </a:lnSpc>
            </a:pPr>
            <a:r>
              <a:rPr lang="en-CH" b="1" dirty="0"/>
              <a:t>insecticidal action </a:t>
            </a:r>
            <a:r>
              <a:rPr lang="en-CH" dirty="0"/>
              <a:t>that </a:t>
            </a:r>
            <a:r>
              <a:rPr lang="en-CH" b="1" dirty="0"/>
              <a:t>kills</a:t>
            </a:r>
            <a:r>
              <a:rPr lang="en-CH" dirty="0"/>
              <a:t> or </a:t>
            </a:r>
            <a:r>
              <a:rPr lang="en-CH" b="1" dirty="0"/>
              <a:t>deters</a:t>
            </a:r>
            <a:r>
              <a:rPr lang="en-CH" dirty="0"/>
              <a:t> mosquitoes</a:t>
            </a:r>
            <a:endParaRPr lang="en-US" sz="1500" dirty="0"/>
          </a:p>
        </p:txBody>
      </p:sp>
      <p:sp>
        <p:nvSpPr>
          <p:cNvPr id="14" name="Footer Placeholder 3">
            <a:extLst>
              <a:ext uri="{FF2B5EF4-FFF2-40B4-BE49-F238E27FC236}">
                <a16:creationId xmlns:a16="http://schemas.microsoft.com/office/drawing/2014/main" id="{9F6356F2-9C7B-F6C1-6943-F8C58B48B61C}"/>
              </a:ext>
            </a:extLst>
          </p:cNvPr>
          <p:cNvSpPr>
            <a:spLocks noGrp="1"/>
          </p:cNvSpPr>
          <p:nvPr>
            <p:ph type="ftr" sz="quarter" idx="16"/>
          </p:nvPr>
        </p:nvSpPr>
        <p:spPr>
          <a:xfrm>
            <a:off x="4728625" y="4067661"/>
            <a:ext cx="3915313" cy="174157"/>
          </a:xfrm>
        </p:spPr>
        <p:txBody>
          <a:bodyPr/>
          <a:lstStyle/>
          <a:p>
            <a:r>
              <a:rPr lang="en-US" sz="1000" dirty="0"/>
              <a:t>Source: https://link.springer.com/article/10.1186/s12936-020-03321-6</a:t>
            </a:r>
          </a:p>
        </p:txBody>
      </p:sp>
      <p:pic>
        <p:nvPicPr>
          <p:cNvPr id="9" name="Picture 8">
            <a:extLst>
              <a:ext uri="{FF2B5EF4-FFF2-40B4-BE49-F238E27FC236}">
                <a16:creationId xmlns:a16="http://schemas.microsoft.com/office/drawing/2014/main" id="{89E9DB58-5F74-4E5A-2B46-65D4EC005FE3}"/>
              </a:ext>
            </a:extLst>
          </p:cNvPr>
          <p:cNvPicPr>
            <a:picLocks noChangeAspect="1"/>
          </p:cNvPicPr>
          <p:nvPr/>
        </p:nvPicPr>
        <p:blipFill>
          <a:blip r:embed="rId2"/>
          <a:srcRect l="17278" r="12394" b="-3"/>
          <a:stretch>
            <a:fillRect/>
          </a:stretch>
        </p:blipFill>
        <p:spPr>
          <a:xfrm>
            <a:off x="4889405" y="1021927"/>
            <a:ext cx="3740099" cy="3031398"/>
          </a:xfrm>
          <a:prstGeom prst="rect">
            <a:avLst/>
          </a:prstGeom>
          <a:noFill/>
        </p:spPr>
      </p:pic>
    </p:spTree>
    <p:extLst>
      <p:ext uri="{BB962C8B-B14F-4D97-AF65-F5344CB8AC3E}">
        <p14:creationId xmlns:p14="http://schemas.microsoft.com/office/powerpoint/2010/main" val="47556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A3B87-EA06-ABD0-871F-C9102C5540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EAB802-58EE-66A4-7689-ED17211B5B2E}"/>
              </a:ext>
            </a:extLst>
          </p:cNvPr>
          <p:cNvSpPr>
            <a:spLocks noGrp="1"/>
          </p:cNvSpPr>
          <p:nvPr>
            <p:ph type="title"/>
          </p:nvPr>
        </p:nvSpPr>
        <p:spPr>
          <a:xfrm>
            <a:off x="500063" y="274639"/>
            <a:ext cx="8137525" cy="558795"/>
          </a:xfrm>
        </p:spPr>
        <p:txBody>
          <a:bodyPr anchor="ctr">
            <a:normAutofit/>
          </a:bodyPr>
          <a:lstStyle/>
          <a:p>
            <a:r>
              <a:rPr lang="en-GB" sz="2000" dirty="0"/>
              <a:t>the concept of community protection</a:t>
            </a:r>
          </a:p>
        </p:txBody>
      </p:sp>
      <p:sp>
        <p:nvSpPr>
          <p:cNvPr id="5" name="Content Placeholder 4">
            <a:extLst>
              <a:ext uri="{FF2B5EF4-FFF2-40B4-BE49-F238E27FC236}">
                <a16:creationId xmlns:a16="http://schemas.microsoft.com/office/drawing/2014/main" id="{BBD22F94-3C52-7039-109D-B226E9A54E7B}"/>
              </a:ext>
            </a:extLst>
          </p:cNvPr>
          <p:cNvSpPr>
            <a:spLocks noGrp="1"/>
          </p:cNvSpPr>
          <p:nvPr>
            <p:ph sz="quarter" idx="15"/>
          </p:nvPr>
        </p:nvSpPr>
        <p:spPr>
          <a:xfrm>
            <a:off x="500061" y="1014415"/>
            <a:ext cx="6304185" cy="1773360"/>
          </a:xfrm>
        </p:spPr>
        <p:txBody>
          <a:bodyPr>
            <a:normAutofit/>
          </a:bodyPr>
          <a:lstStyle/>
          <a:p>
            <a:pPr marL="457200" indent="-285750"/>
            <a:r>
              <a:rPr lang="en-US" dirty="0"/>
              <a:t>LLINs offer different benefits for users and non-users within a population</a:t>
            </a:r>
          </a:p>
          <a:p>
            <a:pPr indent="0">
              <a:buNone/>
            </a:pPr>
            <a:endParaRPr lang="en-US" dirty="0"/>
          </a:p>
          <a:p>
            <a:pPr marL="457200" indent="-285750"/>
            <a:endParaRPr lang="en-US" dirty="0"/>
          </a:p>
        </p:txBody>
      </p:sp>
      <p:sp>
        <p:nvSpPr>
          <p:cNvPr id="6" name="Content Placeholder 4">
            <a:extLst>
              <a:ext uri="{FF2B5EF4-FFF2-40B4-BE49-F238E27FC236}">
                <a16:creationId xmlns:a16="http://schemas.microsoft.com/office/drawing/2014/main" id="{BA614B88-8F13-1779-EA9D-1C54FF8C97F7}"/>
              </a:ext>
            </a:extLst>
          </p:cNvPr>
          <p:cNvSpPr txBox="1">
            <a:spLocks/>
          </p:cNvSpPr>
          <p:nvPr/>
        </p:nvSpPr>
        <p:spPr>
          <a:xfrm>
            <a:off x="7020273" y="1707653"/>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No LLIN use</a:t>
            </a:r>
            <a:endParaRPr lang="en-GB" sz="1000" dirty="0"/>
          </a:p>
        </p:txBody>
      </p:sp>
      <p:pic>
        <p:nvPicPr>
          <p:cNvPr id="17" name="Picture 16">
            <a:extLst>
              <a:ext uri="{FF2B5EF4-FFF2-40B4-BE49-F238E27FC236}">
                <a16:creationId xmlns:a16="http://schemas.microsoft.com/office/drawing/2014/main" id="{FF234DF1-6E95-FC2C-537D-A5DFE57E09A1}"/>
              </a:ext>
            </a:extLst>
          </p:cNvPr>
          <p:cNvPicPr>
            <a:picLocks noChangeAspect="1"/>
          </p:cNvPicPr>
          <p:nvPr/>
        </p:nvPicPr>
        <p:blipFill>
          <a:blip r:embed="rId2"/>
          <a:stretch>
            <a:fillRect/>
          </a:stretch>
        </p:blipFill>
        <p:spPr>
          <a:xfrm>
            <a:off x="6924900" y="942019"/>
            <a:ext cx="920797" cy="838243"/>
          </a:xfrm>
          <a:prstGeom prst="rect">
            <a:avLst/>
          </a:prstGeom>
        </p:spPr>
      </p:pic>
    </p:spTree>
    <p:extLst>
      <p:ext uri="{BB962C8B-B14F-4D97-AF65-F5344CB8AC3E}">
        <p14:creationId xmlns:p14="http://schemas.microsoft.com/office/powerpoint/2010/main" val="2445638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FEF8-AD96-3C1B-6FDC-8474D45B20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BD948E-3DCE-A271-15B1-DA382E43AAC9}"/>
              </a:ext>
            </a:extLst>
          </p:cNvPr>
          <p:cNvSpPr>
            <a:spLocks noGrp="1"/>
          </p:cNvSpPr>
          <p:nvPr>
            <p:ph type="title"/>
          </p:nvPr>
        </p:nvSpPr>
        <p:spPr>
          <a:xfrm>
            <a:off x="500063" y="274639"/>
            <a:ext cx="8137525" cy="558795"/>
          </a:xfrm>
        </p:spPr>
        <p:txBody>
          <a:bodyPr anchor="ctr">
            <a:normAutofit/>
          </a:bodyPr>
          <a:lstStyle/>
          <a:p>
            <a:r>
              <a:rPr lang="en-GB" sz="2000" dirty="0"/>
              <a:t>the concept of community protection</a:t>
            </a:r>
          </a:p>
        </p:txBody>
      </p:sp>
      <p:sp>
        <p:nvSpPr>
          <p:cNvPr id="5" name="Content Placeholder 4">
            <a:extLst>
              <a:ext uri="{FF2B5EF4-FFF2-40B4-BE49-F238E27FC236}">
                <a16:creationId xmlns:a16="http://schemas.microsoft.com/office/drawing/2014/main" id="{76985DAA-A86D-D01C-BCDC-7F10BBA31FCC}"/>
              </a:ext>
            </a:extLst>
          </p:cNvPr>
          <p:cNvSpPr>
            <a:spLocks noGrp="1"/>
          </p:cNvSpPr>
          <p:nvPr>
            <p:ph sz="quarter" idx="15"/>
          </p:nvPr>
        </p:nvSpPr>
        <p:spPr>
          <a:xfrm>
            <a:off x="500061" y="1014414"/>
            <a:ext cx="6304185" cy="3053247"/>
          </a:xfrm>
        </p:spPr>
        <p:txBody>
          <a:bodyPr>
            <a:normAutofit/>
          </a:bodyPr>
          <a:lstStyle/>
          <a:p>
            <a:pPr marL="457200" indent="-285750"/>
            <a:r>
              <a:rPr lang="en-US" dirty="0"/>
              <a:t>LLINs offer different benefits for users and non-users within a population</a:t>
            </a:r>
          </a:p>
          <a:p>
            <a:pPr marL="735013" lvl="1" indent="-285750"/>
            <a:r>
              <a:rPr lang="en-US" b="1" dirty="0">
                <a:solidFill>
                  <a:srgbClr val="0070C0"/>
                </a:solidFill>
              </a:rPr>
              <a:t>net-users</a:t>
            </a:r>
            <a:r>
              <a:rPr lang="en-US" dirty="0"/>
              <a:t> receive personal protection </a:t>
            </a:r>
          </a:p>
          <a:p>
            <a:pPr indent="0">
              <a:buNone/>
            </a:pPr>
            <a:endParaRPr lang="en-US" dirty="0"/>
          </a:p>
          <a:p>
            <a:pPr marL="457200" indent="-285750"/>
            <a:endParaRPr lang="en-US" dirty="0"/>
          </a:p>
        </p:txBody>
      </p:sp>
      <p:sp>
        <p:nvSpPr>
          <p:cNvPr id="6" name="Content Placeholder 4">
            <a:extLst>
              <a:ext uri="{FF2B5EF4-FFF2-40B4-BE49-F238E27FC236}">
                <a16:creationId xmlns:a16="http://schemas.microsoft.com/office/drawing/2014/main" id="{CCFA797D-E8B4-60CD-D5BE-41FC6037F479}"/>
              </a:ext>
            </a:extLst>
          </p:cNvPr>
          <p:cNvSpPr txBox="1">
            <a:spLocks/>
          </p:cNvSpPr>
          <p:nvPr/>
        </p:nvSpPr>
        <p:spPr>
          <a:xfrm>
            <a:off x="7020273" y="1707653"/>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No LLIN use</a:t>
            </a:r>
            <a:endParaRPr lang="en-GB" sz="1000" dirty="0"/>
          </a:p>
        </p:txBody>
      </p:sp>
      <p:sp>
        <p:nvSpPr>
          <p:cNvPr id="7" name="Content Placeholder 4">
            <a:extLst>
              <a:ext uri="{FF2B5EF4-FFF2-40B4-BE49-F238E27FC236}">
                <a16:creationId xmlns:a16="http://schemas.microsoft.com/office/drawing/2014/main" id="{DE80BF9F-4A8C-8732-2629-A8A4185FCBEB}"/>
              </a:ext>
            </a:extLst>
          </p:cNvPr>
          <p:cNvSpPr txBox="1">
            <a:spLocks/>
          </p:cNvSpPr>
          <p:nvPr/>
        </p:nvSpPr>
        <p:spPr>
          <a:xfrm>
            <a:off x="7043696" y="2868420"/>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X% LLIN use</a:t>
            </a:r>
            <a:endParaRPr lang="en-GB" sz="1000" dirty="0"/>
          </a:p>
        </p:txBody>
      </p:sp>
      <p:cxnSp>
        <p:nvCxnSpPr>
          <p:cNvPr id="10" name="Straight Arrow Connector 9">
            <a:extLst>
              <a:ext uri="{FF2B5EF4-FFF2-40B4-BE49-F238E27FC236}">
                <a16:creationId xmlns:a16="http://schemas.microsoft.com/office/drawing/2014/main" id="{3B0840FF-73DE-A4D3-7524-8D82E13A82CE}"/>
              </a:ext>
            </a:extLst>
          </p:cNvPr>
          <p:cNvCxnSpPr>
            <a:cxnSpLocks/>
            <a:stCxn id="6" idx="2"/>
          </p:cNvCxnSpPr>
          <p:nvPr/>
        </p:nvCxnSpPr>
        <p:spPr>
          <a:xfrm flipH="1">
            <a:off x="7452320" y="1923678"/>
            <a:ext cx="1" cy="1602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7" name="Picture 16">
            <a:extLst>
              <a:ext uri="{FF2B5EF4-FFF2-40B4-BE49-F238E27FC236}">
                <a16:creationId xmlns:a16="http://schemas.microsoft.com/office/drawing/2014/main" id="{A3721E3E-3580-3ED9-1A0C-52463D88BFAC}"/>
              </a:ext>
            </a:extLst>
          </p:cNvPr>
          <p:cNvPicPr>
            <a:picLocks noChangeAspect="1"/>
          </p:cNvPicPr>
          <p:nvPr/>
        </p:nvPicPr>
        <p:blipFill>
          <a:blip r:embed="rId2"/>
          <a:stretch>
            <a:fillRect/>
          </a:stretch>
        </p:blipFill>
        <p:spPr>
          <a:xfrm>
            <a:off x="6924900" y="942019"/>
            <a:ext cx="920797" cy="838243"/>
          </a:xfrm>
          <a:prstGeom prst="rect">
            <a:avLst/>
          </a:prstGeom>
        </p:spPr>
      </p:pic>
      <p:pic>
        <p:nvPicPr>
          <p:cNvPr id="19" name="Picture 18">
            <a:extLst>
              <a:ext uri="{FF2B5EF4-FFF2-40B4-BE49-F238E27FC236}">
                <a16:creationId xmlns:a16="http://schemas.microsoft.com/office/drawing/2014/main" id="{00499B16-9B20-C9B2-A8ED-F846D4012D57}"/>
              </a:ext>
            </a:extLst>
          </p:cNvPr>
          <p:cNvPicPr>
            <a:picLocks noChangeAspect="1"/>
          </p:cNvPicPr>
          <p:nvPr/>
        </p:nvPicPr>
        <p:blipFill>
          <a:blip r:embed="rId3"/>
          <a:stretch>
            <a:fillRect/>
          </a:stretch>
        </p:blipFill>
        <p:spPr>
          <a:xfrm>
            <a:off x="6918549" y="2067094"/>
            <a:ext cx="933498" cy="844593"/>
          </a:xfrm>
          <a:prstGeom prst="rect">
            <a:avLst/>
          </a:prstGeom>
        </p:spPr>
      </p:pic>
    </p:spTree>
    <p:extLst>
      <p:ext uri="{BB962C8B-B14F-4D97-AF65-F5344CB8AC3E}">
        <p14:creationId xmlns:p14="http://schemas.microsoft.com/office/powerpoint/2010/main" val="486811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AFEC9-C4E8-7933-C6DD-BEB76E32AD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B75764-FE2D-BE4D-8A11-376987832B04}"/>
              </a:ext>
            </a:extLst>
          </p:cNvPr>
          <p:cNvSpPr>
            <a:spLocks noGrp="1"/>
          </p:cNvSpPr>
          <p:nvPr>
            <p:ph type="title"/>
          </p:nvPr>
        </p:nvSpPr>
        <p:spPr>
          <a:xfrm>
            <a:off x="500063" y="274639"/>
            <a:ext cx="8137525" cy="558795"/>
          </a:xfrm>
        </p:spPr>
        <p:txBody>
          <a:bodyPr anchor="ctr">
            <a:normAutofit/>
          </a:bodyPr>
          <a:lstStyle/>
          <a:p>
            <a:r>
              <a:rPr lang="en-GB" sz="2000" dirty="0"/>
              <a:t>the concept of community protection</a:t>
            </a:r>
            <a:endParaRPr lang="en-GB" dirty="0"/>
          </a:p>
        </p:txBody>
      </p:sp>
      <p:sp>
        <p:nvSpPr>
          <p:cNvPr id="5" name="Content Placeholder 4">
            <a:extLst>
              <a:ext uri="{FF2B5EF4-FFF2-40B4-BE49-F238E27FC236}">
                <a16:creationId xmlns:a16="http://schemas.microsoft.com/office/drawing/2014/main" id="{299DD356-C4AB-5DE7-3653-A87A124749B9}"/>
              </a:ext>
            </a:extLst>
          </p:cNvPr>
          <p:cNvSpPr>
            <a:spLocks noGrp="1"/>
          </p:cNvSpPr>
          <p:nvPr>
            <p:ph sz="quarter" idx="15"/>
          </p:nvPr>
        </p:nvSpPr>
        <p:spPr>
          <a:xfrm>
            <a:off x="500061" y="1014415"/>
            <a:ext cx="6304185" cy="2637456"/>
          </a:xfrm>
        </p:spPr>
        <p:txBody>
          <a:bodyPr>
            <a:normAutofit/>
          </a:bodyPr>
          <a:lstStyle/>
          <a:p>
            <a:pPr marL="457200" indent="-285750"/>
            <a:r>
              <a:rPr lang="en-US" dirty="0"/>
              <a:t>LLINs offer different benefits for users and non-users within a population</a:t>
            </a:r>
          </a:p>
          <a:p>
            <a:pPr marL="735013" lvl="1" indent="-285750"/>
            <a:r>
              <a:rPr lang="en-US" b="1" dirty="0">
                <a:solidFill>
                  <a:srgbClr val="0070C0"/>
                </a:solidFill>
              </a:rPr>
              <a:t>net-users</a:t>
            </a:r>
            <a:r>
              <a:rPr lang="en-US" dirty="0"/>
              <a:t> receive personal protection </a:t>
            </a:r>
          </a:p>
          <a:p>
            <a:pPr marL="735013" lvl="1" indent="-285750"/>
            <a:r>
              <a:rPr lang="en-US" dirty="0"/>
              <a:t>both </a:t>
            </a:r>
            <a:r>
              <a:rPr lang="en-US" b="1" dirty="0">
                <a:solidFill>
                  <a:srgbClr val="0070C0"/>
                </a:solidFill>
              </a:rPr>
              <a:t>users</a:t>
            </a:r>
            <a:r>
              <a:rPr lang="en-US" dirty="0"/>
              <a:t> and </a:t>
            </a:r>
            <a:r>
              <a:rPr lang="en-US" b="1" dirty="0">
                <a:solidFill>
                  <a:srgbClr val="FF0000"/>
                </a:solidFill>
              </a:rPr>
              <a:t>non-users</a:t>
            </a:r>
            <a:r>
              <a:rPr lang="en-US" dirty="0"/>
              <a:t> benefit from indirect </a:t>
            </a:r>
            <a:r>
              <a:rPr lang="en-CH" dirty="0"/>
              <a:t>(community) </a:t>
            </a:r>
            <a:r>
              <a:rPr lang="en-US" dirty="0"/>
              <a:t>protection</a:t>
            </a:r>
          </a:p>
          <a:p>
            <a:pPr marL="1004888" lvl="2" indent="-285750"/>
            <a:r>
              <a:rPr lang="en-CH" dirty="0"/>
              <a:t>reduced mosquito density, lifespan, and proportion of infectious mosquitoes</a:t>
            </a:r>
            <a:endParaRPr lang="en-US" dirty="0"/>
          </a:p>
          <a:p>
            <a:pPr marL="457200" indent="-285750"/>
            <a:r>
              <a:rPr lang="en-US" dirty="0"/>
              <a:t>This concept is known as community protection</a:t>
            </a:r>
          </a:p>
        </p:txBody>
      </p:sp>
      <p:sp>
        <p:nvSpPr>
          <p:cNvPr id="14" name="Footer Placeholder 3">
            <a:extLst>
              <a:ext uri="{FF2B5EF4-FFF2-40B4-BE49-F238E27FC236}">
                <a16:creationId xmlns:a16="http://schemas.microsoft.com/office/drawing/2014/main" id="{FBEAB7FF-32D4-6C0C-7332-03B358B09BF0}"/>
              </a:ext>
            </a:extLst>
          </p:cNvPr>
          <p:cNvSpPr>
            <a:spLocks noGrp="1"/>
          </p:cNvSpPr>
          <p:nvPr>
            <p:ph type="ftr" sz="quarter" idx="16"/>
          </p:nvPr>
        </p:nvSpPr>
        <p:spPr>
          <a:xfrm>
            <a:off x="6804246" y="4287886"/>
            <a:ext cx="2007609" cy="216025"/>
          </a:xfrm>
        </p:spPr>
        <p:txBody>
          <a:bodyPr/>
          <a:lstStyle/>
          <a:p>
            <a:r>
              <a:rPr lang="en-US" sz="1000" dirty="0"/>
              <a:t>Source: Adapted from Unwin et. al</a:t>
            </a:r>
          </a:p>
        </p:txBody>
      </p:sp>
      <p:sp>
        <p:nvSpPr>
          <p:cNvPr id="6" name="Content Placeholder 4">
            <a:extLst>
              <a:ext uri="{FF2B5EF4-FFF2-40B4-BE49-F238E27FC236}">
                <a16:creationId xmlns:a16="http://schemas.microsoft.com/office/drawing/2014/main" id="{7B6C4640-9491-C49C-9B0E-C49CB6400298}"/>
              </a:ext>
            </a:extLst>
          </p:cNvPr>
          <p:cNvSpPr txBox="1">
            <a:spLocks/>
          </p:cNvSpPr>
          <p:nvPr/>
        </p:nvSpPr>
        <p:spPr>
          <a:xfrm>
            <a:off x="7020273" y="1707653"/>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No LLIN use</a:t>
            </a:r>
            <a:endParaRPr lang="en-GB" sz="1000" dirty="0"/>
          </a:p>
        </p:txBody>
      </p:sp>
      <p:sp>
        <p:nvSpPr>
          <p:cNvPr id="7" name="Content Placeholder 4">
            <a:extLst>
              <a:ext uri="{FF2B5EF4-FFF2-40B4-BE49-F238E27FC236}">
                <a16:creationId xmlns:a16="http://schemas.microsoft.com/office/drawing/2014/main" id="{2E34E315-89C4-A764-F525-B04AD9EBAFC1}"/>
              </a:ext>
            </a:extLst>
          </p:cNvPr>
          <p:cNvSpPr txBox="1">
            <a:spLocks/>
          </p:cNvSpPr>
          <p:nvPr/>
        </p:nvSpPr>
        <p:spPr>
          <a:xfrm>
            <a:off x="7043696" y="2868420"/>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X% LLIN use</a:t>
            </a:r>
            <a:endParaRPr lang="en-GB" sz="1000" dirty="0"/>
          </a:p>
        </p:txBody>
      </p:sp>
      <p:cxnSp>
        <p:nvCxnSpPr>
          <p:cNvPr id="10" name="Straight Arrow Connector 9">
            <a:extLst>
              <a:ext uri="{FF2B5EF4-FFF2-40B4-BE49-F238E27FC236}">
                <a16:creationId xmlns:a16="http://schemas.microsoft.com/office/drawing/2014/main" id="{44F1D428-BF7B-92F8-4401-E9A16AFFF5E0}"/>
              </a:ext>
            </a:extLst>
          </p:cNvPr>
          <p:cNvCxnSpPr>
            <a:cxnSpLocks/>
            <a:stCxn id="6" idx="2"/>
          </p:cNvCxnSpPr>
          <p:nvPr/>
        </p:nvCxnSpPr>
        <p:spPr>
          <a:xfrm flipH="1">
            <a:off x="7452320" y="1923678"/>
            <a:ext cx="1" cy="1602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5159AF29-86CE-D572-C67F-BFDFD5AF820B}"/>
              </a:ext>
            </a:extLst>
          </p:cNvPr>
          <p:cNvCxnSpPr>
            <a:cxnSpLocks/>
          </p:cNvCxnSpPr>
          <p:nvPr/>
        </p:nvCxnSpPr>
        <p:spPr>
          <a:xfrm flipH="1">
            <a:off x="7477403" y="3067167"/>
            <a:ext cx="1" cy="1602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7" name="Picture 16">
            <a:extLst>
              <a:ext uri="{FF2B5EF4-FFF2-40B4-BE49-F238E27FC236}">
                <a16:creationId xmlns:a16="http://schemas.microsoft.com/office/drawing/2014/main" id="{60C1399F-B1EF-DD64-DEA7-C5CCC163B305}"/>
              </a:ext>
            </a:extLst>
          </p:cNvPr>
          <p:cNvPicPr>
            <a:picLocks noChangeAspect="1"/>
          </p:cNvPicPr>
          <p:nvPr/>
        </p:nvPicPr>
        <p:blipFill>
          <a:blip r:embed="rId3"/>
          <a:stretch>
            <a:fillRect/>
          </a:stretch>
        </p:blipFill>
        <p:spPr>
          <a:xfrm>
            <a:off x="6924900" y="942019"/>
            <a:ext cx="920797" cy="838243"/>
          </a:xfrm>
          <a:prstGeom prst="rect">
            <a:avLst/>
          </a:prstGeom>
        </p:spPr>
      </p:pic>
      <p:pic>
        <p:nvPicPr>
          <p:cNvPr id="19" name="Picture 18">
            <a:extLst>
              <a:ext uri="{FF2B5EF4-FFF2-40B4-BE49-F238E27FC236}">
                <a16:creationId xmlns:a16="http://schemas.microsoft.com/office/drawing/2014/main" id="{0BDAA832-F57C-E57A-C8DE-9E4D038427FB}"/>
              </a:ext>
            </a:extLst>
          </p:cNvPr>
          <p:cNvPicPr>
            <a:picLocks noChangeAspect="1"/>
          </p:cNvPicPr>
          <p:nvPr/>
        </p:nvPicPr>
        <p:blipFill>
          <a:blip r:embed="rId4"/>
          <a:stretch>
            <a:fillRect/>
          </a:stretch>
        </p:blipFill>
        <p:spPr>
          <a:xfrm>
            <a:off x="6918549" y="2067094"/>
            <a:ext cx="933498" cy="844593"/>
          </a:xfrm>
          <a:prstGeom prst="rect">
            <a:avLst/>
          </a:prstGeom>
        </p:spPr>
      </p:pic>
      <p:sp>
        <p:nvSpPr>
          <p:cNvPr id="22" name="Content Placeholder 4">
            <a:extLst>
              <a:ext uri="{FF2B5EF4-FFF2-40B4-BE49-F238E27FC236}">
                <a16:creationId xmlns:a16="http://schemas.microsoft.com/office/drawing/2014/main" id="{DF2BC150-F9E1-29FD-A636-75E64BFF825A}"/>
              </a:ext>
            </a:extLst>
          </p:cNvPr>
          <p:cNvSpPr txBox="1">
            <a:spLocks/>
          </p:cNvSpPr>
          <p:nvPr/>
        </p:nvSpPr>
        <p:spPr>
          <a:xfrm>
            <a:off x="6924900" y="4024239"/>
            <a:ext cx="1242607" cy="232323"/>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Increased LLIN use</a:t>
            </a:r>
            <a:endParaRPr lang="en-GB" sz="1000" dirty="0"/>
          </a:p>
        </p:txBody>
      </p:sp>
      <p:pic>
        <p:nvPicPr>
          <p:cNvPr id="4" name="Picture 3">
            <a:extLst>
              <a:ext uri="{FF2B5EF4-FFF2-40B4-BE49-F238E27FC236}">
                <a16:creationId xmlns:a16="http://schemas.microsoft.com/office/drawing/2014/main" id="{0BFAD99B-1D83-8189-F9ED-C77F3F311BF5}"/>
              </a:ext>
            </a:extLst>
          </p:cNvPr>
          <p:cNvPicPr>
            <a:picLocks noChangeAspect="1"/>
          </p:cNvPicPr>
          <p:nvPr/>
        </p:nvPicPr>
        <p:blipFill>
          <a:blip r:embed="rId5"/>
          <a:stretch>
            <a:fillRect/>
          </a:stretch>
        </p:blipFill>
        <p:spPr>
          <a:xfrm>
            <a:off x="6918548" y="3202993"/>
            <a:ext cx="989243" cy="877779"/>
          </a:xfrm>
          <a:prstGeom prst="rect">
            <a:avLst/>
          </a:prstGeom>
        </p:spPr>
      </p:pic>
    </p:spTree>
    <p:extLst>
      <p:ext uri="{BB962C8B-B14F-4D97-AF65-F5344CB8AC3E}">
        <p14:creationId xmlns:p14="http://schemas.microsoft.com/office/powerpoint/2010/main" val="3904473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7BD42-A7CF-F430-7EE6-6592E055D4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B9C126-65A5-FA25-E29A-CB2E514240D9}"/>
              </a:ext>
            </a:extLst>
          </p:cNvPr>
          <p:cNvSpPr>
            <a:spLocks noGrp="1"/>
          </p:cNvSpPr>
          <p:nvPr>
            <p:ph type="title"/>
          </p:nvPr>
        </p:nvSpPr>
        <p:spPr/>
        <p:txBody>
          <a:bodyPr/>
          <a:lstStyle/>
          <a:p>
            <a:r>
              <a:rPr lang="en-GB" sz="2000" dirty="0">
                <a:solidFill>
                  <a:schemeClr val="accent1">
                    <a:lumMod val="100000"/>
                  </a:schemeClr>
                </a:solidFill>
              </a:rPr>
              <a:t>evidence of community protection</a:t>
            </a:r>
          </a:p>
        </p:txBody>
      </p:sp>
      <p:sp>
        <p:nvSpPr>
          <p:cNvPr id="6" name="Content Placeholder 5">
            <a:extLst>
              <a:ext uri="{FF2B5EF4-FFF2-40B4-BE49-F238E27FC236}">
                <a16:creationId xmlns:a16="http://schemas.microsoft.com/office/drawing/2014/main" id="{D089F501-0CD5-893C-75D4-D68F204C7C81}"/>
              </a:ext>
            </a:extLst>
          </p:cNvPr>
          <p:cNvSpPr>
            <a:spLocks noGrp="1"/>
          </p:cNvSpPr>
          <p:nvPr>
            <p:ph sz="quarter" idx="15"/>
          </p:nvPr>
        </p:nvSpPr>
        <p:spPr>
          <a:xfrm>
            <a:off x="458676" y="987574"/>
            <a:ext cx="8137525" cy="3384376"/>
          </a:xfrm>
        </p:spPr>
        <p:txBody>
          <a:bodyPr/>
          <a:lstStyle/>
          <a:p>
            <a:r>
              <a:rPr lang="en-CH" dirty="0"/>
              <a:t>Evidence from both empirical and modelling studies</a:t>
            </a:r>
            <a:endParaRPr lang="en-US" dirty="0"/>
          </a:p>
          <a:p>
            <a:r>
              <a:rPr lang="en-US" dirty="0"/>
              <a:t>These </a:t>
            </a:r>
            <a:r>
              <a:rPr lang="en-CH" dirty="0"/>
              <a:t>evidence</a:t>
            </a:r>
            <a:r>
              <a:rPr lang="en-US" dirty="0"/>
              <a:t>s</a:t>
            </a:r>
            <a:r>
              <a:rPr lang="en-CH" dirty="0"/>
              <a:t> indicate that </a:t>
            </a:r>
            <a:endParaRPr lang="en-US" dirty="0"/>
          </a:p>
          <a:p>
            <a:pPr marL="285750" indent="-285750">
              <a:buFont typeface="Arial" panose="020B0604020202020204" pitchFamily="34" charset="0"/>
              <a:buChar char="•"/>
            </a:pPr>
            <a:r>
              <a:rPr lang="en-CH" dirty="0"/>
              <a:t>indirect effects are heterogeneous and sensitive to local transmission dynamics, intervention coverage, and vector ecology</a:t>
            </a:r>
            <a:endParaRPr lang="en-US" dirty="0"/>
          </a:p>
          <a:p>
            <a:pPr marL="285750" indent="-285750">
              <a:buFont typeface="Arial" panose="020B0604020202020204" pitchFamily="34" charset="0"/>
              <a:buChar char="•"/>
            </a:pPr>
            <a:r>
              <a:rPr lang="en-CH" dirty="0"/>
              <a:t>community protection from nets vary by spatial scale and local coverage levels in multiple African settings </a:t>
            </a:r>
            <a:endParaRPr lang="en-US" dirty="0"/>
          </a:p>
          <a:p>
            <a:endParaRPr lang="en-US" dirty="0"/>
          </a:p>
        </p:txBody>
      </p:sp>
    </p:spTree>
    <p:extLst>
      <p:ext uri="{BB962C8B-B14F-4D97-AF65-F5344CB8AC3E}">
        <p14:creationId xmlns:p14="http://schemas.microsoft.com/office/powerpoint/2010/main" val="375295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A1B0B-0F46-A0B8-4814-F9BE44CC1C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932026-FA93-6281-DDA9-847CFDB85AAB}"/>
              </a:ext>
            </a:extLst>
          </p:cNvPr>
          <p:cNvSpPr>
            <a:spLocks noGrp="1"/>
          </p:cNvSpPr>
          <p:nvPr>
            <p:ph type="title"/>
          </p:nvPr>
        </p:nvSpPr>
        <p:spPr/>
        <p:txBody>
          <a:bodyPr/>
          <a:lstStyle/>
          <a:p>
            <a:r>
              <a:rPr lang="en-GB" sz="2000" dirty="0">
                <a:solidFill>
                  <a:schemeClr val="accent1">
                    <a:lumMod val="100000"/>
                  </a:schemeClr>
                </a:solidFill>
              </a:rPr>
              <a:t>what this study </a:t>
            </a:r>
            <a:r>
              <a:rPr lang="en-GB" sz="2000" dirty="0"/>
              <a:t>focuses on</a:t>
            </a:r>
            <a:endParaRPr lang="en-GB" sz="2000" dirty="0">
              <a:solidFill>
                <a:schemeClr val="accent1">
                  <a:lumMod val="100000"/>
                </a:schemeClr>
              </a:solidFill>
            </a:endParaRPr>
          </a:p>
        </p:txBody>
      </p:sp>
      <p:sp>
        <p:nvSpPr>
          <p:cNvPr id="6" name="Content Placeholder 5">
            <a:extLst>
              <a:ext uri="{FF2B5EF4-FFF2-40B4-BE49-F238E27FC236}">
                <a16:creationId xmlns:a16="http://schemas.microsoft.com/office/drawing/2014/main" id="{6B952E21-F850-CBC8-895E-1D20073D6800}"/>
              </a:ext>
            </a:extLst>
          </p:cNvPr>
          <p:cNvSpPr>
            <a:spLocks noGrp="1"/>
          </p:cNvSpPr>
          <p:nvPr>
            <p:ph sz="quarter" idx="15"/>
          </p:nvPr>
        </p:nvSpPr>
        <p:spPr>
          <a:xfrm>
            <a:off x="458676" y="987574"/>
            <a:ext cx="8137525" cy="3384376"/>
          </a:xfrm>
        </p:spPr>
        <p:txBody>
          <a:bodyPr/>
          <a:lstStyle/>
          <a:p>
            <a:pPr marL="285750" indent="-285750">
              <a:buFont typeface="Arial" panose="020B0604020202020204" pitchFamily="34" charset="0"/>
              <a:buChar char="•"/>
            </a:pPr>
            <a:r>
              <a:rPr lang="en-CH" dirty="0"/>
              <a:t>the magnitude and reliability of community protection from </a:t>
            </a:r>
            <a:r>
              <a:rPr lang="en-CH" dirty="0" err="1"/>
              <a:t>LLINs</a:t>
            </a:r>
            <a:r>
              <a:rPr lang="en-CH" dirty="0"/>
              <a:t> remain incompletely </a:t>
            </a:r>
            <a:r>
              <a:rPr lang="en-US" dirty="0"/>
              <a:t>evaluated</a:t>
            </a:r>
            <a:r>
              <a:rPr lang="en-CH" dirty="0"/>
              <a:t> across epidemiological settings</a:t>
            </a:r>
            <a:endParaRPr lang="en-US" dirty="0"/>
          </a:p>
          <a:p>
            <a:pPr marL="285750" indent="-285750">
              <a:buFont typeface="Arial" panose="020B0604020202020204" pitchFamily="34" charset="0"/>
              <a:buChar char="•"/>
            </a:pPr>
            <a:r>
              <a:rPr lang="en-CH" dirty="0"/>
              <a:t>we use </a:t>
            </a:r>
            <a:r>
              <a:rPr lang="en-US" dirty="0"/>
              <a:t>OpenMalaria</a:t>
            </a:r>
            <a:r>
              <a:rPr lang="en-CH" dirty="0"/>
              <a:t> to quantify the direct and indirect effects of LLIN usage across a wide range of transmission intensities</a:t>
            </a:r>
            <a:endParaRPr lang="en-US" dirty="0"/>
          </a:p>
          <a:p>
            <a:endParaRPr lang="en-CH" dirty="0"/>
          </a:p>
        </p:txBody>
      </p:sp>
    </p:spTree>
    <p:extLst>
      <p:ext uri="{BB962C8B-B14F-4D97-AF65-F5344CB8AC3E}">
        <p14:creationId xmlns:p14="http://schemas.microsoft.com/office/powerpoint/2010/main" val="1879171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9E66-FEBC-4BDE-B78F-B9CF293F3FB3}"/>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7646B847-D41E-EE34-EEA9-96994CF1BFAD}"/>
              </a:ext>
            </a:extLst>
          </p:cNvPr>
          <p:cNvSpPr>
            <a:spLocks noGrp="1"/>
          </p:cNvSpPr>
          <p:nvPr>
            <p:ph type="body" sz="quarter" idx="11"/>
          </p:nvPr>
        </p:nvSpPr>
        <p:spPr/>
        <p:txBody>
          <a:bodyPr/>
          <a:lstStyle/>
          <a:p>
            <a:pPr lvl="0"/>
            <a:r>
              <a:rPr lang="en-US" dirty="0">
                <a:cs typeface="Arial" panose="020B0604020202020204" pitchFamily="34" charset="0"/>
              </a:rPr>
              <a:t>Methods</a:t>
            </a:r>
            <a:endParaRPr lang="en-GB" dirty="0"/>
          </a:p>
        </p:txBody>
      </p:sp>
    </p:spTree>
    <p:extLst>
      <p:ext uri="{BB962C8B-B14F-4D97-AF65-F5344CB8AC3E}">
        <p14:creationId xmlns:p14="http://schemas.microsoft.com/office/powerpoint/2010/main" val="1445443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9E814-1FD6-31C1-33EF-12CB5ED9A40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EE9F401-EDED-8654-A393-B0D3BE75FF7A}"/>
              </a:ext>
            </a:extLst>
          </p:cNvPr>
          <p:cNvSpPr>
            <a:spLocks noGrp="1"/>
          </p:cNvSpPr>
          <p:nvPr>
            <p:ph type="title"/>
          </p:nvPr>
        </p:nvSpPr>
        <p:spPr/>
        <p:txBody>
          <a:bodyPr/>
          <a:lstStyle/>
          <a:p>
            <a:r>
              <a:rPr lang="en-GB" sz="2000" dirty="0">
                <a:solidFill>
                  <a:schemeClr val="accent1">
                    <a:lumMod val="100000"/>
                  </a:schemeClr>
                </a:solidFill>
              </a:rPr>
              <a:t>Methods</a:t>
            </a:r>
          </a:p>
        </p:txBody>
      </p:sp>
      <p:pic>
        <p:nvPicPr>
          <p:cNvPr id="15" name="Picture 14">
            <a:extLst>
              <a:ext uri="{FF2B5EF4-FFF2-40B4-BE49-F238E27FC236}">
                <a16:creationId xmlns:a16="http://schemas.microsoft.com/office/drawing/2014/main" id="{26BB7099-0CBE-4888-FB15-2A3951D3B1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3848" y="0"/>
            <a:ext cx="2814761" cy="5004019"/>
          </a:xfrm>
          <a:prstGeom prst="rect">
            <a:avLst/>
          </a:prstGeom>
        </p:spPr>
      </p:pic>
      <p:sp>
        <p:nvSpPr>
          <p:cNvPr id="16" name="Rectangle: Rounded Corners 15">
            <a:extLst>
              <a:ext uri="{FF2B5EF4-FFF2-40B4-BE49-F238E27FC236}">
                <a16:creationId xmlns:a16="http://schemas.microsoft.com/office/drawing/2014/main" id="{F8867247-8480-8762-314B-45D3DD107F17}"/>
              </a:ext>
            </a:extLst>
          </p:cNvPr>
          <p:cNvSpPr/>
          <p:nvPr/>
        </p:nvSpPr>
        <p:spPr>
          <a:xfrm>
            <a:off x="3203848" y="1203598"/>
            <a:ext cx="3168352" cy="3571806"/>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dirty="0"/>
          </a:p>
        </p:txBody>
      </p:sp>
    </p:spTree>
    <p:extLst>
      <p:ext uri="{BB962C8B-B14F-4D97-AF65-F5344CB8AC3E}">
        <p14:creationId xmlns:p14="http://schemas.microsoft.com/office/powerpoint/2010/main" val="3105468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8BA2C-566E-FFAD-2ABF-3922ED536F7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9C895D-56C0-55C3-5F34-216D6F19D62E}"/>
              </a:ext>
            </a:extLst>
          </p:cNvPr>
          <p:cNvSpPr>
            <a:spLocks noGrp="1"/>
          </p:cNvSpPr>
          <p:nvPr>
            <p:ph type="title"/>
          </p:nvPr>
        </p:nvSpPr>
        <p:spPr/>
        <p:txBody>
          <a:bodyPr/>
          <a:lstStyle/>
          <a:p>
            <a:r>
              <a:rPr lang="en-GB" sz="2000" dirty="0"/>
              <a:t>Methods</a:t>
            </a:r>
            <a:endParaRPr lang="en-GB" sz="2000" dirty="0">
              <a:solidFill>
                <a:schemeClr val="accent1">
                  <a:lumMod val="100000"/>
                </a:schemeClr>
              </a:solidFill>
            </a:endParaRP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E5261909-90B1-2D40-3FDB-F85C401F3C45}"/>
                  </a:ext>
                </a:extLst>
              </p:cNvPr>
              <p:cNvSpPr/>
              <p:nvPr/>
            </p:nvSpPr>
            <p:spPr>
              <a:xfrm>
                <a:off x="6059666" y="833434"/>
                <a:ext cx="2743798" cy="10536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EIR</a:t>
                </a:r>
                <a:r>
                  <a:rPr lang="en-US" sz="1050" dirty="0">
                    <a:solidFill>
                      <a:schemeClr val="tx1"/>
                    </a:solidFill>
                  </a:rPr>
                  <a:t>:</a:t>
                </a:r>
                <a:r>
                  <a:rPr lang="en-US" sz="1050" dirty="0">
                    <a:solidFill>
                      <a:schemeClr val="tx1"/>
                    </a:solidFill>
                    <a:highlight>
                      <a:srgbClr val="00FFFF"/>
                    </a:highlight>
                  </a:rPr>
                  <a:t>2, 4, </a:t>
                </a:r>
                <a:r>
                  <a:rPr lang="en-US" sz="1050" dirty="0">
                    <a:solidFill>
                      <a:schemeClr val="tx1"/>
                    </a:solidFill>
                    <a:highlight>
                      <a:srgbClr val="008080"/>
                    </a:highlight>
                  </a:rPr>
                  <a:t>8, 16, 24, 32</a:t>
                </a:r>
                <a:r>
                  <a:rPr lang="en-US" sz="1050" dirty="0">
                    <a:solidFill>
                      <a:schemeClr val="tx1"/>
                    </a:solidFill>
                  </a:rPr>
                  <a:t>, </a:t>
                </a:r>
                <a:r>
                  <a:rPr lang="en-US" sz="1050" dirty="0">
                    <a:solidFill>
                      <a:schemeClr val="tx1"/>
                    </a:solidFill>
                    <a:highlight>
                      <a:srgbClr val="00FF00"/>
                    </a:highlight>
                  </a:rPr>
                  <a:t>48, 60, 80, 100</a:t>
                </a:r>
              </a:p>
              <a:p>
                <a:pPr algn="l"/>
                <a:endParaRPr lang="en-US" sz="1050" dirty="0">
                  <a:solidFill>
                    <a:schemeClr val="tx1"/>
                  </a:solidFill>
                  <a:highlight>
                    <a:srgbClr val="00FF00"/>
                  </a:highlight>
                </a:endParaRPr>
              </a:p>
              <a:p>
                <a:pPr algn="l"/>
                <a:r>
                  <a:rPr lang="en-US" sz="1050" b="1" dirty="0">
                    <a:solidFill>
                      <a:schemeClr val="tx1"/>
                    </a:solidFill>
                  </a:rPr>
                  <a:t>Low</a:t>
                </a:r>
                <a:r>
                  <a:rPr lang="en-US" sz="1050" dirty="0">
                    <a:solidFill>
                      <a:schemeClr val="tx1"/>
                    </a:solidFill>
                  </a:rPr>
                  <a:t>: </a:t>
                </a:r>
                <a:r>
                  <a:rPr lang="en-US" sz="1050" dirty="0">
                    <a:solidFill>
                      <a:schemeClr val="tx1"/>
                    </a:solidFill>
                    <a:highlight>
                      <a:srgbClr val="00FFFF"/>
                    </a:highlight>
                  </a:rPr>
                  <a:t>&lt;8 </a:t>
                </a:r>
                <a:r>
                  <a:rPr lang="en-US" sz="1050" dirty="0">
                    <a:solidFill>
                      <a:schemeClr val="tx1"/>
                    </a:solidFill>
                  </a:rPr>
                  <a:t> - </a:t>
                </a:r>
                <a14:m>
                  <m:oMath xmlns:m="http://schemas.openxmlformats.org/officeDocument/2006/math">
                    <m:sSub>
                      <m:sSubPr>
                        <m:ctrlPr>
                          <a:rPr lang="en-CH" sz="1050" i="1" smtClean="0">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[0.12-0.34]</a:t>
                </a:r>
              </a:p>
              <a:p>
                <a:pPr algn="l"/>
                <a:endParaRPr lang="en-US" sz="1050" dirty="0">
                  <a:solidFill>
                    <a:schemeClr val="tx1"/>
                  </a:solidFill>
                  <a:highlight>
                    <a:srgbClr val="00FFFF"/>
                  </a:highlight>
                </a:endParaRPr>
              </a:p>
              <a:p>
                <a:pPr algn="l"/>
                <a:r>
                  <a:rPr lang="en-US" sz="1050" b="1" dirty="0">
                    <a:solidFill>
                      <a:schemeClr val="tx1"/>
                    </a:solidFill>
                  </a:rPr>
                  <a:t>Moderate</a:t>
                </a:r>
                <a:r>
                  <a:rPr lang="en-US" sz="1050" dirty="0">
                    <a:solidFill>
                      <a:schemeClr val="tx1"/>
                    </a:solidFill>
                  </a:rPr>
                  <a:t>: </a:t>
                </a:r>
                <a:r>
                  <a:rPr lang="en-US" sz="1050" dirty="0">
                    <a:solidFill>
                      <a:schemeClr val="tx1"/>
                    </a:solidFill>
                    <a:highlight>
                      <a:srgbClr val="008080"/>
                    </a:highlight>
                  </a:rPr>
                  <a:t>8-32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[0.38-0.45]</a:t>
                </a:r>
              </a:p>
              <a:p>
                <a:pPr algn="l"/>
                <a:endParaRPr lang="en-US" sz="1050" dirty="0">
                  <a:solidFill>
                    <a:schemeClr val="tx1"/>
                  </a:solidFill>
                  <a:highlight>
                    <a:srgbClr val="008080"/>
                  </a:highlight>
                </a:endParaRPr>
              </a:p>
              <a:p>
                <a:pPr algn="l"/>
                <a:r>
                  <a:rPr lang="en-US" sz="1050" b="1" dirty="0">
                    <a:solidFill>
                      <a:schemeClr val="tx1"/>
                    </a:solidFill>
                  </a:rPr>
                  <a:t>High</a:t>
                </a:r>
                <a:r>
                  <a:rPr lang="en-US" sz="1050" dirty="0">
                    <a:solidFill>
                      <a:schemeClr val="tx1"/>
                    </a:solidFill>
                  </a:rPr>
                  <a:t>: </a:t>
                </a:r>
                <a:r>
                  <a:rPr lang="en-US" sz="1050" dirty="0">
                    <a:solidFill>
                      <a:schemeClr val="tx1"/>
                    </a:solidFill>
                    <a:highlight>
                      <a:srgbClr val="00FF00"/>
                    </a:highlight>
                  </a:rPr>
                  <a:t>&gt;32</a:t>
                </a:r>
                <a:r>
                  <a:rPr lang="en-US" sz="1050" dirty="0">
                    <a:solidFill>
                      <a:schemeClr val="tx1"/>
                    </a:solidFill>
                  </a:rPr>
                  <a:t> -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[0.47-0.5]</a:t>
                </a:r>
                <a:endParaRPr lang="en-CH" sz="1050" dirty="0">
                  <a:solidFill>
                    <a:schemeClr val="tx1"/>
                  </a:solidFill>
                </a:endParaRPr>
              </a:p>
            </p:txBody>
          </p:sp>
        </mc:Choice>
        <mc:Fallback xmlns="">
          <p:sp>
            <p:nvSpPr>
              <p:cNvPr id="9" name="Rectangle 8">
                <a:extLst>
                  <a:ext uri="{FF2B5EF4-FFF2-40B4-BE49-F238E27FC236}">
                    <a16:creationId xmlns:a16="http://schemas.microsoft.com/office/drawing/2014/main" id="{E5261909-90B1-2D40-3FDB-F85C401F3C45}"/>
                  </a:ext>
                </a:extLst>
              </p:cNvPr>
              <p:cNvSpPr>
                <a:spLocks noRot="1" noChangeAspect="1" noMove="1" noResize="1" noEditPoints="1" noAdjustHandles="1" noChangeArrowheads="1" noChangeShapeType="1" noTextEdit="1"/>
              </p:cNvSpPr>
              <p:nvPr/>
            </p:nvSpPr>
            <p:spPr>
              <a:xfrm>
                <a:off x="6059666" y="833434"/>
                <a:ext cx="2743798" cy="1053605"/>
              </a:xfrm>
              <a:prstGeom prst="rect">
                <a:avLst/>
              </a:prstGeom>
              <a:blipFill>
                <a:blip r:embed="rId3"/>
                <a:stretch>
                  <a:fillRect t="-4000" b="-6286"/>
                </a:stretch>
              </a:blipFill>
            </p:spPr>
            <p:txBody>
              <a:bodyPr/>
              <a:lstStyle/>
              <a:p>
                <a:r>
                  <a:rPr lang="en-CH">
                    <a:noFill/>
                  </a:rPr>
                  <a:t> </a:t>
                </a:r>
              </a:p>
            </p:txBody>
          </p:sp>
        </mc:Fallback>
      </mc:AlternateContent>
      <p:cxnSp>
        <p:nvCxnSpPr>
          <p:cNvPr id="11" name="Straight Arrow Connector 10">
            <a:extLst>
              <a:ext uri="{FF2B5EF4-FFF2-40B4-BE49-F238E27FC236}">
                <a16:creationId xmlns:a16="http://schemas.microsoft.com/office/drawing/2014/main" id="{1D617133-604D-EE3D-BF37-3A3F62C08AC5}"/>
              </a:ext>
            </a:extLst>
          </p:cNvPr>
          <p:cNvCxnSpPr>
            <a:cxnSpLocks/>
          </p:cNvCxnSpPr>
          <p:nvPr/>
        </p:nvCxnSpPr>
        <p:spPr>
          <a:xfrm>
            <a:off x="5411693" y="1491630"/>
            <a:ext cx="52845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F096DC78-07BD-7903-938F-589471C3B6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03848" y="0"/>
            <a:ext cx="2814761" cy="5004019"/>
          </a:xfrm>
          <a:prstGeom prst="rect">
            <a:avLst/>
          </a:prstGeom>
        </p:spPr>
      </p:pic>
      <p:sp>
        <p:nvSpPr>
          <p:cNvPr id="14" name="Rectangle: Rounded Corners 13">
            <a:extLst>
              <a:ext uri="{FF2B5EF4-FFF2-40B4-BE49-F238E27FC236}">
                <a16:creationId xmlns:a16="http://schemas.microsoft.com/office/drawing/2014/main" id="{C394008A-FED3-AD88-B7DC-34B6FAE01CB6}"/>
              </a:ext>
            </a:extLst>
          </p:cNvPr>
          <p:cNvSpPr/>
          <p:nvPr/>
        </p:nvSpPr>
        <p:spPr>
          <a:xfrm>
            <a:off x="3203848" y="1923678"/>
            <a:ext cx="3223782" cy="2971294"/>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15" name="Straight Arrow Connector 14">
            <a:extLst>
              <a:ext uri="{FF2B5EF4-FFF2-40B4-BE49-F238E27FC236}">
                <a16:creationId xmlns:a16="http://schemas.microsoft.com/office/drawing/2014/main" id="{78B2E128-58BC-ACD9-C774-056D10A1C125}"/>
              </a:ext>
            </a:extLst>
          </p:cNvPr>
          <p:cNvCxnSpPr>
            <a:cxnSpLocks/>
          </p:cNvCxnSpPr>
          <p:nvPr/>
        </p:nvCxnSpPr>
        <p:spPr>
          <a:xfrm>
            <a:off x="5613269" y="1563638"/>
            <a:ext cx="3988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7443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0E9A6-E640-DE59-75B9-B56ED8E879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E9F063-C5C1-63F1-088E-1CBE4FA2393D}"/>
              </a:ext>
            </a:extLst>
          </p:cNvPr>
          <p:cNvSpPr>
            <a:spLocks noGrp="1"/>
          </p:cNvSpPr>
          <p:nvPr>
            <p:ph type="title"/>
          </p:nvPr>
        </p:nvSpPr>
        <p:spPr/>
        <p:txBody>
          <a:bodyPr/>
          <a:lstStyle/>
          <a:p>
            <a:r>
              <a:rPr lang="en-GB" sz="2000" dirty="0"/>
              <a:t>Methods</a:t>
            </a:r>
            <a:endParaRPr lang="en-GB" sz="2000" dirty="0">
              <a:solidFill>
                <a:schemeClr val="accent1">
                  <a:lumMod val="100000"/>
                </a:schemeClr>
              </a:solidFill>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FABB0DA-2E7F-1792-1CAA-41B7529E7BD1}"/>
                  </a:ext>
                </a:extLst>
              </p:cNvPr>
              <p:cNvSpPr/>
              <p:nvPr/>
            </p:nvSpPr>
            <p:spPr>
              <a:xfrm>
                <a:off x="6059666" y="833434"/>
                <a:ext cx="2743798" cy="10536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EIR</a:t>
                </a:r>
                <a:r>
                  <a:rPr lang="en-US" sz="1050" dirty="0">
                    <a:solidFill>
                      <a:schemeClr val="tx1"/>
                    </a:solidFill>
                  </a:rPr>
                  <a:t>:</a:t>
                </a:r>
                <a:r>
                  <a:rPr lang="en-US" sz="1050" dirty="0">
                    <a:solidFill>
                      <a:schemeClr val="tx1"/>
                    </a:solidFill>
                    <a:highlight>
                      <a:srgbClr val="00FFFF"/>
                    </a:highlight>
                  </a:rPr>
                  <a:t>2, 4, </a:t>
                </a:r>
                <a:r>
                  <a:rPr lang="en-US" sz="1050" dirty="0">
                    <a:solidFill>
                      <a:schemeClr val="tx1"/>
                    </a:solidFill>
                    <a:highlight>
                      <a:srgbClr val="008080"/>
                    </a:highlight>
                  </a:rPr>
                  <a:t>8, 16, 24, 32</a:t>
                </a:r>
                <a:r>
                  <a:rPr lang="en-US" sz="1050" dirty="0">
                    <a:solidFill>
                      <a:schemeClr val="tx1"/>
                    </a:solidFill>
                  </a:rPr>
                  <a:t>, </a:t>
                </a:r>
                <a:r>
                  <a:rPr lang="en-US" sz="1050" dirty="0">
                    <a:solidFill>
                      <a:schemeClr val="tx1"/>
                    </a:solidFill>
                    <a:highlight>
                      <a:srgbClr val="00FF00"/>
                    </a:highlight>
                  </a:rPr>
                  <a:t>48, 60, 80, 100</a:t>
                </a:r>
              </a:p>
              <a:p>
                <a:pPr algn="l"/>
                <a:endParaRPr lang="en-US" sz="1050" dirty="0">
                  <a:solidFill>
                    <a:schemeClr val="tx1"/>
                  </a:solidFill>
                  <a:highlight>
                    <a:srgbClr val="00FF00"/>
                  </a:highlight>
                </a:endParaRPr>
              </a:p>
              <a:p>
                <a:pPr algn="l"/>
                <a:r>
                  <a:rPr lang="en-US" sz="1050" b="1" dirty="0">
                    <a:solidFill>
                      <a:schemeClr val="tx1"/>
                    </a:solidFill>
                  </a:rPr>
                  <a:t>Low</a:t>
                </a:r>
                <a:r>
                  <a:rPr lang="en-US" sz="1050" dirty="0">
                    <a:solidFill>
                      <a:schemeClr val="tx1"/>
                    </a:solidFill>
                  </a:rPr>
                  <a:t>: </a:t>
                </a:r>
                <a:r>
                  <a:rPr lang="en-US" sz="1050" dirty="0">
                    <a:solidFill>
                      <a:schemeClr val="tx1"/>
                    </a:solidFill>
                    <a:highlight>
                      <a:srgbClr val="00FFFF"/>
                    </a:highlight>
                  </a:rPr>
                  <a:t>&lt;8 </a:t>
                </a:r>
                <a:r>
                  <a:rPr lang="en-US" sz="1050" dirty="0">
                    <a:solidFill>
                      <a:schemeClr val="tx1"/>
                    </a:solidFill>
                  </a:rPr>
                  <a:t> - </a:t>
                </a:r>
                <a14:m>
                  <m:oMath xmlns:m="http://schemas.openxmlformats.org/officeDocument/2006/math">
                    <m:sSub>
                      <m:sSubPr>
                        <m:ctrlPr>
                          <a:rPr lang="en-CH" sz="1050" i="1" smtClean="0">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[0.12-0.34]</a:t>
                </a:r>
              </a:p>
              <a:p>
                <a:pPr algn="l"/>
                <a:endParaRPr lang="en-US" sz="1050" dirty="0">
                  <a:solidFill>
                    <a:schemeClr val="tx1"/>
                  </a:solidFill>
                  <a:highlight>
                    <a:srgbClr val="00FFFF"/>
                  </a:highlight>
                </a:endParaRPr>
              </a:p>
              <a:p>
                <a:pPr algn="l"/>
                <a:r>
                  <a:rPr lang="en-US" sz="1050" b="1" dirty="0">
                    <a:solidFill>
                      <a:schemeClr val="tx1"/>
                    </a:solidFill>
                  </a:rPr>
                  <a:t>Moderate</a:t>
                </a:r>
                <a:r>
                  <a:rPr lang="en-US" sz="1050" dirty="0">
                    <a:solidFill>
                      <a:schemeClr val="tx1"/>
                    </a:solidFill>
                  </a:rPr>
                  <a:t>: </a:t>
                </a:r>
                <a:r>
                  <a:rPr lang="en-US" sz="1050" dirty="0">
                    <a:solidFill>
                      <a:schemeClr val="tx1"/>
                    </a:solidFill>
                    <a:highlight>
                      <a:srgbClr val="008080"/>
                    </a:highlight>
                  </a:rPr>
                  <a:t>8-32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[0.38-0.45]</a:t>
                </a:r>
              </a:p>
              <a:p>
                <a:pPr algn="l"/>
                <a:endParaRPr lang="en-US" sz="1050" dirty="0">
                  <a:solidFill>
                    <a:schemeClr val="tx1"/>
                  </a:solidFill>
                  <a:highlight>
                    <a:srgbClr val="008080"/>
                  </a:highlight>
                </a:endParaRPr>
              </a:p>
              <a:p>
                <a:pPr algn="l"/>
                <a:r>
                  <a:rPr lang="en-US" sz="1050" b="1" dirty="0">
                    <a:solidFill>
                      <a:schemeClr val="tx1"/>
                    </a:solidFill>
                  </a:rPr>
                  <a:t>High</a:t>
                </a:r>
                <a:r>
                  <a:rPr lang="en-US" sz="1050" dirty="0">
                    <a:solidFill>
                      <a:schemeClr val="tx1"/>
                    </a:solidFill>
                  </a:rPr>
                  <a:t>: </a:t>
                </a:r>
                <a:r>
                  <a:rPr lang="en-US" sz="1050" dirty="0">
                    <a:solidFill>
                      <a:schemeClr val="tx1"/>
                    </a:solidFill>
                    <a:highlight>
                      <a:srgbClr val="00FF00"/>
                    </a:highlight>
                  </a:rPr>
                  <a:t>&gt;32</a:t>
                </a:r>
                <a:r>
                  <a:rPr lang="en-US" sz="1050" dirty="0">
                    <a:solidFill>
                      <a:schemeClr val="tx1"/>
                    </a:solidFill>
                  </a:rPr>
                  <a:t> -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[0.47-0.5]</a:t>
                </a:r>
                <a:endParaRPr lang="en-CH" sz="1050" dirty="0">
                  <a:solidFill>
                    <a:schemeClr val="tx1"/>
                  </a:solidFill>
                </a:endParaRPr>
              </a:p>
            </p:txBody>
          </p:sp>
        </mc:Choice>
        <mc:Fallback xmlns="">
          <p:sp>
            <p:nvSpPr>
              <p:cNvPr id="4" name="Rectangle 3">
                <a:extLst>
                  <a:ext uri="{FF2B5EF4-FFF2-40B4-BE49-F238E27FC236}">
                    <a16:creationId xmlns:a16="http://schemas.microsoft.com/office/drawing/2014/main" id="{AFABB0DA-2E7F-1792-1CAA-41B7529E7BD1}"/>
                  </a:ext>
                </a:extLst>
              </p:cNvPr>
              <p:cNvSpPr>
                <a:spLocks noRot="1" noChangeAspect="1" noMove="1" noResize="1" noEditPoints="1" noAdjustHandles="1" noChangeArrowheads="1" noChangeShapeType="1" noTextEdit="1"/>
              </p:cNvSpPr>
              <p:nvPr/>
            </p:nvSpPr>
            <p:spPr>
              <a:xfrm>
                <a:off x="6059666" y="833434"/>
                <a:ext cx="2743798" cy="1053605"/>
              </a:xfrm>
              <a:prstGeom prst="rect">
                <a:avLst/>
              </a:prstGeom>
              <a:blipFill>
                <a:blip r:embed="rId3"/>
                <a:stretch>
                  <a:fillRect t="-4000" b="-6286"/>
                </a:stretch>
              </a:blipFill>
            </p:spPr>
            <p:txBody>
              <a:bodyPr/>
              <a:lstStyle/>
              <a:p>
                <a:r>
                  <a:rPr lang="en-CH">
                    <a:noFill/>
                  </a:rPr>
                  <a:t> </a:t>
                </a:r>
              </a:p>
            </p:txBody>
          </p:sp>
        </mc:Fallback>
      </mc:AlternateContent>
      <p:cxnSp>
        <p:nvCxnSpPr>
          <p:cNvPr id="12" name="Straight Arrow Connector 11">
            <a:extLst>
              <a:ext uri="{FF2B5EF4-FFF2-40B4-BE49-F238E27FC236}">
                <a16:creationId xmlns:a16="http://schemas.microsoft.com/office/drawing/2014/main" id="{22BD1876-61B5-98CB-A991-E5BCC3F06E90}"/>
              </a:ext>
            </a:extLst>
          </p:cNvPr>
          <p:cNvCxnSpPr>
            <a:cxnSpLocks/>
          </p:cNvCxnSpPr>
          <p:nvPr/>
        </p:nvCxnSpPr>
        <p:spPr>
          <a:xfrm>
            <a:off x="5613269" y="1563638"/>
            <a:ext cx="3988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0E8B6671-06FA-4EB3-BBA8-C39D3586FA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03848" y="0"/>
            <a:ext cx="2814761" cy="5004019"/>
          </a:xfrm>
          <a:prstGeom prst="rect">
            <a:avLst/>
          </a:prstGeom>
        </p:spPr>
      </p:pic>
      <p:sp>
        <p:nvSpPr>
          <p:cNvPr id="14" name="Rectangle: Rounded Corners 13">
            <a:extLst>
              <a:ext uri="{FF2B5EF4-FFF2-40B4-BE49-F238E27FC236}">
                <a16:creationId xmlns:a16="http://schemas.microsoft.com/office/drawing/2014/main" id="{C3C0BF82-0007-C742-BD1E-CD173A728F8D}"/>
              </a:ext>
            </a:extLst>
          </p:cNvPr>
          <p:cNvSpPr/>
          <p:nvPr/>
        </p:nvSpPr>
        <p:spPr>
          <a:xfrm>
            <a:off x="2929189" y="2787774"/>
            <a:ext cx="3069584" cy="2075273"/>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15" name="Straight Arrow Connector 14">
            <a:extLst>
              <a:ext uri="{FF2B5EF4-FFF2-40B4-BE49-F238E27FC236}">
                <a16:creationId xmlns:a16="http://schemas.microsoft.com/office/drawing/2014/main" id="{A09913BE-75B4-908E-A0B0-EB358E6F96EF}"/>
              </a:ext>
            </a:extLst>
          </p:cNvPr>
          <p:cNvCxnSpPr>
            <a:cxnSpLocks/>
          </p:cNvCxnSpPr>
          <p:nvPr/>
        </p:nvCxnSpPr>
        <p:spPr>
          <a:xfrm>
            <a:off x="5599882" y="1635646"/>
            <a:ext cx="3988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Rectangle 15">
            <a:extLst>
              <a:ext uri="{FF2B5EF4-FFF2-40B4-BE49-F238E27FC236}">
                <a16:creationId xmlns:a16="http://schemas.microsoft.com/office/drawing/2014/main" id="{627D2040-43B1-7B17-D397-5CC7348F19EF}"/>
              </a:ext>
            </a:extLst>
          </p:cNvPr>
          <p:cNvSpPr/>
          <p:nvPr/>
        </p:nvSpPr>
        <p:spPr>
          <a:xfrm>
            <a:off x="1367266" y="1796932"/>
            <a:ext cx="1654852" cy="5587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Cohort Implementation</a:t>
            </a:r>
          </a:p>
          <a:p>
            <a:pPr marL="171450" indent="-171450" algn="l">
              <a:buFont typeface="Arial" panose="020B0604020202020204" pitchFamily="34" charset="0"/>
              <a:buChar char="•"/>
            </a:pPr>
            <a:r>
              <a:rPr lang="en-US" sz="1050" dirty="0">
                <a:solidFill>
                  <a:schemeClr val="tx1"/>
                </a:solidFill>
              </a:rPr>
              <a:t>LLIN users</a:t>
            </a:r>
          </a:p>
          <a:p>
            <a:pPr marL="171450" indent="-171450" algn="l">
              <a:buFont typeface="Arial" panose="020B0604020202020204" pitchFamily="34" charset="0"/>
              <a:buChar char="•"/>
            </a:pPr>
            <a:r>
              <a:rPr lang="en-US" sz="1050" dirty="0">
                <a:solidFill>
                  <a:schemeClr val="tx1"/>
                </a:solidFill>
              </a:rPr>
              <a:t>Non-users</a:t>
            </a:r>
          </a:p>
        </p:txBody>
      </p:sp>
      <p:cxnSp>
        <p:nvCxnSpPr>
          <p:cNvPr id="17" name="Straight Arrow Connector 16">
            <a:extLst>
              <a:ext uri="{FF2B5EF4-FFF2-40B4-BE49-F238E27FC236}">
                <a16:creationId xmlns:a16="http://schemas.microsoft.com/office/drawing/2014/main" id="{16431116-4F09-C1B1-B538-801B85FCDA05}"/>
              </a:ext>
            </a:extLst>
          </p:cNvPr>
          <p:cNvCxnSpPr>
            <a:cxnSpLocks/>
          </p:cNvCxnSpPr>
          <p:nvPr/>
        </p:nvCxnSpPr>
        <p:spPr>
          <a:xfrm>
            <a:off x="3042646" y="2189275"/>
            <a:ext cx="322403" cy="764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3" name="Picture 22">
            <a:extLst>
              <a:ext uri="{FF2B5EF4-FFF2-40B4-BE49-F238E27FC236}">
                <a16:creationId xmlns:a16="http://schemas.microsoft.com/office/drawing/2014/main" id="{9C8CC90E-B2E9-03DE-665A-53F0180B9116}"/>
              </a:ext>
            </a:extLst>
          </p:cNvPr>
          <p:cNvPicPr>
            <a:picLocks noChangeAspect="1"/>
          </p:cNvPicPr>
          <p:nvPr/>
        </p:nvPicPr>
        <p:blipFill>
          <a:blip r:embed="rId5"/>
          <a:stretch>
            <a:fillRect/>
          </a:stretch>
        </p:blipFill>
        <p:spPr>
          <a:xfrm>
            <a:off x="5044325" y="2067695"/>
            <a:ext cx="768389" cy="711237"/>
          </a:xfrm>
          <a:prstGeom prst="rect">
            <a:avLst/>
          </a:prstGeom>
        </p:spPr>
      </p:pic>
    </p:spTree>
    <p:extLst>
      <p:ext uri="{BB962C8B-B14F-4D97-AF65-F5344CB8AC3E}">
        <p14:creationId xmlns:p14="http://schemas.microsoft.com/office/powerpoint/2010/main" val="3860380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3C43D-3C48-762E-2F12-09C665CE24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BD4B91-18B1-CB92-2721-7A01940A80CE}"/>
              </a:ext>
            </a:extLst>
          </p:cNvPr>
          <p:cNvSpPr>
            <a:spLocks noGrp="1"/>
          </p:cNvSpPr>
          <p:nvPr>
            <p:ph type="title"/>
          </p:nvPr>
        </p:nvSpPr>
        <p:spPr/>
        <p:txBody>
          <a:bodyPr/>
          <a:lstStyle/>
          <a:p>
            <a:r>
              <a:rPr lang="en-GB" sz="2000" dirty="0"/>
              <a:t>Methods</a:t>
            </a:r>
            <a:endParaRPr lang="en-GB" sz="2000" dirty="0">
              <a:solidFill>
                <a:schemeClr val="accent1">
                  <a:lumMod val="100000"/>
                </a:schemeClr>
              </a:solidFill>
            </a:endParaRPr>
          </a:p>
        </p:txBody>
      </p:sp>
      <p:sp>
        <p:nvSpPr>
          <p:cNvPr id="4" name="Rectangle 3">
            <a:extLst>
              <a:ext uri="{FF2B5EF4-FFF2-40B4-BE49-F238E27FC236}">
                <a16:creationId xmlns:a16="http://schemas.microsoft.com/office/drawing/2014/main" id="{64998899-E632-74DE-1DF6-9620FDFB8133}"/>
              </a:ext>
            </a:extLst>
          </p:cNvPr>
          <p:cNvSpPr/>
          <p:nvPr/>
        </p:nvSpPr>
        <p:spPr>
          <a:xfrm>
            <a:off x="6122242" y="2822010"/>
            <a:ext cx="1978150" cy="4814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Pop size: </a:t>
            </a:r>
            <a:r>
              <a:rPr lang="en-US" sz="1050" dirty="0">
                <a:solidFill>
                  <a:schemeClr val="tx1"/>
                </a:solidFill>
              </a:rPr>
              <a:t>10’000</a:t>
            </a:r>
          </a:p>
          <a:p>
            <a:pPr algn="l"/>
            <a:r>
              <a:rPr lang="en-US" sz="1050" b="1" dirty="0">
                <a:solidFill>
                  <a:schemeClr val="tx1"/>
                </a:solidFill>
              </a:rPr>
              <a:t>Age groups: </a:t>
            </a:r>
            <a:r>
              <a:rPr lang="en-US" sz="1050" dirty="0">
                <a:solidFill>
                  <a:schemeClr val="tx1"/>
                </a:solidFill>
              </a:rPr>
              <a:t>0-5, 0-10, 0-100</a:t>
            </a:r>
            <a:r>
              <a:rPr lang="en-US" sz="1050" dirty="0">
                <a:solidFill>
                  <a:schemeClr val="tx1"/>
                </a:solidFill>
                <a:highlight>
                  <a:srgbClr val="00FF00"/>
                </a:highlight>
              </a:rPr>
              <a:t> </a:t>
            </a:r>
            <a:endParaRPr lang="en-CH" sz="1050" dirty="0">
              <a:solidFill>
                <a:schemeClr val="tx1"/>
              </a:solidFill>
              <a:highlight>
                <a:srgbClr val="00FF00"/>
              </a:highlight>
            </a:endParaRPr>
          </a:p>
        </p:txBody>
      </p:sp>
      <p:sp>
        <p:nvSpPr>
          <p:cNvPr id="8" name="Rectangle 7">
            <a:extLst>
              <a:ext uri="{FF2B5EF4-FFF2-40B4-BE49-F238E27FC236}">
                <a16:creationId xmlns:a16="http://schemas.microsoft.com/office/drawing/2014/main" id="{9DEC6E56-411A-DF60-0491-763F9BD3C391}"/>
              </a:ext>
            </a:extLst>
          </p:cNvPr>
          <p:cNvSpPr/>
          <p:nvPr/>
        </p:nvSpPr>
        <p:spPr>
          <a:xfrm>
            <a:off x="1280902" y="2820222"/>
            <a:ext cx="1902063" cy="7906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Interventions Implemented</a:t>
            </a:r>
          </a:p>
          <a:p>
            <a:pPr algn="l"/>
            <a:r>
              <a:rPr lang="en-US" sz="1050" b="1" dirty="0">
                <a:solidFill>
                  <a:schemeClr val="tx1"/>
                </a:solidFill>
              </a:rPr>
              <a:t>CM:</a:t>
            </a:r>
            <a:r>
              <a:rPr lang="en-US" sz="1050" dirty="0">
                <a:solidFill>
                  <a:schemeClr val="tx1"/>
                </a:solidFill>
              </a:rPr>
              <a:t> 2003-2022</a:t>
            </a:r>
          </a:p>
          <a:p>
            <a:pPr algn="l"/>
            <a:r>
              <a:rPr lang="en-US" sz="1050" b="1" dirty="0">
                <a:solidFill>
                  <a:schemeClr val="tx1"/>
                </a:solidFill>
              </a:rPr>
              <a:t>IG2 net:</a:t>
            </a:r>
            <a:r>
              <a:rPr lang="en-US" sz="1050" dirty="0">
                <a:solidFill>
                  <a:schemeClr val="tx1"/>
                </a:solidFill>
              </a:rPr>
              <a:t> 2023, 2026, 2029</a:t>
            </a:r>
          </a:p>
          <a:p>
            <a:pPr algn="l"/>
            <a:endParaRPr lang="en-US" sz="1050" dirty="0">
              <a:solidFill>
                <a:schemeClr val="tx1"/>
              </a:solidFill>
            </a:endParaRPr>
          </a:p>
          <a:p>
            <a:pPr algn="l"/>
            <a:r>
              <a:rPr lang="en-US" sz="1050" b="1" dirty="0">
                <a:solidFill>
                  <a:schemeClr val="tx1"/>
                </a:solidFill>
              </a:rPr>
              <a:t>Seed</a:t>
            </a:r>
            <a:r>
              <a:rPr lang="en-US" sz="1050" dirty="0">
                <a:solidFill>
                  <a:schemeClr val="tx1"/>
                </a:solidFill>
              </a:rPr>
              <a:t> = 10</a:t>
            </a:r>
            <a:endParaRPr lang="en-CH" sz="1050" dirty="0">
              <a:solidFill>
                <a:schemeClr val="tx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0737591-F745-79B7-934A-C8C5465ACB85}"/>
                  </a:ext>
                </a:extLst>
              </p:cNvPr>
              <p:cNvSpPr/>
              <p:nvPr/>
            </p:nvSpPr>
            <p:spPr>
              <a:xfrm>
                <a:off x="6059666" y="833434"/>
                <a:ext cx="2743798" cy="10536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EIR</a:t>
                </a:r>
                <a:r>
                  <a:rPr lang="en-US" sz="1050" dirty="0">
                    <a:solidFill>
                      <a:schemeClr val="tx1"/>
                    </a:solidFill>
                  </a:rPr>
                  <a:t>:</a:t>
                </a:r>
                <a:r>
                  <a:rPr lang="en-US" sz="1050" dirty="0">
                    <a:solidFill>
                      <a:schemeClr val="tx1"/>
                    </a:solidFill>
                    <a:highlight>
                      <a:srgbClr val="00FFFF"/>
                    </a:highlight>
                  </a:rPr>
                  <a:t>2, 4, </a:t>
                </a:r>
                <a:r>
                  <a:rPr lang="en-US" sz="1050" dirty="0">
                    <a:solidFill>
                      <a:schemeClr val="tx1"/>
                    </a:solidFill>
                    <a:highlight>
                      <a:srgbClr val="008080"/>
                    </a:highlight>
                  </a:rPr>
                  <a:t>8, 16, 24, 32</a:t>
                </a:r>
                <a:r>
                  <a:rPr lang="en-US" sz="1050" dirty="0">
                    <a:solidFill>
                      <a:schemeClr val="tx1"/>
                    </a:solidFill>
                  </a:rPr>
                  <a:t>, </a:t>
                </a:r>
                <a:r>
                  <a:rPr lang="en-US" sz="1050" dirty="0">
                    <a:solidFill>
                      <a:schemeClr val="tx1"/>
                    </a:solidFill>
                    <a:highlight>
                      <a:srgbClr val="00FF00"/>
                    </a:highlight>
                  </a:rPr>
                  <a:t>48, 60, 80, 100</a:t>
                </a:r>
              </a:p>
              <a:p>
                <a:pPr algn="l"/>
                <a:endParaRPr lang="en-US" sz="1050" dirty="0">
                  <a:solidFill>
                    <a:schemeClr val="tx1"/>
                  </a:solidFill>
                  <a:highlight>
                    <a:srgbClr val="00FF00"/>
                  </a:highlight>
                </a:endParaRPr>
              </a:p>
              <a:p>
                <a:pPr algn="l"/>
                <a:r>
                  <a:rPr lang="en-US" sz="1050" b="1" dirty="0">
                    <a:solidFill>
                      <a:schemeClr val="tx1"/>
                    </a:solidFill>
                  </a:rPr>
                  <a:t>Low</a:t>
                </a:r>
                <a:r>
                  <a:rPr lang="en-US" sz="1050" dirty="0">
                    <a:solidFill>
                      <a:schemeClr val="tx1"/>
                    </a:solidFill>
                  </a:rPr>
                  <a:t>: </a:t>
                </a:r>
                <a:r>
                  <a:rPr lang="en-US" sz="1050" dirty="0">
                    <a:solidFill>
                      <a:schemeClr val="tx1"/>
                    </a:solidFill>
                    <a:highlight>
                      <a:srgbClr val="00FFFF"/>
                    </a:highlight>
                  </a:rPr>
                  <a:t>&lt;8 </a:t>
                </a:r>
                <a:r>
                  <a:rPr lang="en-US" sz="1050" dirty="0">
                    <a:solidFill>
                      <a:schemeClr val="tx1"/>
                    </a:solidFill>
                  </a:rPr>
                  <a:t> - </a:t>
                </a:r>
                <a14:m>
                  <m:oMath xmlns:m="http://schemas.openxmlformats.org/officeDocument/2006/math">
                    <m:sSub>
                      <m:sSubPr>
                        <m:ctrlPr>
                          <a:rPr lang="en-CH" sz="1050" i="1" smtClean="0">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[0.12-0.34]</a:t>
                </a:r>
              </a:p>
              <a:p>
                <a:pPr algn="l"/>
                <a:endParaRPr lang="en-US" sz="1050" dirty="0">
                  <a:solidFill>
                    <a:schemeClr val="tx1"/>
                  </a:solidFill>
                  <a:highlight>
                    <a:srgbClr val="00FFFF"/>
                  </a:highlight>
                </a:endParaRPr>
              </a:p>
              <a:p>
                <a:pPr algn="l"/>
                <a:r>
                  <a:rPr lang="en-US" sz="1050" b="1" dirty="0">
                    <a:solidFill>
                      <a:schemeClr val="tx1"/>
                    </a:solidFill>
                  </a:rPr>
                  <a:t>Moderate</a:t>
                </a:r>
                <a:r>
                  <a:rPr lang="en-US" sz="1050" dirty="0">
                    <a:solidFill>
                      <a:schemeClr val="tx1"/>
                    </a:solidFill>
                  </a:rPr>
                  <a:t>: </a:t>
                </a:r>
                <a:r>
                  <a:rPr lang="en-US" sz="1050" dirty="0">
                    <a:solidFill>
                      <a:schemeClr val="tx1"/>
                    </a:solidFill>
                    <a:highlight>
                      <a:srgbClr val="008080"/>
                    </a:highlight>
                  </a:rPr>
                  <a:t>8-32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[0.38-0.45]</a:t>
                </a:r>
              </a:p>
              <a:p>
                <a:pPr algn="l"/>
                <a:endParaRPr lang="en-US" sz="1050" dirty="0">
                  <a:solidFill>
                    <a:schemeClr val="tx1"/>
                  </a:solidFill>
                  <a:highlight>
                    <a:srgbClr val="008080"/>
                  </a:highlight>
                </a:endParaRPr>
              </a:p>
              <a:p>
                <a:pPr algn="l"/>
                <a:r>
                  <a:rPr lang="en-US" sz="1050" b="1" dirty="0">
                    <a:solidFill>
                      <a:schemeClr val="tx1"/>
                    </a:solidFill>
                  </a:rPr>
                  <a:t>High</a:t>
                </a:r>
                <a:r>
                  <a:rPr lang="en-US" sz="1050" dirty="0">
                    <a:solidFill>
                      <a:schemeClr val="tx1"/>
                    </a:solidFill>
                  </a:rPr>
                  <a:t>: </a:t>
                </a:r>
                <a:r>
                  <a:rPr lang="en-US" sz="1050" dirty="0">
                    <a:solidFill>
                      <a:schemeClr val="tx1"/>
                    </a:solidFill>
                    <a:highlight>
                      <a:srgbClr val="00FF00"/>
                    </a:highlight>
                  </a:rPr>
                  <a:t>&gt;32</a:t>
                </a:r>
                <a:r>
                  <a:rPr lang="en-US" sz="1050" dirty="0">
                    <a:solidFill>
                      <a:schemeClr val="tx1"/>
                    </a:solidFill>
                  </a:rPr>
                  <a:t> -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[0.47-0.5]</a:t>
                </a:r>
                <a:endParaRPr lang="en-CH" sz="1050" dirty="0">
                  <a:solidFill>
                    <a:schemeClr val="tx1"/>
                  </a:solidFill>
                </a:endParaRPr>
              </a:p>
            </p:txBody>
          </p:sp>
        </mc:Choice>
        <mc:Fallback xmlns="">
          <p:sp>
            <p:nvSpPr>
              <p:cNvPr id="11" name="Rectangle 10">
                <a:extLst>
                  <a:ext uri="{FF2B5EF4-FFF2-40B4-BE49-F238E27FC236}">
                    <a16:creationId xmlns:a16="http://schemas.microsoft.com/office/drawing/2014/main" id="{60737591-F745-79B7-934A-C8C5465ACB85}"/>
                  </a:ext>
                </a:extLst>
              </p:cNvPr>
              <p:cNvSpPr>
                <a:spLocks noRot="1" noChangeAspect="1" noMove="1" noResize="1" noEditPoints="1" noAdjustHandles="1" noChangeArrowheads="1" noChangeShapeType="1" noTextEdit="1"/>
              </p:cNvSpPr>
              <p:nvPr/>
            </p:nvSpPr>
            <p:spPr>
              <a:xfrm>
                <a:off x="6059666" y="833434"/>
                <a:ext cx="2743798" cy="1053605"/>
              </a:xfrm>
              <a:prstGeom prst="rect">
                <a:avLst/>
              </a:prstGeom>
              <a:blipFill>
                <a:blip r:embed="rId3"/>
                <a:stretch>
                  <a:fillRect t="-4000" b="-6286"/>
                </a:stretch>
              </a:blipFill>
            </p:spPr>
            <p:txBody>
              <a:bodyPr/>
              <a:lstStyle/>
              <a:p>
                <a:r>
                  <a:rPr lang="en-CH">
                    <a:noFill/>
                  </a:rPr>
                  <a:t> </a:t>
                </a:r>
              </a:p>
            </p:txBody>
          </p:sp>
        </mc:Fallback>
      </mc:AlternateContent>
      <p:cxnSp>
        <p:nvCxnSpPr>
          <p:cNvPr id="15" name="Straight Arrow Connector 14">
            <a:extLst>
              <a:ext uri="{FF2B5EF4-FFF2-40B4-BE49-F238E27FC236}">
                <a16:creationId xmlns:a16="http://schemas.microsoft.com/office/drawing/2014/main" id="{888B25ED-6FDD-22D4-7F72-CED4F7872632}"/>
              </a:ext>
            </a:extLst>
          </p:cNvPr>
          <p:cNvCxnSpPr>
            <a:cxnSpLocks/>
          </p:cNvCxnSpPr>
          <p:nvPr/>
        </p:nvCxnSpPr>
        <p:spPr>
          <a:xfrm>
            <a:off x="5490487" y="1491630"/>
            <a:ext cx="52167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6B8A61C9-2050-76D8-702D-C17361082F3E}"/>
              </a:ext>
            </a:extLst>
          </p:cNvPr>
          <p:cNvCxnSpPr>
            <a:cxnSpLocks/>
          </p:cNvCxnSpPr>
          <p:nvPr/>
        </p:nvCxnSpPr>
        <p:spPr>
          <a:xfrm>
            <a:off x="5613269" y="3147814"/>
            <a:ext cx="3988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1" name="Picture 20">
            <a:extLst>
              <a:ext uri="{FF2B5EF4-FFF2-40B4-BE49-F238E27FC236}">
                <a16:creationId xmlns:a16="http://schemas.microsoft.com/office/drawing/2014/main" id="{DF4D7505-7399-3EFD-4FCD-F01550A0F1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03848" y="0"/>
            <a:ext cx="2814761" cy="5004019"/>
          </a:xfrm>
          <a:prstGeom prst="rect">
            <a:avLst/>
          </a:prstGeom>
        </p:spPr>
      </p:pic>
      <p:cxnSp>
        <p:nvCxnSpPr>
          <p:cNvPr id="22" name="Straight Arrow Connector 21">
            <a:extLst>
              <a:ext uri="{FF2B5EF4-FFF2-40B4-BE49-F238E27FC236}">
                <a16:creationId xmlns:a16="http://schemas.microsoft.com/office/drawing/2014/main" id="{D75528DA-5AD0-9B62-0E69-A0B8F44593B8}"/>
              </a:ext>
            </a:extLst>
          </p:cNvPr>
          <p:cNvCxnSpPr>
            <a:cxnSpLocks/>
          </p:cNvCxnSpPr>
          <p:nvPr/>
        </p:nvCxnSpPr>
        <p:spPr>
          <a:xfrm flipH="1" flipV="1">
            <a:off x="3275856" y="3252718"/>
            <a:ext cx="338984" cy="107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03E7719-F8E5-9C30-147F-B20BBD6EBFC8}"/>
              </a:ext>
            </a:extLst>
          </p:cNvPr>
          <p:cNvCxnSpPr>
            <a:cxnSpLocks/>
          </p:cNvCxnSpPr>
          <p:nvPr/>
        </p:nvCxnSpPr>
        <p:spPr>
          <a:xfrm flipV="1">
            <a:off x="5637194" y="3159459"/>
            <a:ext cx="443283" cy="730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AB831BBE-7A6E-6CE6-0BA6-82E1EB34ECBB}"/>
              </a:ext>
            </a:extLst>
          </p:cNvPr>
          <p:cNvCxnSpPr>
            <a:cxnSpLocks/>
          </p:cNvCxnSpPr>
          <p:nvPr/>
        </p:nvCxnSpPr>
        <p:spPr>
          <a:xfrm>
            <a:off x="5490487" y="1635646"/>
            <a:ext cx="44966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Rectangle: Rounded Corners 30">
            <a:extLst>
              <a:ext uri="{FF2B5EF4-FFF2-40B4-BE49-F238E27FC236}">
                <a16:creationId xmlns:a16="http://schemas.microsoft.com/office/drawing/2014/main" id="{9DDD99F0-1ABE-138E-0F77-F7F3E667095B}"/>
              </a:ext>
            </a:extLst>
          </p:cNvPr>
          <p:cNvSpPr/>
          <p:nvPr/>
        </p:nvSpPr>
        <p:spPr>
          <a:xfrm>
            <a:off x="3100215" y="3651870"/>
            <a:ext cx="2792917" cy="1122549"/>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2" name="Rectangle 31">
            <a:extLst>
              <a:ext uri="{FF2B5EF4-FFF2-40B4-BE49-F238E27FC236}">
                <a16:creationId xmlns:a16="http://schemas.microsoft.com/office/drawing/2014/main" id="{4D9423A8-30C1-F8AD-BEF2-7DA1D3F357C8}"/>
              </a:ext>
            </a:extLst>
          </p:cNvPr>
          <p:cNvSpPr/>
          <p:nvPr/>
        </p:nvSpPr>
        <p:spPr>
          <a:xfrm>
            <a:off x="1367266" y="1796932"/>
            <a:ext cx="1654852" cy="5587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Cohort Implementation</a:t>
            </a:r>
          </a:p>
          <a:p>
            <a:pPr marL="171450" indent="-171450" algn="l">
              <a:buFont typeface="Arial" panose="020B0604020202020204" pitchFamily="34" charset="0"/>
              <a:buChar char="•"/>
            </a:pPr>
            <a:r>
              <a:rPr lang="en-US" sz="1050" dirty="0">
                <a:solidFill>
                  <a:schemeClr val="tx1"/>
                </a:solidFill>
              </a:rPr>
              <a:t>LLIN users</a:t>
            </a:r>
          </a:p>
          <a:p>
            <a:pPr marL="171450" indent="-171450" algn="l">
              <a:buFont typeface="Arial" panose="020B0604020202020204" pitchFamily="34" charset="0"/>
              <a:buChar char="•"/>
            </a:pPr>
            <a:r>
              <a:rPr lang="en-US" sz="1050" dirty="0">
                <a:solidFill>
                  <a:schemeClr val="tx1"/>
                </a:solidFill>
              </a:rPr>
              <a:t>Non-users</a:t>
            </a:r>
          </a:p>
        </p:txBody>
      </p:sp>
      <p:cxnSp>
        <p:nvCxnSpPr>
          <p:cNvPr id="33" name="Straight Arrow Connector 32">
            <a:extLst>
              <a:ext uri="{FF2B5EF4-FFF2-40B4-BE49-F238E27FC236}">
                <a16:creationId xmlns:a16="http://schemas.microsoft.com/office/drawing/2014/main" id="{B16D9F90-4F77-98F7-3DFB-A81E00B0AF2F}"/>
              </a:ext>
            </a:extLst>
          </p:cNvPr>
          <p:cNvCxnSpPr>
            <a:cxnSpLocks/>
          </p:cNvCxnSpPr>
          <p:nvPr/>
        </p:nvCxnSpPr>
        <p:spPr>
          <a:xfrm>
            <a:off x="3042646" y="2189275"/>
            <a:ext cx="322403" cy="764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6" name="Picture 35">
            <a:extLst>
              <a:ext uri="{FF2B5EF4-FFF2-40B4-BE49-F238E27FC236}">
                <a16:creationId xmlns:a16="http://schemas.microsoft.com/office/drawing/2014/main" id="{069603C9-632B-C3A6-E9A7-E172AB4FF342}"/>
              </a:ext>
            </a:extLst>
          </p:cNvPr>
          <p:cNvPicPr>
            <a:picLocks noChangeAspect="1"/>
          </p:cNvPicPr>
          <p:nvPr/>
        </p:nvPicPr>
        <p:blipFill>
          <a:blip r:embed="rId5"/>
          <a:stretch>
            <a:fillRect/>
          </a:stretch>
        </p:blipFill>
        <p:spPr>
          <a:xfrm>
            <a:off x="5044325" y="2060437"/>
            <a:ext cx="768389" cy="711237"/>
          </a:xfrm>
          <a:prstGeom prst="rect">
            <a:avLst/>
          </a:prstGeom>
        </p:spPr>
      </p:pic>
    </p:spTree>
    <p:extLst>
      <p:ext uri="{BB962C8B-B14F-4D97-AF65-F5344CB8AC3E}">
        <p14:creationId xmlns:p14="http://schemas.microsoft.com/office/powerpoint/2010/main" val="113006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BCFA7-CB59-22C9-4839-82572B177E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4E7A0A-2F5F-C2B8-FBFB-A70FA419418D}"/>
              </a:ext>
            </a:extLst>
          </p:cNvPr>
          <p:cNvSpPr>
            <a:spLocks noGrp="1"/>
          </p:cNvSpPr>
          <p:nvPr>
            <p:ph type="title"/>
          </p:nvPr>
        </p:nvSpPr>
        <p:spPr/>
        <p:txBody>
          <a:bodyPr/>
          <a:lstStyle/>
          <a:p>
            <a:r>
              <a:rPr lang="en-GB" sz="2000" dirty="0"/>
              <a:t>Methods</a:t>
            </a:r>
            <a:endParaRPr lang="en-GB" sz="2000" dirty="0">
              <a:solidFill>
                <a:schemeClr val="accent1">
                  <a:lumMod val="100000"/>
                </a:schemeClr>
              </a:solidFill>
            </a:endParaRPr>
          </a:p>
        </p:txBody>
      </p:sp>
      <p:sp>
        <p:nvSpPr>
          <p:cNvPr id="4" name="Rectangle 3">
            <a:extLst>
              <a:ext uri="{FF2B5EF4-FFF2-40B4-BE49-F238E27FC236}">
                <a16:creationId xmlns:a16="http://schemas.microsoft.com/office/drawing/2014/main" id="{7A9A3ACC-CEC6-478A-02D0-575287522D0E}"/>
              </a:ext>
            </a:extLst>
          </p:cNvPr>
          <p:cNvSpPr/>
          <p:nvPr/>
        </p:nvSpPr>
        <p:spPr>
          <a:xfrm>
            <a:off x="6059666" y="2914358"/>
            <a:ext cx="2000763" cy="4669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Pop size</a:t>
            </a:r>
            <a:r>
              <a:rPr lang="en-US" sz="1050" dirty="0">
                <a:solidFill>
                  <a:schemeClr val="tx1"/>
                </a:solidFill>
              </a:rPr>
              <a:t>: 10’000</a:t>
            </a:r>
          </a:p>
          <a:p>
            <a:pPr algn="l"/>
            <a:r>
              <a:rPr lang="en-US" sz="1050" b="1" dirty="0">
                <a:solidFill>
                  <a:schemeClr val="tx1"/>
                </a:solidFill>
              </a:rPr>
              <a:t>Age groups: </a:t>
            </a:r>
            <a:r>
              <a:rPr lang="en-US" sz="1050" dirty="0">
                <a:solidFill>
                  <a:schemeClr val="tx1"/>
                </a:solidFill>
              </a:rPr>
              <a:t>0-5, 0-10, 0-100</a:t>
            </a:r>
            <a:r>
              <a:rPr lang="en-US" sz="1050" dirty="0">
                <a:solidFill>
                  <a:schemeClr val="tx1"/>
                </a:solidFill>
                <a:highlight>
                  <a:srgbClr val="00FF00"/>
                </a:highlight>
              </a:rPr>
              <a:t> </a:t>
            </a:r>
            <a:endParaRPr lang="en-CH" sz="1050" dirty="0">
              <a:solidFill>
                <a:schemeClr val="tx1"/>
              </a:solidFill>
              <a:highlight>
                <a:srgbClr val="00FF00"/>
              </a:highlight>
            </a:endParaRPr>
          </a:p>
        </p:txBody>
      </p:sp>
      <p:sp>
        <p:nvSpPr>
          <p:cNvPr id="8" name="Rectangle 7">
            <a:extLst>
              <a:ext uri="{FF2B5EF4-FFF2-40B4-BE49-F238E27FC236}">
                <a16:creationId xmlns:a16="http://schemas.microsoft.com/office/drawing/2014/main" id="{9F548E94-37C0-0639-D49B-EED696E31458}"/>
              </a:ext>
            </a:extLst>
          </p:cNvPr>
          <p:cNvSpPr/>
          <p:nvPr/>
        </p:nvSpPr>
        <p:spPr>
          <a:xfrm>
            <a:off x="1301784" y="2830948"/>
            <a:ext cx="1902063" cy="7906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Interventions Implemented</a:t>
            </a:r>
          </a:p>
          <a:p>
            <a:pPr algn="l"/>
            <a:r>
              <a:rPr lang="en-US" sz="1050" b="1" dirty="0">
                <a:solidFill>
                  <a:schemeClr val="tx1"/>
                </a:solidFill>
              </a:rPr>
              <a:t>CM:</a:t>
            </a:r>
            <a:r>
              <a:rPr lang="en-US" sz="1050" dirty="0">
                <a:solidFill>
                  <a:schemeClr val="tx1"/>
                </a:solidFill>
              </a:rPr>
              <a:t> 2003-2022</a:t>
            </a:r>
          </a:p>
          <a:p>
            <a:pPr algn="l"/>
            <a:r>
              <a:rPr lang="en-US" sz="1050" b="1" dirty="0">
                <a:solidFill>
                  <a:schemeClr val="tx1"/>
                </a:solidFill>
              </a:rPr>
              <a:t>IG2 net:</a:t>
            </a:r>
            <a:r>
              <a:rPr lang="en-US" sz="1050" dirty="0">
                <a:solidFill>
                  <a:schemeClr val="tx1"/>
                </a:solidFill>
              </a:rPr>
              <a:t> 2023, 2026, 2029</a:t>
            </a:r>
          </a:p>
          <a:p>
            <a:pPr algn="l"/>
            <a:endParaRPr lang="en-US" sz="1050" dirty="0">
              <a:solidFill>
                <a:schemeClr val="tx1"/>
              </a:solidFill>
            </a:endParaRPr>
          </a:p>
          <a:p>
            <a:pPr algn="l"/>
            <a:r>
              <a:rPr lang="en-US" sz="1050" b="1" dirty="0">
                <a:solidFill>
                  <a:schemeClr val="tx1"/>
                </a:solidFill>
              </a:rPr>
              <a:t>Seed</a:t>
            </a:r>
            <a:r>
              <a:rPr lang="en-US" sz="1050" dirty="0">
                <a:solidFill>
                  <a:schemeClr val="tx1"/>
                </a:solidFill>
              </a:rPr>
              <a:t> = 10</a:t>
            </a:r>
            <a:endParaRPr lang="en-CH" sz="1050" dirty="0">
              <a:solidFill>
                <a:schemeClr val="tx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F8B2C49-187D-C2DB-A3A0-B2C6A03A460F}"/>
                  </a:ext>
                </a:extLst>
              </p:cNvPr>
              <p:cNvSpPr/>
              <p:nvPr/>
            </p:nvSpPr>
            <p:spPr>
              <a:xfrm>
                <a:off x="6059666" y="833434"/>
                <a:ext cx="2743798" cy="10536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EIR</a:t>
                </a:r>
                <a:r>
                  <a:rPr lang="en-US" sz="1050" dirty="0">
                    <a:solidFill>
                      <a:schemeClr val="tx1"/>
                    </a:solidFill>
                  </a:rPr>
                  <a:t>:</a:t>
                </a:r>
                <a:r>
                  <a:rPr lang="en-US" sz="1050" dirty="0">
                    <a:solidFill>
                      <a:schemeClr val="tx1"/>
                    </a:solidFill>
                    <a:highlight>
                      <a:srgbClr val="00FFFF"/>
                    </a:highlight>
                  </a:rPr>
                  <a:t>2, 4, </a:t>
                </a:r>
                <a:r>
                  <a:rPr lang="en-US" sz="1050" dirty="0">
                    <a:solidFill>
                      <a:schemeClr val="tx1"/>
                    </a:solidFill>
                    <a:highlight>
                      <a:srgbClr val="008080"/>
                    </a:highlight>
                  </a:rPr>
                  <a:t>8, 16, 24, 32</a:t>
                </a:r>
                <a:r>
                  <a:rPr lang="en-US" sz="1050" dirty="0">
                    <a:solidFill>
                      <a:schemeClr val="tx1"/>
                    </a:solidFill>
                  </a:rPr>
                  <a:t>, </a:t>
                </a:r>
                <a:r>
                  <a:rPr lang="en-US" sz="1050" dirty="0">
                    <a:solidFill>
                      <a:schemeClr val="tx1"/>
                    </a:solidFill>
                    <a:highlight>
                      <a:srgbClr val="00FF00"/>
                    </a:highlight>
                  </a:rPr>
                  <a:t>48, 60, 80, 100</a:t>
                </a:r>
              </a:p>
              <a:p>
                <a:pPr algn="l"/>
                <a:endParaRPr lang="en-US" sz="1050" dirty="0">
                  <a:solidFill>
                    <a:schemeClr val="tx1"/>
                  </a:solidFill>
                  <a:highlight>
                    <a:srgbClr val="00FF00"/>
                  </a:highlight>
                </a:endParaRPr>
              </a:p>
              <a:p>
                <a:pPr algn="l"/>
                <a:r>
                  <a:rPr lang="en-US" sz="1050" b="1" dirty="0">
                    <a:solidFill>
                      <a:schemeClr val="tx1"/>
                    </a:solidFill>
                  </a:rPr>
                  <a:t>Low</a:t>
                </a:r>
                <a:r>
                  <a:rPr lang="en-US" sz="1050" dirty="0">
                    <a:solidFill>
                      <a:schemeClr val="tx1"/>
                    </a:solidFill>
                  </a:rPr>
                  <a:t>: </a:t>
                </a:r>
                <a:r>
                  <a:rPr lang="en-US" sz="1050" dirty="0">
                    <a:solidFill>
                      <a:schemeClr val="tx1"/>
                    </a:solidFill>
                    <a:highlight>
                      <a:srgbClr val="00FFFF"/>
                    </a:highlight>
                  </a:rPr>
                  <a:t>&lt;8 </a:t>
                </a:r>
                <a:r>
                  <a:rPr lang="en-US" sz="1050" dirty="0">
                    <a:solidFill>
                      <a:schemeClr val="tx1"/>
                    </a:solidFill>
                  </a:rPr>
                  <a:t> - </a:t>
                </a:r>
                <a14:m>
                  <m:oMath xmlns:m="http://schemas.openxmlformats.org/officeDocument/2006/math">
                    <m:sSub>
                      <m:sSubPr>
                        <m:ctrlPr>
                          <a:rPr lang="en-CH" sz="1050" i="1" smtClean="0">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[0.12-0.34]</a:t>
                </a:r>
              </a:p>
              <a:p>
                <a:pPr algn="l"/>
                <a:endParaRPr lang="en-US" sz="1050" dirty="0">
                  <a:solidFill>
                    <a:schemeClr val="tx1"/>
                  </a:solidFill>
                  <a:highlight>
                    <a:srgbClr val="00FFFF"/>
                  </a:highlight>
                </a:endParaRPr>
              </a:p>
              <a:p>
                <a:pPr algn="l"/>
                <a:r>
                  <a:rPr lang="en-US" sz="1050" b="1" dirty="0">
                    <a:solidFill>
                      <a:schemeClr val="tx1"/>
                    </a:solidFill>
                  </a:rPr>
                  <a:t>Moderate</a:t>
                </a:r>
                <a:r>
                  <a:rPr lang="en-US" sz="1050" dirty="0">
                    <a:solidFill>
                      <a:schemeClr val="tx1"/>
                    </a:solidFill>
                  </a:rPr>
                  <a:t>: </a:t>
                </a:r>
                <a:r>
                  <a:rPr lang="en-US" sz="1050" dirty="0">
                    <a:solidFill>
                      <a:schemeClr val="tx1"/>
                    </a:solidFill>
                    <a:highlight>
                      <a:srgbClr val="008080"/>
                    </a:highlight>
                  </a:rPr>
                  <a:t>8-32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[0.38-0.45]</a:t>
                </a:r>
              </a:p>
              <a:p>
                <a:pPr algn="l"/>
                <a:endParaRPr lang="en-US" sz="1050" dirty="0">
                  <a:solidFill>
                    <a:schemeClr val="tx1"/>
                  </a:solidFill>
                  <a:highlight>
                    <a:srgbClr val="008080"/>
                  </a:highlight>
                </a:endParaRPr>
              </a:p>
              <a:p>
                <a:pPr algn="l"/>
                <a:r>
                  <a:rPr lang="en-US" sz="1050" b="1" dirty="0">
                    <a:solidFill>
                      <a:schemeClr val="tx1"/>
                    </a:solidFill>
                  </a:rPr>
                  <a:t>High</a:t>
                </a:r>
                <a:r>
                  <a:rPr lang="en-US" sz="1050" dirty="0">
                    <a:solidFill>
                      <a:schemeClr val="tx1"/>
                    </a:solidFill>
                  </a:rPr>
                  <a:t>: </a:t>
                </a:r>
                <a:r>
                  <a:rPr lang="en-US" sz="1050" dirty="0">
                    <a:solidFill>
                      <a:schemeClr val="tx1"/>
                    </a:solidFill>
                    <a:highlight>
                      <a:srgbClr val="00FF00"/>
                    </a:highlight>
                  </a:rPr>
                  <a:t>&gt;32</a:t>
                </a:r>
                <a:r>
                  <a:rPr lang="en-US" sz="1050" dirty="0">
                    <a:solidFill>
                      <a:schemeClr val="tx1"/>
                    </a:solidFill>
                  </a:rPr>
                  <a:t> - </a:t>
                </a:r>
                <a14:m>
                  <m:oMath xmlns:m="http://schemas.openxmlformats.org/officeDocument/2006/math">
                    <m:sSub>
                      <m:sSubPr>
                        <m:ctrlPr>
                          <a:rPr lang="en-CH" sz="1050" i="1">
                            <a:solidFill>
                              <a:schemeClr val="tx1"/>
                            </a:solidFill>
                            <a:latin typeface="Cambria Math" panose="02040503050406030204" pitchFamily="18" charset="0"/>
                          </a:rPr>
                        </m:ctrlPr>
                      </m:sSubPr>
                      <m:e>
                        <m:r>
                          <a:rPr lang="en-US" sz="1050" b="0" i="1" smtClean="0">
                            <a:solidFill>
                              <a:schemeClr val="tx1"/>
                            </a:solidFill>
                            <a:latin typeface="Cambria Math" panose="02040503050406030204" pitchFamily="18" charset="0"/>
                          </a:rPr>
                          <m:t> </m:t>
                        </m:r>
                        <m:r>
                          <a:rPr lang="en-CH" sz="1050" i="1">
                            <a:solidFill>
                              <a:schemeClr val="tx1"/>
                            </a:solidFill>
                            <a:latin typeface="Cambria Math" panose="02040503050406030204" pitchFamily="18" charset="0"/>
                          </a:rPr>
                          <m:t>𝑃𝑓𝑃𝑅</m:t>
                        </m:r>
                      </m:e>
                      <m:sub>
                        <m:r>
                          <a:rPr lang="en-CH" sz="1050" i="1">
                            <a:solidFill>
                              <a:schemeClr val="tx1"/>
                            </a:solidFill>
                            <a:latin typeface="Cambria Math" panose="02040503050406030204" pitchFamily="18" charset="0"/>
                          </a:rPr>
                          <m:t>0−100</m:t>
                        </m:r>
                      </m:sub>
                    </m:sSub>
                  </m:oMath>
                </a14:m>
                <a:r>
                  <a:rPr lang="en-US" sz="1050" dirty="0">
                    <a:solidFill>
                      <a:schemeClr val="tx1"/>
                    </a:solidFill>
                  </a:rPr>
                  <a:t> [0.47-0.5]</a:t>
                </a:r>
                <a:endParaRPr lang="en-CH" sz="1050" dirty="0">
                  <a:solidFill>
                    <a:schemeClr val="tx1"/>
                  </a:solidFill>
                </a:endParaRPr>
              </a:p>
            </p:txBody>
          </p:sp>
        </mc:Choice>
        <mc:Fallback xmlns="">
          <p:sp>
            <p:nvSpPr>
              <p:cNvPr id="11" name="Rectangle 10">
                <a:extLst>
                  <a:ext uri="{FF2B5EF4-FFF2-40B4-BE49-F238E27FC236}">
                    <a16:creationId xmlns:a16="http://schemas.microsoft.com/office/drawing/2014/main" id="{9F8B2C49-187D-C2DB-A3A0-B2C6A03A460F}"/>
                  </a:ext>
                </a:extLst>
              </p:cNvPr>
              <p:cNvSpPr>
                <a:spLocks noRot="1" noChangeAspect="1" noMove="1" noResize="1" noEditPoints="1" noAdjustHandles="1" noChangeArrowheads="1" noChangeShapeType="1" noTextEdit="1"/>
              </p:cNvSpPr>
              <p:nvPr/>
            </p:nvSpPr>
            <p:spPr>
              <a:xfrm>
                <a:off x="6059666" y="833434"/>
                <a:ext cx="2743798" cy="1053605"/>
              </a:xfrm>
              <a:prstGeom prst="rect">
                <a:avLst/>
              </a:prstGeom>
              <a:blipFill>
                <a:blip r:embed="rId3"/>
                <a:stretch>
                  <a:fillRect t="-4000" b="-6286"/>
                </a:stretch>
              </a:blipFill>
            </p:spPr>
            <p:txBody>
              <a:bodyPr/>
              <a:lstStyle/>
              <a:p>
                <a:r>
                  <a:rPr lang="en-CH">
                    <a:noFill/>
                  </a:rPr>
                  <a:t> </a:t>
                </a:r>
              </a:p>
            </p:txBody>
          </p:sp>
        </mc:Fallback>
      </mc:AlternateContent>
      <p:cxnSp>
        <p:nvCxnSpPr>
          <p:cNvPr id="6" name="Straight Arrow Connector 5">
            <a:extLst>
              <a:ext uri="{FF2B5EF4-FFF2-40B4-BE49-F238E27FC236}">
                <a16:creationId xmlns:a16="http://schemas.microsoft.com/office/drawing/2014/main" id="{5A04B0E8-AD0D-C231-4F36-76157FC105D5}"/>
              </a:ext>
            </a:extLst>
          </p:cNvPr>
          <p:cNvCxnSpPr>
            <a:cxnSpLocks/>
          </p:cNvCxnSpPr>
          <p:nvPr/>
        </p:nvCxnSpPr>
        <p:spPr>
          <a:xfrm flipH="1" flipV="1">
            <a:off x="3255785" y="3238037"/>
            <a:ext cx="340815" cy="1432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Rectangle 21">
            <a:extLst>
              <a:ext uri="{FF2B5EF4-FFF2-40B4-BE49-F238E27FC236}">
                <a16:creationId xmlns:a16="http://schemas.microsoft.com/office/drawing/2014/main" id="{D61B9B8F-5650-DED2-F519-DF4833FC149F}"/>
              </a:ext>
            </a:extLst>
          </p:cNvPr>
          <p:cNvSpPr/>
          <p:nvPr/>
        </p:nvSpPr>
        <p:spPr>
          <a:xfrm>
            <a:off x="1367266" y="1796932"/>
            <a:ext cx="1654852" cy="5587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050" b="1" dirty="0">
                <a:solidFill>
                  <a:schemeClr val="tx1"/>
                </a:solidFill>
              </a:rPr>
              <a:t>Cohort Implementation</a:t>
            </a:r>
          </a:p>
          <a:p>
            <a:pPr marL="171450" indent="-171450" algn="l">
              <a:buFont typeface="Arial" panose="020B0604020202020204" pitchFamily="34" charset="0"/>
              <a:buChar char="•"/>
            </a:pPr>
            <a:r>
              <a:rPr lang="en-US" sz="1050" dirty="0">
                <a:solidFill>
                  <a:schemeClr val="tx1"/>
                </a:solidFill>
              </a:rPr>
              <a:t>LLIN users</a:t>
            </a:r>
          </a:p>
          <a:p>
            <a:pPr marL="171450" indent="-171450" algn="l">
              <a:buFont typeface="Arial" panose="020B0604020202020204" pitchFamily="34" charset="0"/>
              <a:buChar char="•"/>
            </a:pPr>
            <a:r>
              <a:rPr lang="en-US" sz="1050" dirty="0">
                <a:solidFill>
                  <a:schemeClr val="tx1"/>
                </a:solidFill>
              </a:rPr>
              <a:t>Non-users</a:t>
            </a:r>
          </a:p>
        </p:txBody>
      </p:sp>
      <p:pic>
        <p:nvPicPr>
          <p:cNvPr id="27" name="Picture 26">
            <a:extLst>
              <a:ext uri="{FF2B5EF4-FFF2-40B4-BE49-F238E27FC236}">
                <a16:creationId xmlns:a16="http://schemas.microsoft.com/office/drawing/2014/main" id="{13F6CD73-36C5-2E68-79A5-FA2B607CA2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55785" y="71318"/>
            <a:ext cx="2743798" cy="4877863"/>
          </a:xfrm>
          <a:prstGeom prst="rect">
            <a:avLst/>
          </a:prstGeom>
        </p:spPr>
      </p:pic>
      <p:cxnSp>
        <p:nvCxnSpPr>
          <p:cNvPr id="28" name="Straight Arrow Connector 27">
            <a:extLst>
              <a:ext uri="{FF2B5EF4-FFF2-40B4-BE49-F238E27FC236}">
                <a16:creationId xmlns:a16="http://schemas.microsoft.com/office/drawing/2014/main" id="{1B1B49A2-BB8F-B631-77F8-73F276BAF00A}"/>
              </a:ext>
            </a:extLst>
          </p:cNvPr>
          <p:cNvCxnSpPr>
            <a:cxnSpLocks/>
          </p:cNvCxnSpPr>
          <p:nvPr/>
        </p:nvCxnSpPr>
        <p:spPr>
          <a:xfrm flipV="1">
            <a:off x="5580886" y="3138319"/>
            <a:ext cx="418697" cy="997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ACD9DE9D-E47A-3AC6-EC47-C25999D5DECD}"/>
              </a:ext>
            </a:extLst>
          </p:cNvPr>
          <p:cNvCxnSpPr>
            <a:cxnSpLocks/>
          </p:cNvCxnSpPr>
          <p:nvPr/>
        </p:nvCxnSpPr>
        <p:spPr>
          <a:xfrm flipV="1">
            <a:off x="5508104" y="1539429"/>
            <a:ext cx="418697" cy="997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A6ECE14A-8FCB-0C77-7F58-1A4050282E43}"/>
              </a:ext>
            </a:extLst>
          </p:cNvPr>
          <p:cNvCxnSpPr>
            <a:cxnSpLocks/>
          </p:cNvCxnSpPr>
          <p:nvPr/>
        </p:nvCxnSpPr>
        <p:spPr>
          <a:xfrm flipH="1" flipV="1">
            <a:off x="3255785" y="3244009"/>
            <a:ext cx="443974" cy="1618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2889E93D-671B-B7C5-E9F6-D0BBD4D86317}"/>
              </a:ext>
            </a:extLst>
          </p:cNvPr>
          <p:cNvCxnSpPr>
            <a:cxnSpLocks/>
          </p:cNvCxnSpPr>
          <p:nvPr/>
        </p:nvCxnSpPr>
        <p:spPr>
          <a:xfrm>
            <a:off x="3068615" y="2236116"/>
            <a:ext cx="322403" cy="764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27568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87DF9-915B-561D-061C-5A901B7ED1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E07342-38BA-3D06-EE50-02A8EDEF78F2}"/>
              </a:ext>
            </a:extLst>
          </p:cNvPr>
          <p:cNvSpPr>
            <a:spLocks noGrp="1"/>
          </p:cNvSpPr>
          <p:nvPr>
            <p:ph type="title"/>
          </p:nvPr>
        </p:nvSpPr>
        <p:spPr/>
        <p:txBody>
          <a:bodyPr/>
          <a:lstStyle/>
          <a:p>
            <a:r>
              <a:rPr lang="en-GB" sz="2000" dirty="0">
                <a:solidFill>
                  <a:schemeClr val="accent1">
                    <a:lumMod val="100000"/>
                  </a:schemeClr>
                </a:solidFill>
              </a:rPr>
              <a:t>Definition</a:t>
            </a:r>
            <a:r>
              <a:rPr lang="en-US" sz="2000" dirty="0"/>
              <a:t>s</a:t>
            </a:r>
            <a:endParaRPr lang="en-GB" sz="2000" dirty="0">
              <a:solidFill>
                <a:schemeClr val="accent1">
                  <a:lumMod val="100000"/>
                </a:schemeClr>
              </a:solidFill>
            </a:endParaRP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FBB6B36-1655-F71A-9554-A940202DB371}"/>
                  </a:ext>
                </a:extLst>
              </p:cNvPr>
              <p:cNvSpPr>
                <a:spLocks noGrp="1"/>
              </p:cNvSpPr>
              <p:nvPr>
                <p:ph sz="quarter" idx="15"/>
              </p:nvPr>
            </p:nvSpPr>
            <p:spPr>
              <a:xfrm>
                <a:off x="458676" y="987574"/>
                <a:ext cx="8137525" cy="3384376"/>
              </a:xfrm>
            </p:spPr>
            <p:txBody>
              <a:bodyPr/>
              <a:lstStyle/>
              <a:p>
                <a:pPr marL="285750" indent="-285750">
                  <a:buFont typeface="Arial" panose="020B0604020202020204" pitchFamily="34" charset="0"/>
                  <a:buChar char="•"/>
                </a:pPr>
                <a:r>
                  <a:rPr lang="en-US" b="1" dirty="0"/>
                  <a:t>Protection</a:t>
                </a:r>
                <a:r>
                  <a:rPr lang="en-US" dirty="0"/>
                  <a:t>: reduction in prevalence</a:t>
                </a:r>
                <a:endParaRPr lang="en-US" b="1" dirty="0"/>
              </a:p>
              <a:p>
                <a:pPr marL="285750" indent="-285750">
                  <a:buFont typeface="Arial" panose="020B0604020202020204" pitchFamily="34" charset="0"/>
                  <a:buChar char="•"/>
                </a:pPr>
                <a:r>
                  <a:rPr lang="en-US" b="1" dirty="0"/>
                  <a:t>Prevalence reduction</a:t>
                </a:r>
                <a:r>
                  <a:rPr lang="en-US" dirty="0"/>
                  <a:t>: counterfactual </a:t>
                </a:r>
                <a14:m>
                  <m:oMath xmlns:m="http://schemas.openxmlformats.org/officeDocument/2006/math">
                    <m:r>
                      <a:rPr lang="en-CH" i="1">
                        <a:latin typeface="Cambria Math" panose="02040503050406030204" pitchFamily="18" charset="0"/>
                      </a:rPr>
                      <m:t>𝑃𝑓𝑃𝑅</m:t>
                    </m:r>
                  </m:oMath>
                </a14:m>
                <a:r>
                  <a:rPr lang="en-US" dirty="0"/>
                  <a:t> – </a:t>
                </a:r>
                <a14:m>
                  <m:oMath xmlns:m="http://schemas.openxmlformats.org/officeDocument/2006/math">
                    <m:r>
                      <a:rPr lang="en-CH" i="1">
                        <a:latin typeface="Cambria Math" panose="02040503050406030204" pitchFamily="18" charset="0"/>
                      </a:rPr>
                      <m:t>𝑃𝑓𝑃𝑅</m:t>
                    </m:r>
                  </m:oMath>
                </a14:m>
                <a:r>
                  <a:rPr lang="en-US" dirty="0"/>
                  <a:t> among cohorts</a:t>
                </a:r>
              </a:p>
              <a:p>
                <a:pPr marL="285750" indent="-285750">
                  <a:buFont typeface="Arial" panose="020B0604020202020204" pitchFamily="34" charset="0"/>
                  <a:buChar char="•"/>
                </a:pPr>
                <a:r>
                  <a:rPr lang="en-US" b="1" dirty="0"/>
                  <a:t>Direct protection</a:t>
                </a:r>
                <a:r>
                  <a:rPr lang="en-US" dirty="0"/>
                  <a:t>: reduction in prevalence among LLIN users </a:t>
                </a:r>
              </a:p>
              <a:p>
                <a:pPr algn="ctr"/>
                <a:r>
                  <a:rPr lang="en-US" dirty="0"/>
                  <a:t>(counterfactual </a:t>
                </a:r>
                <a14:m>
                  <m:oMath xmlns:m="http://schemas.openxmlformats.org/officeDocument/2006/math">
                    <m:r>
                      <a:rPr lang="en-CH" i="1">
                        <a:latin typeface="Cambria Math" panose="02040503050406030204" pitchFamily="18" charset="0"/>
                      </a:rPr>
                      <m:t>𝑃𝑓𝑃𝑅</m:t>
                    </m:r>
                  </m:oMath>
                </a14:m>
                <a:r>
                  <a:rPr lang="en-US" dirty="0"/>
                  <a:t> –</a:t>
                </a:r>
                <a14:m>
                  <m:oMath xmlns:m="http://schemas.openxmlformats.org/officeDocument/2006/math">
                    <m:r>
                      <a:rPr lang="en-US" b="0" i="0" smtClean="0">
                        <a:latin typeface="Cambria Math" panose="02040503050406030204" pitchFamily="18" charset="0"/>
                      </a:rPr>
                      <m:t> </m:t>
                    </m:r>
                    <m:r>
                      <a:rPr lang="en-CH" i="1">
                        <a:latin typeface="Cambria Math" panose="02040503050406030204" pitchFamily="18" charset="0"/>
                      </a:rPr>
                      <m:t>𝑃𝑓𝑃𝑅</m:t>
                    </m:r>
                  </m:oMath>
                </a14:m>
                <a:r>
                  <a:rPr lang="en-US" dirty="0"/>
                  <a:t> among users)</a:t>
                </a:r>
              </a:p>
              <a:p>
                <a:pPr marL="285750" indent="-285750">
                  <a:buFont typeface="Arial" panose="020B0604020202020204" pitchFamily="34" charset="0"/>
                  <a:buChar char="•"/>
                </a:pPr>
                <a:r>
                  <a:rPr lang="en-US" b="1" dirty="0"/>
                  <a:t>Indirect (community) protection</a:t>
                </a:r>
                <a:r>
                  <a:rPr lang="en-US" dirty="0"/>
                  <a:t>: reduction in prevalence among non-users </a:t>
                </a:r>
              </a:p>
              <a:p>
                <a:pPr algn="ctr"/>
                <a:r>
                  <a:rPr lang="en-US" dirty="0"/>
                  <a:t>(counterfactual </a:t>
                </a:r>
                <a14:m>
                  <m:oMath xmlns:m="http://schemas.openxmlformats.org/officeDocument/2006/math">
                    <m:r>
                      <a:rPr lang="en-CH" i="1">
                        <a:latin typeface="Cambria Math" panose="02040503050406030204" pitchFamily="18" charset="0"/>
                      </a:rPr>
                      <m:t>𝑃𝑓𝑃𝑅</m:t>
                    </m:r>
                  </m:oMath>
                </a14:m>
                <a:r>
                  <a:rPr lang="en-US" dirty="0"/>
                  <a:t> –</a:t>
                </a:r>
                <a14:m>
                  <m:oMath xmlns:m="http://schemas.openxmlformats.org/officeDocument/2006/math">
                    <m:r>
                      <a:rPr lang="en-US">
                        <a:latin typeface="Cambria Math" panose="02040503050406030204" pitchFamily="18" charset="0"/>
                      </a:rPr>
                      <m:t> </m:t>
                    </m:r>
                    <m:r>
                      <a:rPr lang="en-CH" i="1">
                        <a:latin typeface="Cambria Math" panose="02040503050406030204" pitchFamily="18" charset="0"/>
                      </a:rPr>
                      <m:t>𝑃𝑓𝑃𝑅</m:t>
                    </m:r>
                  </m:oMath>
                </a14:m>
                <a:r>
                  <a:rPr lang="en-US" dirty="0"/>
                  <a:t> among non-users)</a:t>
                </a:r>
              </a:p>
              <a:p>
                <a:pPr marL="285750" indent="-285750">
                  <a:buFont typeface="Arial" panose="020B0604020202020204" pitchFamily="34" charset="0"/>
                  <a:buChar char="•"/>
                </a:pPr>
                <a:r>
                  <a:rPr lang="en-US" b="1" dirty="0"/>
                  <a:t>Overall protection</a:t>
                </a:r>
                <a:r>
                  <a:rPr lang="en-US" dirty="0"/>
                  <a:t>: reduction in prevalence among the overall population </a:t>
                </a:r>
              </a:p>
              <a:p>
                <a:pPr algn="ctr"/>
                <a:r>
                  <a:rPr lang="en-US" dirty="0"/>
                  <a:t>(counterfactual </a:t>
                </a:r>
                <a14:m>
                  <m:oMath xmlns:m="http://schemas.openxmlformats.org/officeDocument/2006/math">
                    <m:r>
                      <a:rPr lang="en-CH" i="1">
                        <a:latin typeface="Cambria Math" panose="02040503050406030204" pitchFamily="18" charset="0"/>
                      </a:rPr>
                      <m:t>𝑃𝑓𝑃𝑅</m:t>
                    </m:r>
                  </m:oMath>
                </a14:m>
                <a:r>
                  <a:rPr lang="en-US" dirty="0"/>
                  <a:t> –</a:t>
                </a:r>
                <a14:m>
                  <m:oMath xmlns:m="http://schemas.openxmlformats.org/officeDocument/2006/math">
                    <m:r>
                      <a:rPr lang="en-US">
                        <a:latin typeface="Cambria Math" panose="02040503050406030204" pitchFamily="18" charset="0"/>
                      </a:rPr>
                      <m:t> </m:t>
                    </m:r>
                    <m:r>
                      <a:rPr lang="en-CH" i="1">
                        <a:latin typeface="Cambria Math" panose="02040503050406030204" pitchFamily="18" charset="0"/>
                      </a:rPr>
                      <m:t>𝑃𝑓𝑃𝑅</m:t>
                    </m:r>
                  </m:oMath>
                </a14:m>
                <a:r>
                  <a:rPr lang="en-US" dirty="0"/>
                  <a:t> among overall population)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CH" dirty="0"/>
              </a:p>
            </p:txBody>
          </p:sp>
        </mc:Choice>
        <mc:Fallback xmlns="">
          <p:sp>
            <p:nvSpPr>
              <p:cNvPr id="6" name="Content Placeholder 5">
                <a:extLst>
                  <a:ext uri="{FF2B5EF4-FFF2-40B4-BE49-F238E27FC236}">
                    <a16:creationId xmlns:a16="http://schemas.microsoft.com/office/drawing/2014/main" id="{DFBB6B36-1655-F71A-9554-A940202DB371}"/>
                  </a:ext>
                </a:extLst>
              </p:cNvPr>
              <p:cNvSpPr>
                <a:spLocks noGrp="1" noRot="1" noChangeAspect="1" noMove="1" noResize="1" noEditPoints="1" noAdjustHandles="1" noChangeArrowheads="1" noChangeShapeType="1" noTextEdit="1"/>
              </p:cNvSpPr>
              <p:nvPr>
                <p:ph sz="quarter" idx="15"/>
              </p:nvPr>
            </p:nvSpPr>
            <p:spPr>
              <a:xfrm>
                <a:off x="458676" y="987574"/>
                <a:ext cx="8137525" cy="3384376"/>
              </a:xfrm>
              <a:blipFill>
                <a:blip r:embed="rId2"/>
                <a:stretch>
                  <a:fillRect l="-2022" t="-2342"/>
                </a:stretch>
              </a:blipFill>
            </p:spPr>
            <p:txBody>
              <a:bodyPr/>
              <a:lstStyle/>
              <a:p>
                <a:r>
                  <a:rPr lang="en-CH">
                    <a:noFill/>
                  </a:rPr>
                  <a:t> </a:t>
                </a:r>
              </a:p>
            </p:txBody>
          </p:sp>
        </mc:Fallback>
      </mc:AlternateContent>
    </p:spTree>
    <p:extLst>
      <p:ext uri="{BB962C8B-B14F-4D97-AF65-F5344CB8AC3E}">
        <p14:creationId xmlns:p14="http://schemas.microsoft.com/office/powerpoint/2010/main" val="283599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7ADE-0E5B-D077-CC31-58C83E3C2EC0}"/>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F0C6B649-235C-6031-F3B0-E74684FADDC8}"/>
              </a:ext>
            </a:extLst>
          </p:cNvPr>
          <p:cNvSpPr>
            <a:spLocks noGrp="1"/>
          </p:cNvSpPr>
          <p:nvPr>
            <p:ph type="body" sz="quarter" idx="11"/>
          </p:nvPr>
        </p:nvSpPr>
        <p:spPr/>
        <p:txBody>
          <a:bodyPr/>
          <a:lstStyle/>
          <a:p>
            <a:pPr lvl="0"/>
            <a:r>
              <a:rPr lang="en-GB" dirty="0"/>
              <a:t>Results</a:t>
            </a:r>
          </a:p>
        </p:txBody>
      </p:sp>
    </p:spTree>
    <p:extLst>
      <p:ext uri="{BB962C8B-B14F-4D97-AF65-F5344CB8AC3E}">
        <p14:creationId xmlns:p14="http://schemas.microsoft.com/office/powerpoint/2010/main" val="555554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5FFA-7B98-ADF6-5C1D-DAABA839A3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15223C-F1C2-42CD-72F1-0FC0C6324C9D}"/>
              </a:ext>
            </a:extLst>
          </p:cNvPr>
          <p:cNvSpPr>
            <a:spLocks noGrp="1"/>
          </p:cNvSpPr>
          <p:nvPr>
            <p:ph type="title"/>
          </p:nvPr>
        </p:nvSpPr>
        <p:spPr/>
        <p:txBody>
          <a:bodyPr/>
          <a:lstStyle/>
          <a:p>
            <a:r>
              <a:rPr lang="en-US" sz="2000" dirty="0">
                <a:cs typeface="Arial" panose="020B0604020202020204" pitchFamily="34" charset="0"/>
                <a:sym typeface="Helvetica Neue"/>
              </a:rPr>
              <a:t>Prevalence </a:t>
            </a:r>
            <a:r>
              <a:rPr lang="en-CH" sz="2000" dirty="0">
                <a:cs typeface="Arial" panose="020B0604020202020204" pitchFamily="34" charset="0"/>
                <a:sym typeface="Helvetica Neue"/>
              </a:rPr>
              <a:t>declined over time</a:t>
            </a:r>
            <a:r>
              <a:rPr lang="en-US" sz="2000" dirty="0">
                <a:cs typeface="Arial" panose="020B0604020202020204" pitchFamily="34" charset="0"/>
                <a:sym typeface="Helvetica Neue"/>
              </a:rPr>
              <a:t> for both users and non-users</a:t>
            </a:r>
            <a:r>
              <a:rPr lang="en-CH" sz="2000" dirty="0">
                <a:cs typeface="Arial" panose="020B0604020202020204" pitchFamily="34" charset="0"/>
                <a:sym typeface="Helvetica Neue"/>
              </a:rPr>
              <a:t> with increasing LLIN usage </a:t>
            </a:r>
            <a:r>
              <a:rPr lang="en-US" sz="2000" dirty="0">
                <a:cs typeface="Arial" panose="020B0604020202020204" pitchFamily="34" charset="0"/>
                <a:sym typeface="Helvetica Neue"/>
              </a:rPr>
              <a:t>-</a:t>
            </a:r>
            <a:r>
              <a:rPr lang="en-CH" sz="2000" dirty="0">
                <a:cs typeface="Arial" panose="020B0604020202020204" pitchFamily="34" charset="0"/>
                <a:sym typeface="Helvetica Neue"/>
              </a:rPr>
              <a:t> </a:t>
            </a:r>
            <a:r>
              <a:rPr lang="en-US" sz="2000" dirty="0">
                <a:cs typeface="Arial" panose="020B0604020202020204" pitchFamily="34" charset="0"/>
                <a:sym typeface="Helvetica Neue"/>
              </a:rPr>
              <a:t>3</a:t>
            </a:r>
            <a:r>
              <a:rPr lang="en-CH" sz="2000" dirty="0">
                <a:cs typeface="Arial" panose="020B0604020202020204" pitchFamily="34" charset="0"/>
                <a:sym typeface="Helvetica Neue"/>
              </a:rPr>
              <a:t> LLIN distribution cycles</a:t>
            </a:r>
            <a:endParaRPr lang="en-US" sz="2000" dirty="0">
              <a:solidFill>
                <a:schemeClr val="accent1">
                  <a:lumMod val="100000"/>
                </a:schemeClr>
              </a:solidFill>
            </a:endParaRPr>
          </a:p>
        </p:txBody>
      </p:sp>
      <p:pic>
        <p:nvPicPr>
          <p:cNvPr id="7" name="Picture 6">
            <a:extLst>
              <a:ext uri="{FF2B5EF4-FFF2-40B4-BE49-F238E27FC236}">
                <a16:creationId xmlns:a16="http://schemas.microsoft.com/office/drawing/2014/main" id="{985050B3-E97B-F6DB-9998-149E9A11B5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833434"/>
            <a:ext cx="6916323" cy="4226282"/>
          </a:xfrm>
          <a:prstGeom prst="rect">
            <a:avLst/>
          </a:prstGeom>
        </p:spPr>
      </p:pic>
    </p:spTree>
    <p:extLst>
      <p:ext uri="{BB962C8B-B14F-4D97-AF65-F5344CB8AC3E}">
        <p14:creationId xmlns:p14="http://schemas.microsoft.com/office/powerpoint/2010/main" val="3237281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3F60F-5CB3-D348-6F00-72EE414C828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043C3C4-2FB9-85D5-75FF-BC267EEC48D7}"/>
              </a:ext>
            </a:extLst>
          </p:cNvPr>
          <p:cNvSpPr>
            <a:spLocks noGrp="1"/>
          </p:cNvSpPr>
          <p:nvPr>
            <p:ph type="title"/>
          </p:nvPr>
        </p:nvSpPr>
        <p:spPr/>
        <p:txBody>
          <a:bodyPr/>
          <a:lstStyle/>
          <a:p>
            <a:r>
              <a:rPr lang="en-US" sz="2000" dirty="0">
                <a:cs typeface="Arial" panose="020B0604020202020204" pitchFamily="34" charset="0"/>
                <a:sym typeface="Helvetica Neue"/>
              </a:rPr>
              <a:t>Prevalence reduction (protection)</a:t>
            </a:r>
            <a:endParaRPr lang="en-US" sz="2000" dirty="0">
              <a:solidFill>
                <a:schemeClr val="accent1">
                  <a:lumMod val="100000"/>
                </a:schemeClr>
              </a:solidFill>
            </a:endParaRPr>
          </a:p>
        </p:txBody>
      </p:sp>
      <p:pic>
        <p:nvPicPr>
          <p:cNvPr id="7" name="Picture 6">
            <a:extLst>
              <a:ext uri="{FF2B5EF4-FFF2-40B4-BE49-F238E27FC236}">
                <a16:creationId xmlns:a16="http://schemas.microsoft.com/office/drawing/2014/main" id="{E4A4F338-0567-1845-D26E-CD64AC14A5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987574"/>
            <a:ext cx="6514754" cy="3993123"/>
          </a:xfrm>
          <a:prstGeom prst="rect">
            <a:avLst/>
          </a:prstGeom>
        </p:spPr>
      </p:pic>
    </p:spTree>
    <p:extLst>
      <p:ext uri="{BB962C8B-B14F-4D97-AF65-F5344CB8AC3E}">
        <p14:creationId xmlns:p14="http://schemas.microsoft.com/office/powerpoint/2010/main" val="4032361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CBE90-36B2-210C-D005-A70EE9CF77E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7B21D47-147D-C6ED-6E13-49F8FA472B4C}"/>
              </a:ext>
            </a:extLst>
          </p:cNvPr>
          <p:cNvSpPr>
            <a:spLocks noGrp="1"/>
          </p:cNvSpPr>
          <p:nvPr>
            <p:ph type="title"/>
          </p:nvPr>
        </p:nvSpPr>
        <p:spPr/>
        <p:txBody>
          <a:bodyPr/>
          <a:lstStyle/>
          <a:p>
            <a:r>
              <a:rPr lang="en-US" sz="2000" dirty="0"/>
              <a:t>The disparity in infection risk between LLIN users and non-users decreases with increasing usage </a:t>
            </a:r>
            <a:endParaRPr lang="en-US" sz="2000" dirty="0">
              <a:solidFill>
                <a:schemeClr val="accent1">
                  <a:lumMod val="100000"/>
                </a:schemeClr>
              </a:solidFill>
            </a:endParaRPr>
          </a:p>
        </p:txBody>
      </p:sp>
      <p:pic>
        <p:nvPicPr>
          <p:cNvPr id="3" name="Picture 2">
            <a:extLst>
              <a:ext uri="{FF2B5EF4-FFF2-40B4-BE49-F238E27FC236}">
                <a16:creationId xmlns:a16="http://schemas.microsoft.com/office/drawing/2014/main" id="{C8F5961B-4844-F3E0-1DA2-EF7F76C2B6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833434"/>
            <a:ext cx="6399423" cy="3909298"/>
          </a:xfrm>
          <a:prstGeom prst="rect">
            <a:avLst/>
          </a:prstGeom>
        </p:spPr>
      </p:pic>
    </p:spTree>
    <p:extLst>
      <p:ext uri="{BB962C8B-B14F-4D97-AF65-F5344CB8AC3E}">
        <p14:creationId xmlns:p14="http://schemas.microsoft.com/office/powerpoint/2010/main" val="3606285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7EF63-E303-725F-52B5-A51F91EBDBC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E71E297-E103-E7E9-8C5D-6B5D18C65E4F}"/>
              </a:ext>
            </a:extLst>
          </p:cNvPr>
          <p:cNvSpPr>
            <a:spLocks noGrp="1"/>
          </p:cNvSpPr>
          <p:nvPr>
            <p:ph type="title"/>
          </p:nvPr>
        </p:nvSpPr>
        <p:spPr/>
        <p:txBody>
          <a:bodyPr/>
          <a:lstStyle/>
          <a:p>
            <a:r>
              <a:rPr lang="en-US" sz="2000" dirty="0"/>
              <a:t>LLINs consistently protect users, and this protection scales with usage regardless of transmission intensity</a:t>
            </a:r>
            <a:endParaRPr lang="en-US" sz="2000" dirty="0">
              <a:solidFill>
                <a:schemeClr val="accent1">
                  <a:lumMod val="100000"/>
                </a:schemeClr>
              </a:solidFill>
            </a:endParaRPr>
          </a:p>
        </p:txBody>
      </p:sp>
      <p:pic>
        <p:nvPicPr>
          <p:cNvPr id="10" name="Picture 9">
            <a:extLst>
              <a:ext uri="{FF2B5EF4-FFF2-40B4-BE49-F238E27FC236}">
                <a16:creationId xmlns:a16="http://schemas.microsoft.com/office/drawing/2014/main" id="{66FCC39E-DD9D-39D7-275B-91EB97F23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833434"/>
            <a:ext cx="6880612" cy="4196842"/>
          </a:xfrm>
          <a:prstGeom prst="rect">
            <a:avLst/>
          </a:prstGeom>
        </p:spPr>
      </p:pic>
      <p:sp>
        <p:nvSpPr>
          <p:cNvPr id="2" name="Rectangle 1">
            <a:extLst>
              <a:ext uri="{FF2B5EF4-FFF2-40B4-BE49-F238E27FC236}">
                <a16:creationId xmlns:a16="http://schemas.microsoft.com/office/drawing/2014/main" id="{ED0DB6B3-279B-2863-792F-EC7E45A02442}"/>
              </a:ext>
            </a:extLst>
          </p:cNvPr>
          <p:cNvSpPr/>
          <p:nvPr/>
        </p:nvSpPr>
        <p:spPr>
          <a:xfrm>
            <a:off x="1547664" y="1059582"/>
            <a:ext cx="6984776" cy="1116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77826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E244-A3BD-B8AE-426F-0E08BB6F522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609A62-3049-1D5D-5704-D226339A8DD9}"/>
              </a:ext>
            </a:extLst>
          </p:cNvPr>
          <p:cNvSpPr>
            <a:spLocks noGrp="1"/>
          </p:cNvSpPr>
          <p:nvPr>
            <p:ph type="title"/>
          </p:nvPr>
        </p:nvSpPr>
        <p:spPr/>
        <p:txBody>
          <a:bodyPr/>
          <a:lstStyle/>
          <a:p>
            <a:r>
              <a:rPr lang="en-US" sz="2000" dirty="0"/>
              <a:t>Protection is strongest and in low-to-moderate transmission settings and becomes harder to achieve as EIR increases</a:t>
            </a:r>
            <a:endParaRPr lang="en-US" sz="2000" dirty="0">
              <a:solidFill>
                <a:schemeClr val="accent1">
                  <a:lumMod val="100000"/>
                </a:schemeClr>
              </a:solidFill>
            </a:endParaRPr>
          </a:p>
        </p:txBody>
      </p:sp>
      <p:pic>
        <p:nvPicPr>
          <p:cNvPr id="10" name="Picture 9">
            <a:extLst>
              <a:ext uri="{FF2B5EF4-FFF2-40B4-BE49-F238E27FC236}">
                <a16:creationId xmlns:a16="http://schemas.microsoft.com/office/drawing/2014/main" id="{AFE2F38C-0EAC-25C9-FCBF-D93C2AF8B7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833434"/>
            <a:ext cx="6880612" cy="4196842"/>
          </a:xfrm>
          <a:prstGeom prst="rect">
            <a:avLst/>
          </a:prstGeom>
        </p:spPr>
      </p:pic>
      <p:sp>
        <p:nvSpPr>
          <p:cNvPr id="11" name="Rectangle 10">
            <a:extLst>
              <a:ext uri="{FF2B5EF4-FFF2-40B4-BE49-F238E27FC236}">
                <a16:creationId xmlns:a16="http://schemas.microsoft.com/office/drawing/2014/main" id="{B3DE01FC-B29E-4DD5-3B45-F57A1FE140E3}"/>
              </a:ext>
            </a:extLst>
          </p:cNvPr>
          <p:cNvSpPr/>
          <p:nvPr/>
        </p:nvSpPr>
        <p:spPr>
          <a:xfrm>
            <a:off x="1528273" y="2139702"/>
            <a:ext cx="6984776" cy="11521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008452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93C09-0D43-4893-87C2-02BF32FEE23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1685190-DCD9-A14F-8DC8-1F98BB6295F6}"/>
              </a:ext>
            </a:extLst>
          </p:cNvPr>
          <p:cNvSpPr>
            <a:spLocks noGrp="1"/>
          </p:cNvSpPr>
          <p:nvPr>
            <p:ph type="title"/>
          </p:nvPr>
        </p:nvSpPr>
        <p:spPr/>
        <p:txBody>
          <a:bodyPr/>
          <a:lstStyle/>
          <a:p>
            <a:r>
              <a:rPr lang="en-US" sz="2000" dirty="0"/>
              <a:t>Protection is strongest and in low-to-moderate transmission settings and becomes harder to achieve as EIR increases</a:t>
            </a:r>
            <a:endParaRPr lang="en-US" sz="2000" dirty="0">
              <a:solidFill>
                <a:schemeClr val="accent1">
                  <a:lumMod val="100000"/>
                </a:schemeClr>
              </a:solidFill>
            </a:endParaRPr>
          </a:p>
        </p:txBody>
      </p:sp>
      <p:pic>
        <p:nvPicPr>
          <p:cNvPr id="10" name="Picture 9">
            <a:extLst>
              <a:ext uri="{FF2B5EF4-FFF2-40B4-BE49-F238E27FC236}">
                <a16:creationId xmlns:a16="http://schemas.microsoft.com/office/drawing/2014/main" id="{401D88D0-6718-5257-3887-95DB2DE5C3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833434"/>
            <a:ext cx="6880612" cy="4196842"/>
          </a:xfrm>
          <a:prstGeom prst="rect">
            <a:avLst/>
          </a:prstGeom>
        </p:spPr>
      </p:pic>
      <p:sp>
        <p:nvSpPr>
          <p:cNvPr id="2" name="Rectangle 1">
            <a:extLst>
              <a:ext uri="{FF2B5EF4-FFF2-40B4-BE49-F238E27FC236}">
                <a16:creationId xmlns:a16="http://schemas.microsoft.com/office/drawing/2014/main" id="{65A5F021-17F1-F5FA-589D-D9AAD043556A}"/>
              </a:ext>
            </a:extLst>
          </p:cNvPr>
          <p:cNvSpPr/>
          <p:nvPr/>
        </p:nvSpPr>
        <p:spPr>
          <a:xfrm>
            <a:off x="1547664" y="3219822"/>
            <a:ext cx="6984776" cy="11521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2752345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2228-4DB6-69CE-4E79-C0F1D0CDAEA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B9DAD72-D493-AEC9-3F0E-5D20C79464C3}"/>
              </a:ext>
            </a:extLst>
          </p:cNvPr>
          <p:cNvSpPr>
            <a:spLocks noGrp="1"/>
          </p:cNvSpPr>
          <p:nvPr>
            <p:ph type="title"/>
          </p:nvPr>
        </p:nvSpPr>
        <p:spPr/>
        <p:txBody>
          <a:bodyPr/>
          <a:lstStyle/>
          <a:p>
            <a:r>
              <a:rPr lang="en-US" sz="2000" dirty="0"/>
              <a:t>LLIN usage produces strong indirect (community) protection in low to moderate transmission settings</a:t>
            </a:r>
            <a:endParaRPr lang="en-US" sz="2000" dirty="0">
              <a:solidFill>
                <a:schemeClr val="accent1">
                  <a:lumMod val="100000"/>
                </a:schemeClr>
              </a:solidFill>
            </a:endParaRPr>
          </a:p>
        </p:txBody>
      </p:sp>
      <p:pic>
        <p:nvPicPr>
          <p:cNvPr id="7" name="Picture 6">
            <a:extLst>
              <a:ext uri="{FF2B5EF4-FFF2-40B4-BE49-F238E27FC236}">
                <a16:creationId xmlns:a16="http://schemas.microsoft.com/office/drawing/2014/main" id="{959FDD8A-A4EA-B452-173C-03D0685B2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071" y="915566"/>
            <a:ext cx="5749508" cy="3509256"/>
          </a:xfrm>
          <a:prstGeom prst="rect">
            <a:avLst/>
          </a:prstGeom>
        </p:spPr>
      </p:pic>
    </p:spTree>
    <p:extLst>
      <p:ext uri="{BB962C8B-B14F-4D97-AF65-F5344CB8AC3E}">
        <p14:creationId xmlns:p14="http://schemas.microsoft.com/office/powerpoint/2010/main" val="245141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7E37-7A10-4D0D-A356-426F95B3B23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24F641A-67EF-AF86-09E4-F0A9FF84B1C5}"/>
              </a:ext>
            </a:extLst>
          </p:cNvPr>
          <p:cNvSpPr>
            <a:spLocks noGrp="1"/>
          </p:cNvSpPr>
          <p:nvPr>
            <p:ph type="body" sz="quarter" idx="13"/>
          </p:nvPr>
        </p:nvSpPr>
        <p:spPr>
          <a:xfrm>
            <a:off x="500063" y="4129087"/>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24D880D5-05AC-2E26-782A-DD2F2551F8DC}"/>
              </a:ext>
            </a:extLst>
          </p:cNvPr>
          <p:cNvSpPr>
            <a:spLocks noGrp="1"/>
          </p:cNvSpPr>
          <p:nvPr>
            <p:ph type="title"/>
          </p:nvPr>
        </p:nvSpPr>
        <p:spPr/>
        <p:txBody>
          <a:bodyPr/>
          <a:lstStyle/>
          <a:p>
            <a:r>
              <a:rPr lang="en-US" sz="2000" dirty="0">
                <a:cs typeface="Arial" panose="020B0604020202020204" pitchFamily="34" charset="0"/>
                <a:sym typeface="Helvetica Neue"/>
              </a:rPr>
              <a:t>Coverage required to obtain 10% and 20% reductions among non-users</a:t>
            </a:r>
            <a:endParaRPr lang="en-US" sz="2000" dirty="0">
              <a:solidFill>
                <a:schemeClr val="accent1">
                  <a:lumMod val="100000"/>
                </a:schemeClr>
              </a:solidFill>
            </a:endParaRPr>
          </a:p>
        </p:txBody>
      </p:sp>
      <p:pic>
        <p:nvPicPr>
          <p:cNvPr id="5" name="Picture 4">
            <a:extLst>
              <a:ext uri="{FF2B5EF4-FFF2-40B4-BE49-F238E27FC236}">
                <a16:creationId xmlns:a16="http://schemas.microsoft.com/office/drawing/2014/main" id="{745DA709-64C9-C0D5-5CC7-C0A0C3113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833434"/>
            <a:ext cx="6852197" cy="4203677"/>
          </a:xfrm>
          <a:prstGeom prst="rect">
            <a:avLst/>
          </a:prstGeom>
        </p:spPr>
      </p:pic>
    </p:spTree>
    <p:extLst>
      <p:ext uri="{BB962C8B-B14F-4D97-AF65-F5344CB8AC3E}">
        <p14:creationId xmlns:p14="http://schemas.microsoft.com/office/powerpoint/2010/main" val="3975393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3D91-C88E-5BA6-FA0D-E50360E34E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E8CDF2C-364A-F574-B29C-97F0928CDF2A}"/>
              </a:ext>
            </a:extLst>
          </p:cNvPr>
          <p:cNvSpPr>
            <a:spLocks noGrp="1"/>
          </p:cNvSpPr>
          <p:nvPr>
            <p:ph type="title"/>
          </p:nvPr>
        </p:nvSpPr>
        <p:spPr/>
        <p:txBody>
          <a:bodyPr/>
          <a:lstStyle/>
          <a:p>
            <a:r>
              <a:rPr lang="en-US" sz="2000" dirty="0">
                <a:cs typeface="Arial" panose="020B0604020202020204" pitchFamily="34" charset="0"/>
                <a:sym typeface="Helvetica Neue"/>
              </a:rPr>
              <a:t>Key messages</a:t>
            </a:r>
            <a:endParaRPr lang="en-US" sz="2000" dirty="0">
              <a:solidFill>
                <a:schemeClr val="accent1">
                  <a:lumMod val="100000"/>
                </a:schemeClr>
              </a:solidFill>
            </a:endParaRPr>
          </a:p>
        </p:txBody>
      </p:sp>
      <p:sp>
        <p:nvSpPr>
          <p:cNvPr id="3" name="Rectangle 1">
            <a:extLst>
              <a:ext uri="{FF2B5EF4-FFF2-40B4-BE49-F238E27FC236}">
                <a16:creationId xmlns:a16="http://schemas.microsoft.com/office/drawing/2014/main" id="{A58D0908-6F60-2CBB-B816-CF5565CDA919}"/>
              </a:ext>
            </a:extLst>
          </p:cNvPr>
          <p:cNvSpPr>
            <a:spLocks noChangeArrowheads="1"/>
          </p:cNvSpPr>
          <p:nvPr/>
        </p:nvSpPr>
        <p:spPr bwMode="auto">
          <a:xfrm>
            <a:off x="500062" y="807471"/>
            <a:ext cx="813752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H" altLang="en-CH" b="0" i="0" u="none" strike="noStrike" cap="none" normalizeH="0" baseline="0" dirty="0">
                <a:ln>
                  <a:noFill/>
                </a:ln>
                <a:solidFill>
                  <a:schemeClr val="tx1"/>
                </a:solidFill>
                <a:effectLst/>
                <a:latin typeface="Arial" panose="020B0604020202020204" pitchFamily="34" charset="0"/>
              </a:rPr>
              <a:t>LLIN effects are nonlinear</a:t>
            </a:r>
            <a:endParaRPr kumimoji="0" lang="en-US" altLang="en-CH"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latin typeface="+mn-lt"/>
              </a:rPr>
              <a:t>The disparity in infection risk between LLIN users and non-users decreases with increasing coverage </a:t>
            </a:r>
            <a:endParaRPr kumimoji="0" lang="en-CH" altLang="en-CH" b="0"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H" altLang="en-CH" b="0" i="0" u="none" strike="noStrike" cap="none" normalizeH="0" baseline="0" dirty="0">
                <a:ln>
                  <a:noFill/>
                </a:ln>
                <a:solidFill>
                  <a:schemeClr val="tx1"/>
                </a:solidFill>
                <a:effectLst/>
                <a:latin typeface="Arial" panose="020B0604020202020204" pitchFamily="34" charset="0"/>
              </a:rPr>
              <a:t>Community protection is transmission-dependent.</a:t>
            </a:r>
            <a:endParaRPr kumimoji="0" lang="en-US" altLang="en-CH"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latin typeface="+mn-lt"/>
              </a:rPr>
              <a:t>Community protection is strongest and most efficient in low-to-moderate transmission settings and becomes harder to achieve as EIR increases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H" altLang="en-CH" i="0" u="none" strike="noStrike" cap="none" normalizeH="0" baseline="0" dirty="0">
                <a:ln>
                  <a:noFill/>
                </a:ln>
                <a:solidFill>
                  <a:schemeClr val="tx1"/>
                </a:solidFill>
                <a:effectLst/>
                <a:latin typeface="Arial" panose="020B0604020202020204" pitchFamily="34" charset="0"/>
              </a:rPr>
              <a:t>There is no single optimal coverage target</a:t>
            </a:r>
            <a:r>
              <a:rPr kumimoji="0" lang="en-US" altLang="en-CH" i="0" u="none" strike="noStrike" cap="none" normalizeH="0" baseline="0" dirty="0">
                <a:ln>
                  <a:noFill/>
                </a:ln>
                <a:solidFill>
                  <a:schemeClr val="tx1"/>
                </a:solidFill>
                <a:effectLst/>
                <a:latin typeface="Arial" panose="020B0604020202020204" pitchFamily="34" charset="0"/>
              </a:rPr>
              <a:t> in moderate to high transmission settings (no plateau)</a:t>
            </a:r>
            <a:endParaRPr kumimoji="0" lang="en-CH" altLang="en-CH"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latin typeface="+mn-lt"/>
              </a:rPr>
              <a:t>High EIR settings do not generate strong community effects without very high coverage</a:t>
            </a:r>
            <a:endParaRPr kumimoji="0" lang="en-US" altLang="en-CH"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latin typeface="+mn-lt"/>
              </a:rPr>
              <a:t>Modest coverage (</a:t>
            </a:r>
            <a:r>
              <a:rPr lang="en-US" dirty="0"/>
              <a:t>≈ </a:t>
            </a:r>
            <a:r>
              <a:rPr lang="en-US" dirty="0">
                <a:latin typeface="+mn-lt"/>
              </a:rPr>
              <a:t>30%) is required in low EIR settings to achieve </a:t>
            </a:r>
            <a:r>
              <a:rPr lang="en-US" dirty="0"/>
              <a:t>20% reduction among non-users, whereas </a:t>
            </a:r>
            <a:r>
              <a:rPr lang="en-US" dirty="0">
                <a:latin typeface="+mn-lt"/>
              </a:rPr>
              <a:t>mid-level coverage (≈50–60%) required in moderate EIR settings</a:t>
            </a:r>
            <a:endParaRPr kumimoji="0" lang="en-CH" altLang="en-CH" sz="18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73820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95F4E-4095-6130-4869-B61BEC7847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F75126-852C-2AA2-4AD7-A9C8FD24996D}"/>
              </a:ext>
            </a:extLst>
          </p:cNvPr>
          <p:cNvSpPr>
            <a:spLocks noGrp="1"/>
          </p:cNvSpPr>
          <p:nvPr>
            <p:ph type="title"/>
          </p:nvPr>
        </p:nvSpPr>
        <p:spPr/>
        <p:txBody>
          <a:bodyPr/>
          <a:lstStyle/>
          <a:p>
            <a:r>
              <a:rPr lang="en-GB" sz="2000" dirty="0"/>
              <a:t>Recommendations</a:t>
            </a:r>
            <a:endParaRPr lang="en-GB" sz="2000" dirty="0">
              <a:solidFill>
                <a:schemeClr val="accent1">
                  <a:lumMod val="100000"/>
                </a:schemeClr>
              </a:solidFill>
            </a:endParaRPr>
          </a:p>
        </p:txBody>
      </p:sp>
      <p:sp>
        <p:nvSpPr>
          <p:cNvPr id="6" name="Content Placeholder 5">
            <a:extLst>
              <a:ext uri="{FF2B5EF4-FFF2-40B4-BE49-F238E27FC236}">
                <a16:creationId xmlns:a16="http://schemas.microsoft.com/office/drawing/2014/main" id="{F2FDAAD0-D548-741F-7811-B7BE29250DBC}"/>
              </a:ext>
            </a:extLst>
          </p:cNvPr>
          <p:cNvSpPr>
            <a:spLocks noGrp="1"/>
          </p:cNvSpPr>
          <p:nvPr>
            <p:ph sz="quarter" idx="15"/>
          </p:nvPr>
        </p:nvSpPr>
        <p:spPr>
          <a:xfrm>
            <a:off x="458676" y="987574"/>
            <a:ext cx="8137525" cy="3384376"/>
          </a:xfrm>
        </p:spPr>
        <p:txBody>
          <a:bodyPr/>
          <a:lstStyle/>
          <a:p>
            <a:pPr marL="342900" indent="-342900">
              <a:buFont typeface="+mj-lt"/>
              <a:buAutoNum type="arabicPeriod"/>
            </a:pPr>
            <a:r>
              <a:rPr lang="en-US" altLang="en-CH" dirty="0"/>
              <a:t>In low EIR settings, m</a:t>
            </a:r>
            <a:r>
              <a:rPr lang="en-US" dirty="0"/>
              <a:t>aintain </a:t>
            </a:r>
            <a:r>
              <a:rPr lang="en-US" b="1" dirty="0"/>
              <a:t>≥ 30–50% </a:t>
            </a:r>
            <a:r>
              <a:rPr lang="en-US" dirty="0"/>
              <a:t>effective usage to preserve community protection</a:t>
            </a:r>
            <a:endParaRPr lang="en-US" altLang="en-CH" dirty="0"/>
          </a:p>
          <a:p>
            <a:pPr marL="342900" indent="-342900">
              <a:buFont typeface="+mj-lt"/>
              <a:buAutoNum type="arabicPeriod"/>
            </a:pPr>
            <a:r>
              <a:rPr lang="en-US" altLang="en-CH" dirty="0"/>
              <a:t>Push </a:t>
            </a:r>
            <a:r>
              <a:rPr lang="en-US" dirty="0"/>
              <a:t>toward </a:t>
            </a:r>
            <a:r>
              <a:rPr lang="en-US" b="1" dirty="0"/>
              <a:t>≥ 50–70% </a:t>
            </a:r>
            <a:r>
              <a:rPr lang="en-US" dirty="0"/>
              <a:t>to achieve </a:t>
            </a:r>
            <a:r>
              <a:rPr lang="en-US" b="1" dirty="0"/>
              <a:t>meaningful indirect effects</a:t>
            </a:r>
            <a:r>
              <a:rPr lang="en-US" dirty="0"/>
              <a:t> in moderate settings</a:t>
            </a:r>
          </a:p>
          <a:p>
            <a:pPr marL="342900" indent="-342900">
              <a:buFont typeface="+mj-lt"/>
              <a:buAutoNum type="arabicPeriod"/>
            </a:pPr>
            <a:r>
              <a:rPr lang="en-US" b="1" dirty="0"/>
              <a:t>Protect gains </a:t>
            </a:r>
            <a:r>
              <a:rPr lang="en-US" dirty="0"/>
              <a:t>in low transmission settings</a:t>
            </a:r>
          </a:p>
          <a:p>
            <a:pPr marL="620713" lvl="1" indent="-342900">
              <a:buFont typeface="Arial" panose="020B0604020202020204" pitchFamily="34" charset="0"/>
              <a:buChar char="•"/>
            </a:pPr>
            <a:r>
              <a:rPr lang="en-US" dirty="0"/>
              <a:t>Do not deprioritize LLINs low-transmission areas </a:t>
            </a:r>
          </a:p>
          <a:p>
            <a:pPr marL="342900" indent="-342900">
              <a:buFont typeface="+mj-lt"/>
              <a:buAutoNum type="arabicPeriod"/>
            </a:pPr>
            <a:r>
              <a:rPr lang="en-US" altLang="en-CH" dirty="0"/>
              <a:t>Nets alone are not sufficient in high EIR settings, </a:t>
            </a:r>
            <a:r>
              <a:rPr lang="en-US" altLang="en-CH" b="1" dirty="0"/>
              <a:t>combine with other interventions</a:t>
            </a:r>
            <a:endParaRPr lang="en-US" b="1" dirty="0"/>
          </a:p>
          <a:p>
            <a:pPr marL="285750" indent="-285750">
              <a:buFont typeface="Arial" panose="020B0604020202020204" pitchFamily="34" charset="0"/>
              <a:buChar char="•"/>
            </a:pPr>
            <a:endParaRPr lang="en-US" dirty="0"/>
          </a:p>
          <a:p>
            <a:endParaRPr lang="en-CH" dirty="0"/>
          </a:p>
        </p:txBody>
      </p:sp>
    </p:spTree>
    <p:extLst>
      <p:ext uri="{BB962C8B-B14F-4D97-AF65-F5344CB8AC3E}">
        <p14:creationId xmlns:p14="http://schemas.microsoft.com/office/powerpoint/2010/main" val="290134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30C325-7ACD-8B41-8EB5-F9572D6E947F}"/>
              </a:ext>
            </a:extLst>
          </p:cNvPr>
          <p:cNvSpPr txBox="1"/>
          <p:nvPr/>
        </p:nvSpPr>
        <p:spPr>
          <a:xfrm>
            <a:off x="500063" y="2606238"/>
            <a:ext cx="3927921" cy="542845"/>
          </a:xfrm>
          <a:prstGeom prst="rect">
            <a:avLst/>
          </a:prstGeom>
        </p:spPr>
        <p:txBody>
          <a:bodyPr vert="horz" wrap="none" lIns="0" tIns="45720" rIns="91440" bIns="45720" rtlCol="0">
            <a:noAutofit/>
          </a:bodyPr>
          <a:lstStyle/>
          <a:p>
            <a:pPr marL="0" indent="0" algn="l">
              <a:buNone/>
            </a:pPr>
            <a:endParaRPr lang="en-US" sz="2400" b="0" i="0" dirty="0">
              <a:solidFill>
                <a:schemeClr val="accent3"/>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D6B562F6-E45C-4B36-922E-D0C1B0B5A3DE}"/>
              </a:ext>
            </a:extLst>
          </p:cNvPr>
          <p:cNvSpPr>
            <a:spLocks noGrp="1"/>
          </p:cNvSpPr>
          <p:nvPr>
            <p:ph type="body" sz="quarter" idx="11"/>
          </p:nvPr>
        </p:nvSpPr>
        <p:spPr>
          <a:xfrm>
            <a:off x="500062" y="2673719"/>
            <a:ext cx="8137525" cy="618111"/>
          </a:xfrm>
        </p:spPr>
        <p:txBody>
          <a:bodyPr anchor="ctr" anchorCtr="0"/>
          <a:lstStyle/>
          <a:p>
            <a:r>
              <a:rPr lang="en-US" dirty="0">
                <a:solidFill>
                  <a:schemeClr val="accent1">
                    <a:lumMod val="100000"/>
                  </a:schemeClr>
                </a:solidFill>
              </a:rPr>
              <a:t>Thank you for your attention</a:t>
            </a:r>
          </a:p>
        </p:txBody>
      </p:sp>
    </p:spTree>
    <p:extLst>
      <p:ext uri="{BB962C8B-B14F-4D97-AF65-F5344CB8AC3E}">
        <p14:creationId xmlns:p14="http://schemas.microsoft.com/office/powerpoint/2010/main" val="654008510"/>
      </p:ext>
    </p:extLst>
  </p:cSld>
  <p:clrMapOvr>
    <a:masterClrMapping/>
  </p:clrMapOvr>
</p:sld>
</file>

<file path=ppt/theme/theme1.xml><?xml version="1.0" encoding="utf-8"?>
<a:theme xmlns:a="http://schemas.openxmlformats.org/drawingml/2006/main" name="Custom Design">
  <a:themeElements>
    <a:clrScheme name="Swiss_TPH_New">
      <a:dk1>
        <a:srgbClr val="000000"/>
      </a:dk1>
      <a:lt1>
        <a:srgbClr val="FFFFFF"/>
      </a:lt1>
      <a:dk2>
        <a:srgbClr val="BABCBE"/>
      </a:dk2>
      <a:lt2>
        <a:srgbClr val="717073"/>
      </a:lt2>
      <a:accent1>
        <a:srgbClr val="468AB2"/>
      </a:accent1>
      <a:accent2>
        <a:srgbClr val="BF3227"/>
      </a:accent2>
      <a:accent3>
        <a:srgbClr val="B5C751"/>
      </a:accent3>
      <a:accent4>
        <a:srgbClr val="EDCD64"/>
      </a:accent4>
      <a:accent5>
        <a:srgbClr val="868686"/>
      </a:accent5>
      <a:accent6>
        <a:srgbClr val="C5D3E5"/>
      </a:accent6>
      <a:hlink>
        <a:srgbClr val="B2C654"/>
      </a:hlink>
      <a:folHlink>
        <a:srgbClr val="EBD7A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noFill/>
        </a:ln>
      </a:spPr>
      <a:bodyPr vert="horz" wrap="square" lIns="91440" tIns="45720" rIns="91440" bIns="45720" rtlCol="0">
        <a:noAutofit/>
      </a:bodyPr>
      <a:lstStyle>
        <a:defPPr marL="0" indent="0" algn="l">
          <a:buNone/>
          <a:defRPr sz="1600" b="0" dirty="0" smtClean="0">
            <a:solidFill>
              <a:schemeClr val="accent1"/>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PT 16x9 Swiss TPH.potx" id="{20373BB4-0324-4F16-A9B5-2460B8191979}" vid="{F2F1BD85-56D1-46D2-AF66-9996211A2EE6}"/>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363800" rtl="0" fontAlgn="auto" latinLnBrk="1" hangingPunct="0">
          <a:lnSpc>
            <a:spcPct val="93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363800" rtl="0" fontAlgn="auto" latinLnBrk="1" hangingPunct="0">
          <a:lnSpc>
            <a:spcPct val="93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CC2F69649366542805CCBAF42E8EFB7" ma:contentTypeVersion="4" ma:contentTypeDescription="Create a new document." ma:contentTypeScope="" ma:versionID="60d978b5935bf3a2213058135cad3411">
  <xsd:schema xmlns:xsd="http://www.w3.org/2001/XMLSchema" xmlns:xs="http://www.w3.org/2001/XMLSchema" xmlns:p="http://schemas.microsoft.com/office/2006/metadata/properties" xmlns:ns2="63ffaa22-7d8e-4240-a944-afc297a842b9" targetNamespace="http://schemas.microsoft.com/office/2006/metadata/properties" ma:root="true" ma:fieldsID="12af3a03e5a82617190befc2b4010dba" ns2:_="">
    <xsd:import namespace="63ffaa22-7d8e-4240-a944-afc297a842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ffaa22-7d8e-4240-a944-afc297a84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CC74DA-16BA-48DE-83B2-C2637755DE44}">
  <ds:schemaRefs>
    <ds:schemaRef ds:uri="http://schemas.microsoft.com/sharepoint/v3/contenttype/forms"/>
  </ds:schemaRefs>
</ds:datastoreItem>
</file>

<file path=customXml/itemProps2.xml><?xml version="1.0" encoding="utf-8"?>
<ds:datastoreItem xmlns:ds="http://schemas.openxmlformats.org/officeDocument/2006/customXml" ds:itemID="{EB52B23B-406F-4086-AB28-ADDD85E5DF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ffaa22-7d8e-4240-a944-afc297a842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B2E5366-1342-4EF4-920B-721B408001A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PPT 16x9 Swiss TPH</Template>
  <TotalTime>0</TotalTime>
  <Words>1497</Words>
  <Application>Microsoft Office PowerPoint</Application>
  <PresentationFormat>On-screen Show (16:9)</PresentationFormat>
  <Paragraphs>177</Paragraphs>
  <Slides>28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Cambria Math</vt:lpstr>
      <vt:lpstr>Simplon Norm</vt:lpstr>
      <vt:lpstr>System Font Regular</vt:lpstr>
      <vt:lpstr>Wingdings</vt:lpstr>
      <vt:lpstr>Custom Design</vt:lpstr>
      <vt:lpstr>PowerPoint Presentation</vt:lpstr>
      <vt:lpstr>Outline</vt:lpstr>
      <vt:lpstr>PowerPoint Presentation</vt:lpstr>
      <vt:lpstr>Background – LLIN effectiveness</vt:lpstr>
      <vt:lpstr>the concept of community protection</vt:lpstr>
      <vt:lpstr>the concept of community protection</vt:lpstr>
      <vt:lpstr>the concept of community protection</vt:lpstr>
      <vt:lpstr>evidence of community protection</vt:lpstr>
      <vt:lpstr>what this study focuses on</vt:lpstr>
      <vt:lpstr>PowerPoint Presentation</vt:lpstr>
      <vt:lpstr>Methods</vt:lpstr>
      <vt:lpstr>Methods</vt:lpstr>
      <vt:lpstr>Methods</vt:lpstr>
      <vt:lpstr>Methods</vt:lpstr>
      <vt:lpstr>Methods</vt:lpstr>
      <vt:lpstr>Definitions</vt:lpstr>
      <vt:lpstr>PowerPoint Presentation</vt:lpstr>
      <vt:lpstr>Prevalence declined over time for both users and non-users with increasing LLIN usage - 3 LLIN distribution cycles</vt:lpstr>
      <vt:lpstr>Prevalence reduction (protection)</vt:lpstr>
      <vt:lpstr>The disparity in infection risk between LLIN users and non-users decreases with increasing usage </vt:lpstr>
      <vt:lpstr>LLINs consistently protect users, and this protection scales with usage regardless of transmission intensity</vt:lpstr>
      <vt:lpstr>Protection is strongest and in low-to-moderate transmission settings and becomes harder to achieve as EIR increases</vt:lpstr>
      <vt:lpstr>Protection is strongest and in low-to-moderate transmission settings and becomes harder to achieve as EIR increases</vt:lpstr>
      <vt:lpstr>LLIN usage produces strong indirect (community) protection in low to moderate transmission settings</vt:lpstr>
      <vt:lpstr>Coverage required to obtain 10% and 20% reductions among non-users</vt:lpstr>
      <vt:lpstr>Key messages</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Zenabu Suboi</dc:creator>
  <cp:lastModifiedBy>Zenabu Suboi</cp:lastModifiedBy>
  <cp:revision>190</cp:revision>
  <cp:lastPrinted>2019-06-11T17:14:57Z</cp:lastPrinted>
  <dcterms:created xsi:type="dcterms:W3CDTF">2026-02-15T20:49:34Z</dcterms:created>
  <dcterms:modified xsi:type="dcterms:W3CDTF">2026-03-13T13:47:20Z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0x010100FCC2F69649366542805CCBAF42E8EFB7</vt:lpwstr>
  </property>
</Properties>
</file>