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16" r:id="rId4"/>
  </p:sldMasterIdLst>
  <p:notesMasterIdLst>
    <p:notesMasterId r:id="rId27"/>
  </p:notesMasterIdLst>
  <p:handoutMasterIdLst>
    <p:handoutMasterId r:id="rId28"/>
  </p:handoutMasterIdLst>
  <p:sldIdLst>
    <p:sldId id="555" r:id="rId5"/>
    <p:sldId id="2038" r:id="rId6"/>
    <p:sldId id="2069" r:id="rId7"/>
    <p:sldId id="2074" r:id="rId8"/>
    <p:sldId id="2086" r:id="rId9"/>
    <p:sldId id="2089" r:id="rId10"/>
    <p:sldId id="2088" r:id="rId11"/>
    <p:sldId id="2076" r:id="rId12"/>
    <p:sldId id="2084" r:id="rId13"/>
    <p:sldId id="2085" r:id="rId14"/>
    <p:sldId id="2077" r:id="rId15"/>
    <p:sldId id="2087" r:id="rId16"/>
    <p:sldId id="2078" r:id="rId17"/>
    <p:sldId id="2042" r:id="rId18"/>
    <p:sldId id="2090" r:id="rId19"/>
    <p:sldId id="2079" r:id="rId20"/>
    <p:sldId id="2080" r:id="rId21"/>
    <p:sldId id="2092" r:id="rId22"/>
    <p:sldId id="2083" r:id="rId23"/>
    <p:sldId id="2081" r:id="rId24"/>
    <p:sldId id="2091" r:id="rId25"/>
    <p:sldId id="2052" r:id="rId26"/>
  </p:sldIdLst>
  <p:sldSz cx="9144000" cy="5143500" type="screen16x9"/>
  <p:notesSz cx="7099300" cy="10234613"/>
  <p:defaultTextStyle>
    <a:lvl1pPr defTabSz="363800">
      <a:lnSpc>
        <a:spcPct val="93000"/>
      </a:lnSpc>
      <a:defRPr>
        <a:latin typeface="Calibri"/>
        <a:ea typeface="Calibri"/>
        <a:cs typeface="Calibri"/>
        <a:sym typeface="Calibri"/>
      </a:defRPr>
    </a:lvl1pPr>
    <a:lvl2pPr indent="370225" defTabSz="363800">
      <a:lnSpc>
        <a:spcPct val="93000"/>
      </a:lnSpc>
      <a:defRPr>
        <a:latin typeface="Calibri"/>
        <a:ea typeface="Calibri"/>
        <a:cs typeface="Calibri"/>
        <a:sym typeface="Calibri"/>
      </a:defRPr>
    </a:lvl2pPr>
    <a:lvl3pPr indent="740451" defTabSz="363800">
      <a:lnSpc>
        <a:spcPct val="93000"/>
      </a:lnSpc>
      <a:defRPr>
        <a:latin typeface="Calibri"/>
        <a:ea typeface="Calibri"/>
        <a:cs typeface="Calibri"/>
        <a:sym typeface="Calibri"/>
      </a:defRPr>
    </a:lvl3pPr>
    <a:lvl4pPr indent="1110679" defTabSz="363800">
      <a:lnSpc>
        <a:spcPct val="93000"/>
      </a:lnSpc>
      <a:defRPr>
        <a:latin typeface="Calibri"/>
        <a:ea typeface="Calibri"/>
        <a:cs typeface="Calibri"/>
        <a:sym typeface="Calibri"/>
      </a:defRPr>
    </a:lvl4pPr>
    <a:lvl5pPr indent="1480905" defTabSz="363800">
      <a:lnSpc>
        <a:spcPct val="93000"/>
      </a:lnSpc>
      <a:defRPr>
        <a:latin typeface="Calibri"/>
        <a:ea typeface="Calibri"/>
        <a:cs typeface="Calibri"/>
        <a:sym typeface="Calibri"/>
      </a:defRPr>
    </a:lvl5pPr>
    <a:lvl6pPr indent="1851132" defTabSz="363800">
      <a:lnSpc>
        <a:spcPct val="93000"/>
      </a:lnSpc>
      <a:defRPr>
        <a:latin typeface="Calibri"/>
        <a:ea typeface="Calibri"/>
        <a:cs typeface="Calibri"/>
        <a:sym typeface="Calibri"/>
      </a:defRPr>
    </a:lvl6pPr>
    <a:lvl7pPr indent="2221358" defTabSz="363800">
      <a:lnSpc>
        <a:spcPct val="93000"/>
      </a:lnSpc>
      <a:defRPr>
        <a:latin typeface="Calibri"/>
        <a:ea typeface="Calibri"/>
        <a:cs typeface="Calibri"/>
        <a:sym typeface="Calibri"/>
      </a:defRPr>
    </a:lvl7pPr>
    <a:lvl8pPr indent="2591585" defTabSz="363800">
      <a:lnSpc>
        <a:spcPct val="93000"/>
      </a:lnSpc>
      <a:defRPr>
        <a:latin typeface="Calibri"/>
        <a:ea typeface="Calibri"/>
        <a:cs typeface="Calibri"/>
        <a:sym typeface="Calibri"/>
      </a:defRPr>
    </a:lvl8pPr>
    <a:lvl9pPr indent="2961812" defTabSz="363800">
      <a:lnSpc>
        <a:spcPct val="93000"/>
      </a:lnSpc>
      <a:defRPr>
        <a:latin typeface="Calibri"/>
        <a:ea typeface="Calibri"/>
        <a:cs typeface="Calibri"/>
        <a:sym typeface="Calibri"/>
      </a:defRPr>
    </a:lvl9pPr>
  </p:defaultTextStyle>
  <p:extLst>
    <p:ext uri="{521415D9-36F7-43E2-AB2F-B90AF26B5E84}">
      <p14:sectionLst xmlns:p14="http://schemas.microsoft.com/office/powerpoint/2010/main">
        <p14:section name="Title Slides" id="{8994D358-6C20-4FA8-AA41-025EF578AB32}">
          <p14:sldIdLst>
            <p14:sldId id="555"/>
            <p14:sldId id="2038"/>
            <p14:sldId id="2069"/>
            <p14:sldId id="2074"/>
            <p14:sldId id="2086"/>
            <p14:sldId id="2089"/>
            <p14:sldId id="2088"/>
            <p14:sldId id="2076"/>
            <p14:sldId id="2084"/>
            <p14:sldId id="2085"/>
            <p14:sldId id="2077"/>
            <p14:sldId id="2087"/>
            <p14:sldId id="2078"/>
            <p14:sldId id="2042"/>
            <p14:sldId id="2090"/>
            <p14:sldId id="2079"/>
            <p14:sldId id="2080"/>
            <p14:sldId id="2092"/>
            <p14:sldId id="2083"/>
            <p14:sldId id="2081"/>
            <p14:sldId id="2091"/>
            <p14:sldId id="2052"/>
          </p14:sldIdLst>
        </p14:section>
      </p14:sectionLst>
    </p:ext>
    <p:ext uri="{EFAFB233-063F-42B5-8137-9DF3F51BA10A}">
      <p15:sldGuideLst xmlns:p15="http://schemas.microsoft.com/office/powerpoint/2012/main">
        <p15:guide id="1" orient="horz" pos="2845" userDrawn="1">
          <p15:clr>
            <a:srgbClr val="A4A3A4"/>
          </p15:clr>
        </p15:guide>
        <p15:guide id="2" pos="3606" userDrawn="1">
          <p15:clr>
            <a:srgbClr val="A4A3A4"/>
          </p15:clr>
        </p15:guide>
        <p15:guide id="3" orient="horz" pos="2164" userDrawn="1">
          <p15:clr>
            <a:srgbClr val="A4A3A4"/>
          </p15:clr>
        </p15:guide>
        <p15:guide id="4" orient="horz" pos="1302" userDrawn="1">
          <p15:clr>
            <a:srgbClr val="A4A3A4"/>
          </p15:clr>
        </p15:guide>
        <p15:guide id="5" pos="24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Edwards" initials="DE" lastIdx="11" clrIdx="0"/>
  <p:cmAuthor id="1" name="Danielle Powell" initials="DP" lastIdx="91" clrIdx="1">
    <p:extLst>
      <p:ext uri="{19B8F6BF-5375-455C-9EA6-DF929625EA0E}">
        <p15:presenceInfo xmlns:p15="http://schemas.microsoft.com/office/powerpoint/2012/main" userId="Danielle Powell" providerId="None"/>
      </p:ext>
    </p:extLst>
  </p:cmAuthor>
  <p:cmAuthor id="2" name="Mark Tecson" initials="MT" lastIdx="54" clrIdx="2">
    <p:extLst>
      <p:ext uri="{19B8F6BF-5375-455C-9EA6-DF929625EA0E}">
        <p15:presenceInfo xmlns:p15="http://schemas.microsoft.com/office/powerpoint/2012/main" userId="Mark Tecs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2F2"/>
    <a:srgbClr val="468AB2"/>
    <a:srgbClr val="717073"/>
    <a:srgbClr val="222222"/>
    <a:srgbClr val="000000"/>
    <a:srgbClr val="898989"/>
    <a:srgbClr val="B4D1E1"/>
    <a:srgbClr val="FFFFFF"/>
    <a:srgbClr val="FFCC66"/>
    <a:srgbClr val="55C3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C7B018BB-80A7-4F77-B60F-C8B233D01FF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7E7"/>
          </a:solidFill>
        </a:fill>
      </a:tcStyle>
    </a:wholeTbl>
    <a:band2H>
      <a:tcTxStyle/>
      <a:tcStyle>
        <a:tcBdr/>
        <a:fill>
          <a:solidFill>
            <a:srgbClr val="E8ECF4"/>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Row>
  </a:tblStyle>
  <a:tblStyle styleId="{EEE7283C-3CF3-47DC-8721-378D4A62B22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EE7D0"/>
          </a:solidFill>
        </a:fill>
      </a:tcStyle>
    </a:wholeTbl>
    <a:band2H>
      <a:tcTxStyle/>
      <a:tcStyle>
        <a:tcBdr/>
        <a:fill>
          <a:solidFill>
            <a:srgbClr val="EFF3E9"/>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Row>
  </a:tblStyle>
  <a:tblStyle styleId="{CF821DB8-F4EB-4A41-A1BA-3FCAFE7338EE}"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CDCCE"/>
          </a:solidFill>
        </a:fill>
      </a:tcStyle>
    </a:wholeTbl>
    <a:band2H>
      <a:tcTxStyle/>
      <a:tcStyle>
        <a:tcBdr/>
        <a:fill>
          <a:solidFill>
            <a:srgbClr val="FDEEE8"/>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Row>
  </a:tblStyle>
  <a:tblStyle styleId="{33BA23B1-9221-436E-865A-0063620EA4FD}" styleName="">
    <a:tblBg/>
    <a:wholeTbl>
      <a:tcTxStyle b="on" i="on">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F81BD"/>
          </a:solidFill>
        </a:fill>
      </a:tcStyle>
    </a:firstCol>
    <a:lastRow>
      <a:tcTxStyle b="on" i="on">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F81BD"/>
          </a:solidFill>
        </a:fill>
      </a:tcStyle>
    </a:firstRow>
  </a:tblStyle>
  <a:tblStyle styleId="{2708684C-4D16-4618-839F-0558EEFCDFE6}" styleName="">
    <a:tblBg/>
    <a:wholeTb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3875" autoAdjust="0"/>
  </p:normalViewPr>
  <p:slideViewPr>
    <p:cSldViewPr>
      <p:cViewPr varScale="1">
        <p:scale>
          <a:sx n="78" d="100"/>
          <a:sy n="78" d="100"/>
        </p:scale>
        <p:origin x="840" y="52"/>
      </p:cViewPr>
      <p:guideLst>
        <p:guide orient="horz" pos="2845"/>
        <p:guide pos="3606"/>
        <p:guide orient="horz" pos="2164"/>
        <p:guide orient="horz" pos="1302"/>
        <p:guide pos="2426"/>
      </p:guideLst>
    </p:cSldViewPr>
  </p:slideViewPr>
  <p:outlineViewPr>
    <p:cViewPr>
      <p:scale>
        <a:sx n="33" d="100"/>
        <a:sy n="33" d="100"/>
      </p:scale>
      <p:origin x="0" y="-1264"/>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44" d="100"/>
          <a:sy n="44" d="100"/>
        </p:scale>
        <p:origin x="274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1731"/>
          </a:xfrm>
          <a:prstGeom prst="rect">
            <a:avLst/>
          </a:prstGeom>
        </p:spPr>
        <p:txBody>
          <a:bodyPr vert="horz" lIns="94768" tIns="47384" rIns="94768" bIns="47384" rtlCol="0"/>
          <a:lstStyle>
            <a:lvl1pPr algn="l">
              <a:defRPr sz="1200"/>
            </a:lvl1pPr>
          </a:lstStyle>
          <a:p>
            <a:endParaRPr lang="en-GB" dirty="0">
              <a:latin typeface="Arial" panose="020B0604020202020204" pitchFamily="34" charset="0"/>
              <a:cs typeface="Arial" panose="020B0604020202020204" pitchFamily="34" charset="0"/>
            </a:endParaRPr>
          </a:p>
        </p:txBody>
      </p:sp>
      <p:sp>
        <p:nvSpPr>
          <p:cNvPr id="3" name="Date Placeholder 2"/>
          <p:cNvSpPr>
            <a:spLocks noGrp="1"/>
          </p:cNvSpPr>
          <p:nvPr>
            <p:ph type="dt" sz="quarter" idx="1"/>
          </p:nvPr>
        </p:nvSpPr>
        <p:spPr>
          <a:xfrm>
            <a:off x="4021295" y="0"/>
            <a:ext cx="3076363" cy="511731"/>
          </a:xfrm>
          <a:prstGeom prst="rect">
            <a:avLst/>
          </a:prstGeom>
        </p:spPr>
        <p:txBody>
          <a:bodyPr vert="horz" lIns="94768" tIns="47384" rIns="94768" bIns="47384" rtlCol="0"/>
          <a:lstStyle>
            <a:lvl1pPr algn="r">
              <a:defRPr sz="1200"/>
            </a:lvl1pPr>
          </a:lstStyle>
          <a:p>
            <a:fld id="{B59EEB45-F85B-45AF-AE0C-0FFBEB08690C}" type="datetimeFigureOut">
              <a:rPr lang="en-GB" smtClean="0">
                <a:latin typeface="Arial" panose="020B0604020202020204" pitchFamily="34" charset="0"/>
                <a:cs typeface="Arial" panose="020B0604020202020204" pitchFamily="34" charset="0"/>
              </a:rPr>
              <a:t>26/02/2026</a:t>
            </a:fld>
            <a:endParaRPr lang="en-GB"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2"/>
          </p:nvPr>
        </p:nvSpPr>
        <p:spPr>
          <a:xfrm>
            <a:off x="1" y="9721106"/>
            <a:ext cx="3076363" cy="511731"/>
          </a:xfrm>
          <a:prstGeom prst="rect">
            <a:avLst/>
          </a:prstGeom>
        </p:spPr>
        <p:txBody>
          <a:bodyPr vert="horz" lIns="94768" tIns="47384" rIns="94768" bIns="47384" rtlCol="0" anchor="b"/>
          <a:lstStyle>
            <a:lvl1pPr algn="l">
              <a:defRPr sz="1200"/>
            </a:lvl1pPr>
          </a:lstStyle>
          <a:p>
            <a:endParaRPr lang="en-GB"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4021295" y="9721106"/>
            <a:ext cx="3076363" cy="511731"/>
          </a:xfrm>
          <a:prstGeom prst="rect">
            <a:avLst/>
          </a:prstGeom>
        </p:spPr>
        <p:txBody>
          <a:bodyPr vert="horz" lIns="94768" tIns="47384" rIns="94768" bIns="47384" rtlCol="0" anchor="b"/>
          <a:lstStyle>
            <a:lvl1pPr algn="r">
              <a:defRPr sz="1200"/>
            </a:lvl1pPr>
          </a:lstStyle>
          <a:p>
            <a:fld id="{6D219380-B934-4D92-B156-F3E17E027301}" type="slidenum">
              <a:rPr lang="en-GB" smtClean="0">
                <a:latin typeface="Arial" panose="020B0604020202020204" pitchFamily="34" charset="0"/>
                <a:cs typeface="Arial" panose="020B0604020202020204" pitchFamily="34" charset="0"/>
              </a:rPr>
              <a:t>‹#›</a:t>
            </a:fld>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88758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9" name="Shape 79"/>
          <p:cNvSpPr>
            <a:spLocks noGrp="1" noRot="1" noChangeAspect="1"/>
          </p:cNvSpPr>
          <p:nvPr>
            <p:ph type="sldImg"/>
          </p:nvPr>
        </p:nvSpPr>
        <p:spPr>
          <a:xfrm>
            <a:off x="139700" y="768350"/>
            <a:ext cx="6819900" cy="3836988"/>
          </a:xfrm>
          <a:prstGeom prst="rect">
            <a:avLst/>
          </a:prstGeom>
        </p:spPr>
        <p:txBody>
          <a:bodyPr lIns="94768" tIns="47384" rIns="94768" bIns="47384"/>
          <a:lstStyle/>
          <a:p>
            <a:pPr lvl="0"/>
            <a:endParaRPr dirty="0"/>
          </a:p>
        </p:txBody>
      </p:sp>
      <p:sp>
        <p:nvSpPr>
          <p:cNvPr id="80" name="Shape 80"/>
          <p:cNvSpPr>
            <a:spLocks noGrp="1"/>
          </p:cNvSpPr>
          <p:nvPr>
            <p:ph type="body" sz="quarter" idx="1"/>
          </p:nvPr>
        </p:nvSpPr>
        <p:spPr>
          <a:xfrm>
            <a:off x="946574" y="4861442"/>
            <a:ext cx="5206154" cy="4605576"/>
          </a:xfrm>
          <a:prstGeom prst="rect">
            <a:avLst/>
          </a:prstGeom>
        </p:spPr>
        <p:txBody>
          <a:bodyPr lIns="94768" tIns="47384" rIns="94768" bIns="47384"/>
          <a:lstStyle/>
          <a:p>
            <a:pPr lvl="0"/>
            <a:endParaRPr dirty="0"/>
          </a:p>
        </p:txBody>
      </p:sp>
    </p:spTree>
    <p:extLst>
      <p:ext uri="{BB962C8B-B14F-4D97-AF65-F5344CB8AC3E}">
        <p14:creationId xmlns:p14="http://schemas.microsoft.com/office/powerpoint/2010/main" val="3462604916"/>
      </p:ext>
    </p:extLst>
  </p:cSld>
  <p:clrMap bg1="lt1" tx1="dk1" bg2="lt2" tx2="dk2" accent1="accent1" accent2="accent2" accent3="accent3" accent4="accent4" accent5="accent5" accent6="accent6" hlink="hlink" folHlink="folHlink"/>
  <p:hf sldNum="0" hdr="0" ftr="0" dt="0"/>
  <p:notesStyle>
    <a:lvl1pPr defTabSz="457200">
      <a:lnSpc>
        <a:spcPct val="117999"/>
      </a:lnSpc>
      <a:defRPr sz="2200" b="0" i="0">
        <a:latin typeface="Arial" panose="020B0604020202020204" pitchFamily="34" charset="0"/>
        <a:ea typeface="+mj-ea"/>
        <a:cs typeface="Arial" panose="020B0604020202020204" pitchFamily="34" charset="0"/>
        <a:sym typeface="Helvetica Neue"/>
      </a:defRPr>
    </a:lvl1pPr>
    <a:lvl2pPr indent="228600" defTabSz="457200">
      <a:lnSpc>
        <a:spcPct val="117999"/>
      </a:lnSpc>
      <a:defRPr sz="2200">
        <a:latin typeface="+mj-lt"/>
        <a:ea typeface="+mj-ea"/>
        <a:cs typeface="+mj-cs"/>
        <a:sym typeface="Helvetica Neue"/>
      </a:defRPr>
    </a:lvl2pPr>
    <a:lvl3pPr indent="457200" defTabSz="457200">
      <a:lnSpc>
        <a:spcPct val="117999"/>
      </a:lnSpc>
      <a:defRPr sz="2200">
        <a:latin typeface="+mj-lt"/>
        <a:ea typeface="+mj-ea"/>
        <a:cs typeface="+mj-cs"/>
        <a:sym typeface="Helvetica Neue"/>
      </a:defRPr>
    </a:lvl3pPr>
    <a:lvl4pPr indent="685800" defTabSz="457200">
      <a:lnSpc>
        <a:spcPct val="117999"/>
      </a:lnSpc>
      <a:defRPr sz="2200">
        <a:latin typeface="+mj-lt"/>
        <a:ea typeface="+mj-ea"/>
        <a:cs typeface="+mj-cs"/>
        <a:sym typeface="Helvetica Neue"/>
      </a:defRPr>
    </a:lvl4pPr>
    <a:lvl5pPr indent="914400" defTabSz="457200">
      <a:lnSpc>
        <a:spcPct val="117999"/>
      </a:lnSpc>
      <a:defRPr sz="2200">
        <a:latin typeface="+mj-lt"/>
        <a:ea typeface="+mj-ea"/>
        <a:cs typeface="+mj-cs"/>
        <a:sym typeface="Helvetica Neue"/>
      </a:defRPr>
    </a:lvl5pPr>
    <a:lvl6pPr indent="1143000" defTabSz="457200">
      <a:lnSpc>
        <a:spcPct val="117999"/>
      </a:lnSpc>
      <a:defRPr sz="2200">
        <a:latin typeface="+mj-lt"/>
        <a:ea typeface="+mj-ea"/>
        <a:cs typeface="+mj-cs"/>
        <a:sym typeface="Helvetica Neue"/>
      </a:defRPr>
    </a:lvl6pPr>
    <a:lvl7pPr indent="1371600" defTabSz="457200">
      <a:lnSpc>
        <a:spcPct val="117999"/>
      </a:lnSpc>
      <a:defRPr sz="2200">
        <a:latin typeface="+mj-lt"/>
        <a:ea typeface="+mj-ea"/>
        <a:cs typeface="+mj-cs"/>
        <a:sym typeface="Helvetica Neue"/>
      </a:defRPr>
    </a:lvl7pPr>
    <a:lvl8pPr indent="1600200" defTabSz="457200">
      <a:lnSpc>
        <a:spcPct val="117999"/>
      </a:lnSpc>
      <a:defRPr sz="2200">
        <a:latin typeface="+mj-lt"/>
        <a:ea typeface="+mj-ea"/>
        <a:cs typeface="+mj-cs"/>
        <a:sym typeface="Helvetica Neue"/>
      </a:defRPr>
    </a:lvl8pPr>
    <a:lvl9pPr indent="1828800" defTabSz="45720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Nobody uses a net in the control scenario, and this is used as the counterfactual to</a:t>
            </a:r>
          </a:p>
          <a:p>
            <a:pPr marL="342900" indent="-342900">
              <a:buFont typeface="Arial" panose="020B0604020202020204" pitchFamily="34" charset="0"/>
              <a:buChar char="•"/>
            </a:pPr>
            <a:r>
              <a:rPr lang="en-US" dirty="0"/>
              <a:t>compare the other scenarios against (users and non-users at LLIN usage&gt;0 and different EIR values )</a:t>
            </a:r>
            <a:endParaRPr lang="en-CH" dirty="0"/>
          </a:p>
        </p:txBody>
      </p:sp>
    </p:spTree>
    <p:extLst>
      <p:ext uri="{BB962C8B-B14F-4D97-AF65-F5344CB8AC3E}">
        <p14:creationId xmlns:p14="http://schemas.microsoft.com/office/powerpoint/2010/main" val="786494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3EAF-731A-4C51-4BB9-80DCF96D2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0E4E4-B94A-4141-E77D-242C7C759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A42BE-A9BB-650F-7599-60FE08B54B53}"/>
              </a:ext>
            </a:extLst>
          </p:cNvPr>
          <p:cNvSpPr>
            <a:spLocks noGrp="1"/>
          </p:cNvSpPr>
          <p:nvPr>
            <p:ph type="body" idx="1"/>
          </p:nvPr>
        </p:nvSpPr>
        <p:spPr/>
        <p:txBody>
          <a:bodyPr/>
          <a:lstStyle/>
          <a:p>
            <a:pPr marL="342900" indent="-342900">
              <a:buFont typeface="Arial" panose="020B0604020202020204" pitchFamily="34" charset="0"/>
              <a:buChar char="•"/>
            </a:pPr>
            <a:r>
              <a:rPr lang="en-US" dirty="0"/>
              <a:t>Nobody uses a net in the control scenario, and this is used as the counterfactual to</a:t>
            </a:r>
          </a:p>
          <a:p>
            <a:pPr marL="342900" indent="-342900">
              <a:buFont typeface="Arial" panose="020B0604020202020204" pitchFamily="34" charset="0"/>
              <a:buChar char="•"/>
            </a:pPr>
            <a:r>
              <a:rPr lang="en-US" dirty="0"/>
              <a:t>compare the other scenarios against (users and non-users at LLIN usage&gt;0 and different EIR values )</a:t>
            </a:r>
            <a:endParaRPr lang="en-CH" dirty="0"/>
          </a:p>
        </p:txBody>
      </p:sp>
    </p:spTree>
    <p:extLst>
      <p:ext uri="{BB962C8B-B14F-4D97-AF65-F5344CB8AC3E}">
        <p14:creationId xmlns:p14="http://schemas.microsoft.com/office/powerpoint/2010/main" val="893323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Temporal trends for two LLIN distribution cycles (in 2024 and 2027) indicated that malaria prevalence declined over time with increasing LLIN usage across all transmission intensities (EIR), with the steepest declines observed shortly after intervention deployment (Figure 2)</a:t>
            </a:r>
            <a:endParaRPr lang="en-CH" dirty="0"/>
          </a:p>
        </p:txBody>
      </p:sp>
    </p:spTree>
    <p:extLst>
      <p:ext uri="{BB962C8B-B14F-4D97-AF65-F5344CB8AC3E}">
        <p14:creationId xmlns:p14="http://schemas.microsoft.com/office/powerpoint/2010/main" val="2667003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F29FD-5799-3F4C-AB8E-246F20479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90579-E131-0F30-24A0-66A697B35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4FC2B-B0F9-6DEE-8D9B-4EDE3523BD02}"/>
              </a:ext>
            </a:extLst>
          </p:cNvPr>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Temporal trends for two LLIN distribution cycles indicated that malaria prevalence declined over time with increasing LLIN usage across all transmission intensities (EIR), with the steepest declines observed shortly after intervention deployment (Figure 2)</a:t>
            </a:r>
            <a:endParaRPr lang="en-CH" dirty="0"/>
          </a:p>
        </p:txBody>
      </p:sp>
    </p:spTree>
    <p:extLst>
      <p:ext uri="{BB962C8B-B14F-4D97-AF65-F5344CB8AC3E}">
        <p14:creationId xmlns:p14="http://schemas.microsoft.com/office/powerpoint/2010/main" val="1405899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C9432-FA1F-B5F3-E5B2-486408C69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01937-5EF0-F086-335C-32A38ACF1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06B4A-D456-01D3-1BC5-527D05170B5F}"/>
              </a:ext>
            </a:extLst>
          </p:cNvPr>
          <p:cNvSpPr>
            <a:spLocks noGrp="1"/>
          </p:cNvSpPr>
          <p:nvPr>
            <p:ph type="body" idx="1"/>
          </p:nvPr>
        </p:nvSpPr>
        <p:spPr/>
        <p:txBody>
          <a:bodyPr/>
          <a:lstStyle/>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2434505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D12D-F40E-BCFF-7ACB-0631F7A86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30F035-932D-3F78-2C84-8573963F5C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F621C3-F2F8-469B-4AB8-EED2FE47E08D}"/>
              </a:ext>
            </a:extLst>
          </p:cNvPr>
          <p:cNvSpPr>
            <a:spLocks noGrp="1"/>
          </p:cNvSpPr>
          <p:nvPr>
            <p:ph type="body" idx="1"/>
          </p:nvPr>
        </p:nvSpPr>
        <p:spPr/>
        <p:txBody>
          <a:bodyPr/>
          <a:lstStyle/>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2187285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884F-4099-1B76-1866-079F62509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281C4-0EC4-16EC-ABEA-58B45830A2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52564E-57AF-E5FB-9259-C647D16BA446}"/>
              </a:ext>
            </a:extLst>
          </p:cNvPr>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Temporal trends for two LLIN distribution cycles (in 2024 and 2027) indicated that malaria prevalence declined over time with increasing LLIN usage across all transmission intensities (EIR), with the steepest declines observed shortly after intervention deployment (Figure 2)</a:t>
            </a:r>
            <a:endParaRPr lang="en-CH" dirty="0"/>
          </a:p>
        </p:txBody>
      </p:sp>
    </p:spTree>
    <p:extLst>
      <p:ext uri="{BB962C8B-B14F-4D97-AF65-F5344CB8AC3E}">
        <p14:creationId xmlns:p14="http://schemas.microsoft.com/office/powerpoint/2010/main" val="4074594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6CD20-A1FD-431A-8B00-3ACC3F2C0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F2B75-D7F1-2081-5AE4-E7CEAE952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10B37-22BA-4274-41D6-AAE6B988F8FB}"/>
              </a:ext>
            </a:extLst>
          </p:cNvPr>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Temporal trends for two LLIN distribution cycles (in 2024 and 2027) indicated that malaria prevalence declined over time with increasing LLIN usage across all transmission intensities (EIR), with the steepest declines observed shortly after intervention deployment (Figure 2)</a:t>
            </a:r>
            <a:endParaRPr lang="en-CH" dirty="0"/>
          </a:p>
        </p:txBody>
      </p:sp>
    </p:spTree>
    <p:extLst>
      <p:ext uri="{BB962C8B-B14F-4D97-AF65-F5344CB8AC3E}">
        <p14:creationId xmlns:p14="http://schemas.microsoft.com/office/powerpoint/2010/main" val="565614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CB36-478C-0162-D91C-D4D8F240B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6D3D9-E9C8-EB09-E0D2-41CC6FEB7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CED45-0691-CC97-8FBB-3379D011DB9F}"/>
              </a:ext>
            </a:extLst>
          </p:cNvPr>
          <p:cNvSpPr>
            <a:spLocks noGrp="1"/>
          </p:cNvSpPr>
          <p:nvPr>
            <p:ph type="body" idx="1"/>
          </p:nvPr>
        </p:nvSpPr>
        <p:spPr/>
        <p:txBody>
          <a:bodyPr/>
          <a:lstStyle/>
          <a:p>
            <a:pPr marL="342900" indent="-342900">
              <a:buFont typeface="Arial" panose="020B0604020202020204" pitchFamily="34" charset="0"/>
              <a:buChar char="•"/>
            </a:pPr>
            <a:endParaRPr lang="en-CH" dirty="0"/>
          </a:p>
        </p:txBody>
      </p:sp>
    </p:spTree>
    <p:extLst>
      <p:ext uri="{BB962C8B-B14F-4D97-AF65-F5344CB8AC3E}">
        <p14:creationId xmlns:p14="http://schemas.microsoft.com/office/powerpoint/2010/main" val="3192764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BB9FE-228D-D1E6-3CBF-FD10F05B0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89385-41CB-2A03-898C-F44CAF555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0722-C0A4-0E9B-F1A2-0086E49F2533}"/>
              </a:ext>
            </a:extLst>
          </p:cNvPr>
          <p:cNvSpPr>
            <a:spLocks noGrp="1"/>
          </p:cNvSpPr>
          <p:nvPr>
            <p:ph type="body" idx="1"/>
          </p:nvPr>
        </p:nvSpPr>
        <p:spPr/>
        <p:txBody>
          <a:bodyPr/>
          <a:lstStyle/>
          <a:p>
            <a:pPr marL="342900" indent="-342900">
              <a:buFont typeface="Arial" panose="020B0604020202020204" pitchFamily="34" charset="0"/>
              <a:buChar char="•"/>
            </a:pPr>
            <a:r>
              <a:rPr lang="en-CH" sz="2200" b="0" i="0" dirty="0">
                <a:effectLst/>
                <a:latin typeface="Arial" panose="020B0604020202020204" pitchFamily="34" charset="0"/>
                <a:ea typeface="+mj-ea"/>
                <a:cs typeface="Arial" panose="020B0604020202020204" pitchFamily="34" charset="0"/>
                <a:sym typeface="Helvetica Neue"/>
              </a:rPr>
              <a:t>Temporal trends for two LLIN distribution cycles (in 2024 and 2027) indicated that malaria prevalence declined over time with increasing LLIN usage across all transmission intensities (EIR), with the steepest declines observed shortly after intervention deployment (Figure 2)</a:t>
            </a:r>
            <a:endParaRPr lang="en-CH" dirty="0"/>
          </a:p>
        </p:txBody>
      </p:sp>
    </p:spTree>
    <p:extLst>
      <p:ext uri="{BB962C8B-B14F-4D97-AF65-F5344CB8AC3E}">
        <p14:creationId xmlns:p14="http://schemas.microsoft.com/office/powerpoint/2010/main" val="8661185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BAFA5D51-036A-41DE-B449-6FAC5FBD88B9}"/>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chemeClr val="accent1">
                    <a:lumMod val="100000"/>
                  </a:schemeClr>
                </a:solidFill>
              </a:defRPr>
            </a:lvl1pPr>
          </a:lstStyle>
          <a:p>
            <a:r>
              <a:rPr lang="en-US" dirty="0"/>
              <a:t>Title of Presentation</a:t>
            </a:r>
          </a:p>
        </p:txBody>
      </p:sp>
      <p:sp>
        <p:nvSpPr>
          <p:cNvPr id="178" name="Text Placeholder 4">
            <a:extLst>
              <a:ext uri="{FF2B5EF4-FFF2-40B4-BE49-F238E27FC236}">
                <a16:creationId xmlns:a16="http://schemas.microsoft.com/office/drawing/2014/main" id="{FE86138B-22AB-524D-B99B-1D15537B55C1}"/>
              </a:ext>
            </a:extLst>
          </p:cNvPr>
          <p:cNvSpPr>
            <a:spLocks noGrp="1"/>
          </p:cNvSpPr>
          <p:nvPr userDrawn="1">
            <p:ph type="body" sz="quarter" idx="10" hasCustomPrompt="1"/>
          </p:nvPr>
        </p:nvSpPr>
        <p:spPr>
          <a:xfrm>
            <a:off x="3851920" y="4083918"/>
            <a:ext cx="4785668" cy="289076"/>
          </a:xfrm>
          <a:prstGeom prst="rect">
            <a:avLst/>
          </a:prstGeom>
        </p:spPr>
        <p:txBody>
          <a:bodyPr>
            <a:noAutofit/>
          </a:bodyPr>
          <a:lstStyle>
            <a:lvl1pPr marL="0" indent="0">
              <a:buNone/>
              <a:defRPr sz="1400"/>
            </a:lvl1pPr>
          </a:lstStyle>
          <a:p>
            <a:pPr lvl="0"/>
            <a:r>
              <a:rPr lang="en-US" dirty="0"/>
              <a:t>Day Month Year</a:t>
            </a:r>
            <a:endParaRPr lang="en-GB" dirty="0"/>
          </a:p>
        </p:txBody>
      </p:sp>
      <p:pic>
        <p:nvPicPr>
          <p:cNvPr id="17" name="Picture 16">
            <a:extLst>
              <a:ext uri="{FF2B5EF4-FFF2-40B4-BE49-F238E27FC236}">
                <a16:creationId xmlns:a16="http://schemas.microsoft.com/office/drawing/2014/main" id="{31E10C56-7618-B944-A305-B8B18B49600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pic>
        <p:nvPicPr>
          <p:cNvPr id="29" name="Picture 28">
            <a:extLst>
              <a:ext uri="{FF2B5EF4-FFF2-40B4-BE49-F238E27FC236}">
                <a16:creationId xmlns:a16="http://schemas.microsoft.com/office/drawing/2014/main" id="{8FA0BD56-8EF0-624B-906C-D201253B7653}"/>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3161576" cy="5143500"/>
          </a:xfrm>
          <a:prstGeom prst="rect">
            <a:avLst/>
          </a:prstGeom>
        </p:spPr>
      </p:pic>
      <p:sp>
        <p:nvSpPr>
          <p:cNvPr id="9" name="Text Placeholder 4">
            <a:extLst>
              <a:ext uri="{FF2B5EF4-FFF2-40B4-BE49-F238E27FC236}">
                <a16:creationId xmlns:a16="http://schemas.microsoft.com/office/drawing/2014/main" id="{9ADA4B75-C733-AA4E-A796-B7D79C91F656}"/>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chemeClr val="accent2"/>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spTree>
    <p:extLst>
      <p:ext uri="{BB962C8B-B14F-4D97-AF65-F5344CB8AC3E}">
        <p14:creationId xmlns:p14="http://schemas.microsoft.com/office/powerpoint/2010/main" val="287705661"/>
      </p:ext>
    </p:extLst>
  </p:cSld>
  <p:clrMapOvr>
    <a:masterClrMapping/>
  </p:clrMapOvr>
  <p:extLst>
    <p:ext uri="{DCECCB84-F9BA-43D5-87BE-67443E8EF086}">
      <p15:sldGuideLst xmlns:p15="http://schemas.microsoft.com/office/powerpoint/2012/main">
        <p15:guide id="1" orient="horz" pos="2255" userDrawn="1">
          <p15:clr>
            <a:srgbClr val="FBAE40"/>
          </p15:clr>
        </p15:guide>
        <p15:guide id="2" pos="242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C36F888B-A049-4E4F-8601-4102B0AA32BF}"/>
              </a:ext>
            </a:extLst>
          </p:cNvPr>
          <p:cNvGrpSpPr/>
          <p:nvPr userDrawn="1"/>
        </p:nvGrpSpPr>
        <p:grpSpPr>
          <a:xfrm>
            <a:off x="0" y="0"/>
            <a:ext cx="9141087" cy="5155928"/>
            <a:chOff x="0" y="-1"/>
            <a:chExt cx="9141087" cy="5155928"/>
          </a:xfrm>
          <a:solidFill>
            <a:schemeClr val="accent1"/>
          </a:solidFill>
        </p:grpSpPr>
        <p:sp>
          <p:nvSpPr>
            <p:cNvPr id="77" name="Freeform 76">
              <a:extLst>
                <a:ext uri="{FF2B5EF4-FFF2-40B4-BE49-F238E27FC236}">
                  <a16:creationId xmlns:a16="http://schemas.microsoft.com/office/drawing/2014/main" id="{2820F1A7-A0B4-CC4B-BD4C-5CB901C715CB}"/>
                </a:ext>
              </a:extLst>
            </p:cNvPr>
            <p:cNvSpPr/>
            <p:nvPr userDrawn="1"/>
          </p:nvSpPr>
          <p:spPr>
            <a:xfrm>
              <a:off x="0" y="0"/>
              <a:ext cx="2348678" cy="3502791"/>
            </a:xfrm>
            <a:custGeom>
              <a:avLst/>
              <a:gdLst>
                <a:gd name="connsiteX0" fmla="*/ 0 w 2348678"/>
                <a:gd name="connsiteY0" fmla="*/ 0 h 3502791"/>
                <a:gd name="connsiteX1" fmla="*/ 525537 w 2348678"/>
                <a:gd name="connsiteY1" fmla="*/ 0 h 3502791"/>
                <a:gd name="connsiteX2" fmla="*/ 477649 w 2348678"/>
                <a:gd name="connsiteY2" fmla="*/ 11761 h 3502791"/>
                <a:gd name="connsiteX3" fmla="*/ 62225 w 2348678"/>
                <a:gd name="connsiteY3" fmla="*/ 183642 h 3502791"/>
                <a:gd name="connsiteX4" fmla="*/ 59890 w 2348678"/>
                <a:gd name="connsiteY4" fmla="*/ 190324 h 3502791"/>
                <a:gd name="connsiteX5" fmla="*/ 66959 w 2348678"/>
                <a:gd name="connsiteY5" fmla="*/ 192199 h 3502791"/>
                <a:gd name="connsiteX6" fmla="*/ 1402010 w 2348678"/>
                <a:gd name="connsiteY6" fmla="*/ 154763 h 3502791"/>
                <a:gd name="connsiteX7" fmla="*/ 2229032 w 2348678"/>
                <a:gd name="connsiteY7" fmla="*/ 2734319 h 3502791"/>
                <a:gd name="connsiteX8" fmla="*/ 2191499 w 2348678"/>
                <a:gd name="connsiteY8" fmla="*/ 2849202 h 3502791"/>
                <a:gd name="connsiteX9" fmla="*/ 2121922 w 2348678"/>
                <a:gd name="connsiteY9" fmla="*/ 2804073 h 3502791"/>
                <a:gd name="connsiteX10" fmla="*/ 1003565 w 2348678"/>
                <a:gd name="connsiteY10" fmla="*/ 2198977 h 3502791"/>
                <a:gd name="connsiteX11" fmla="*/ 995646 w 2348678"/>
                <a:gd name="connsiteY11" fmla="*/ 2201009 h 3502791"/>
                <a:gd name="connsiteX12" fmla="*/ 998896 w 2348678"/>
                <a:gd name="connsiteY12" fmla="*/ 2208929 h 3502791"/>
                <a:gd name="connsiteX13" fmla="*/ 2137892 w 2348678"/>
                <a:gd name="connsiteY13" fmla="*/ 2923903 h 3502791"/>
                <a:gd name="connsiteX14" fmla="*/ 2161363 w 2348678"/>
                <a:gd name="connsiteY14" fmla="*/ 2941446 h 3502791"/>
                <a:gd name="connsiteX15" fmla="*/ 2151199 w 2348678"/>
                <a:gd name="connsiteY15" fmla="*/ 2972556 h 3502791"/>
                <a:gd name="connsiteX16" fmla="*/ 2053361 w 2348678"/>
                <a:gd name="connsiteY16" fmla="*/ 3209803 h 3502791"/>
                <a:gd name="connsiteX17" fmla="*/ 1938019 w 2348678"/>
                <a:gd name="connsiteY17" fmla="*/ 3438996 h 3502791"/>
                <a:gd name="connsiteX18" fmla="*/ 1899637 w 2348678"/>
                <a:gd name="connsiteY18" fmla="*/ 3502791 h 3502791"/>
                <a:gd name="connsiteX19" fmla="*/ 1749744 w 2348678"/>
                <a:gd name="connsiteY19" fmla="*/ 3459348 h 3502791"/>
                <a:gd name="connsiteX20" fmla="*/ 1608111 w 2348678"/>
                <a:gd name="connsiteY20" fmla="*/ 3415107 h 3502791"/>
                <a:gd name="connsiteX21" fmla="*/ 352814 w 2348678"/>
                <a:gd name="connsiteY21" fmla="*/ 2919107 h 3502791"/>
                <a:gd name="connsiteX22" fmla="*/ 129384 w 2348678"/>
                <a:gd name="connsiteY22" fmla="*/ 2815026 h 3502791"/>
                <a:gd name="connsiteX23" fmla="*/ 0 w 2348678"/>
                <a:gd name="connsiteY23" fmla="*/ 2752034 h 3502791"/>
                <a:gd name="connsiteX24" fmla="*/ 0 w 2348678"/>
                <a:gd name="connsiteY24" fmla="*/ 0 h 350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48678" h="3502791">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0486529D-59C1-F54C-9C29-A95A26E13DE8}"/>
                </a:ext>
              </a:extLst>
            </p:cNvPr>
            <p:cNvSpPr/>
            <p:nvPr userDrawn="1"/>
          </p:nvSpPr>
          <p:spPr>
            <a:xfrm>
              <a:off x="0" y="-1"/>
              <a:ext cx="9141087" cy="5155928"/>
            </a:xfrm>
            <a:custGeom>
              <a:avLst/>
              <a:gdLst>
                <a:gd name="connsiteX0" fmla="*/ 1526153 w 9141087"/>
                <a:gd name="connsiteY0" fmla="*/ 0 h 5155928"/>
                <a:gd name="connsiteX1" fmla="*/ 9141087 w 9141087"/>
                <a:gd name="connsiteY1" fmla="*/ 0 h 5155928"/>
                <a:gd name="connsiteX2" fmla="*/ 9141087 w 9141087"/>
                <a:gd name="connsiteY2" fmla="*/ 5154827 h 5155928"/>
                <a:gd name="connsiteX3" fmla="*/ 0 w 9141087"/>
                <a:gd name="connsiteY3" fmla="*/ 5154827 h 5155928"/>
                <a:gd name="connsiteX4" fmla="*/ 0 w 9141087"/>
                <a:gd name="connsiteY4" fmla="*/ 5146451 h 5155928"/>
                <a:gd name="connsiteX5" fmla="*/ 75637 w 9141087"/>
                <a:gd name="connsiteY5" fmla="*/ 5154368 h 5155928"/>
                <a:gd name="connsiteX6" fmla="*/ 2058507 w 9141087"/>
                <a:gd name="connsiteY6" fmla="*/ 4098986 h 5155928"/>
                <a:gd name="connsiteX7" fmla="*/ 2157322 w 9141087"/>
                <a:gd name="connsiteY7" fmla="*/ 3961433 h 5155928"/>
                <a:gd name="connsiteX8" fmla="*/ 2164242 w 9141087"/>
                <a:gd name="connsiteY8" fmla="*/ 3962746 h 5155928"/>
                <a:gd name="connsiteX9" fmla="*/ 2202530 w 9141087"/>
                <a:gd name="connsiteY9" fmla="*/ 3971148 h 5155928"/>
                <a:gd name="connsiteX10" fmla="*/ 2280575 w 9141087"/>
                <a:gd name="connsiteY10" fmla="*/ 3984804 h 5155928"/>
                <a:gd name="connsiteX11" fmla="*/ 2326734 w 9141087"/>
                <a:gd name="connsiteY11" fmla="*/ 3993557 h 5155928"/>
                <a:gd name="connsiteX12" fmla="*/ 2326992 w 9141087"/>
                <a:gd name="connsiteY12" fmla="*/ 3992927 h 5155928"/>
                <a:gd name="connsiteX13" fmla="*/ 2387013 w 9141087"/>
                <a:gd name="connsiteY13" fmla="*/ 4003429 h 5155928"/>
                <a:gd name="connsiteX14" fmla="*/ 3145582 w 9141087"/>
                <a:gd name="connsiteY14" fmla="*/ 3885282 h 5155928"/>
                <a:gd name="connsiteX15" fmla="*/ 2630604 w 9141087"/>
                <a:gd name="connsiteY15" fmla="*/ 3157424 h 5155928"/>
                <a:gd name="connsiteX16" fmla="*/ 2590729 w 9141087"/>
                <a:gd name="connsiteY16" fmla="*/ 3127515 h 5155928"/>
                <a:gd name="connsiteX17" fmla="*/ 2667774 w 9141087"/>
                <a:gd name="connsiteY17" fmla="*/ 2889009 h 5155928"/>
                <a:gd name="connsiteX18" fmla="*/ 1719839 w 9141087"/>
                <a:gd name="connsiteY18" fmla="*/ 73550 h 5155928"/>
                <a:gd name="connsiteX19" fmla="*/ 1526153 w 9141087"/>
                <a:gd name="connsiteY19" fmla="*/ 0 h 51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41087" h="5155928">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9" name="Freeform 78">
              <a:extLst>
                <a:ext uri="{FF2B5EF4-FFF2-40B4-BE49-F238E27FC236}">
                  <a16:creationId xmlns:a16="http://schemas.microsoft.com/office/drawing/2014/main" id="{5A7C4EAA-15CA-B247-A4DF-3A5765D3B2A3}"/>
                </a:ext>
              </a:extLst>
            </p:cNvPr>
            <p:cNvSpPr/>
            <p:nvPr userDrawn="1"/>
          </p:nvSpPr>
          <p:spPr>
            <a:xfrm>
              <a:off x="0" y="3174823"/>
              <a:ext cx="1677049" cy="1665275"/>
            </a:xfrm>
            <a:custGeom>
              <a:avLst/>
              <a:gdLst>
                <a:gd name="connsiteX0" fmla="*/ 0 w 1677049"/>
                <a:gd name="connsiteY0" fmla="*/ 0 h 1665275"/>
                <a:gd name="connsiteX1" fmla="*/ 55062 w 1677049"/>
                <a:gd name="connsiteY1" fmla="*/ 27525 h 1665275"/>
                <a:gd name="connsiteX2" fmla="*/ 314915 w 1677049"/>
                <a:gd name="connsiteY2" fmla="*/ 149684 h 1665275"/>
                <a:gd name="connsiteX3" fmla="*/ 1331241 w 1677049"/>
                <a:gd name="connsiteY3" fmla="*/ 555564 h 1665275"/>
                <a:gd name="connsiteX4" fmla="*/ 1521376 w 1677049"/>
                <a:gd name="connsiteY4" fmla="*/ 617362 h 1665275"/>
                <a:gd name="connsiteX5" fmla="*/ 1521140 w 1677049"/>
                <a:gd name="connsiteY5" fmla="*/ 617775 h 1665275"/>
                <a:gd name="connsiteX6" fmla="*/ 1540381 w 1677049"/>
                <a:gd name="connsiteY6" fmla="*/ 623539 h 1665275"/>
                <a:gd name="connsiteX7" fmla="*/ 1566219 w 1677049"/>
                <a:gd name="connsiteY7" fmla="*/ 631937 h 1665275"/>
                <a:gd name="connsiteX8" fmla="*/ 1666079 w 1677049"/>
                <a:gd name="connsiteY8" fmla="*/ 661195 h 1665275"/>
                <a:gd name="connsiteX9" fmla="*/ 1677049 w 1677049"/>
                <a:gd name="connsiteY9" fmla="*/ 664481 h 1665275"/>
                <a:gd name="connsiteX10" fmla="*/ 1667186 w 1677049"/>
                <a:gd name="connsiteY10" fmla="*/ 678371 h 1665275"/>
                <a:gd name="connsiteX11" fmla="*/ 58278 w 1677049"/>
                <a:gd name="connsiteY11" fmla="*/ 1663563 h 1665275"/>
                <a:gd name="connsiteX12" fmla="*/ 0 w 1677049"/>
                <a:gd name="connsiteY12" fmla="*/ 1665275 h 1665275"/>
                <a:gd name="connsiteX13" fmla="*/ 0 w 1677049"/>
                <a:gd name="connsiteY13" fmla="*/ 0 h 16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7049" h="1665275">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80" name="Freeform 79">
              <a:extLst>
                <a:ext uri="{FF2B5EF4-FFF2-40B4-BE49-F238E27FC236}">
                  <a16:creationId xmlns:a16="http://schemas.microsoft.com/office/drawing/2014/main" id="{73FCA222-E6B9-6C49-932E-60FCB5D8C5DD}"/>
                </a:ext>
              </a:extLst>
            </p:cNvPr>
            <p:cNvSpPr/>
            <p:nvPr userDrawn="1"/>
          </p:nvSpPr>
          <p:spPr>
            <a:xfrm>
              <a:off x="2376848" y="3253687"/>
              <a:ext cx="343930" cy="361770"/>
            </a:xfrm>
            <a:custGeom>
              <a:avLst/>
              <a:gdLst>
                <a:gd name="connsiteX0" fmla="*/ 163744 w 343930"/>
                <a:gd name="connsiteY0" fmla="*/ 0 h 361770"/>
                <a:gd name="connsiteX1" fmla="*/ 178396 w 343930"/>
                <a:gd name="connsiteY1" fmla="*/ 13750 h 361770"/>
                <a:gd name="connsiteX2" fmla="*/ 337605 w 343930"/>
                <a:gd name="connsiteY2" fmla="*/ 297178 h 361770"/>
                <a:gd name="connsiteX3" fmla="*/ 189169 w 343930"/>
                <a:gd name="connsiteY3" fmla="*/ 361598 h 361770"/>
                <a:gd name="connsiteX4" fmla="*/ 101228 w 343930"/>
                <a:gd name="connsiteY4" fmla="*/ 361770 h 361770"/>
                <a:gd name="connsiteX5" fmla="*/ 94227 w 343930"/>
                <a:gd name="connsiteY5" fmla="*/ 361237 h 361770"/>
                <a:gd name="connsiteX6" fmla="*/ 4676 w 343930"/>
                <a:gd name="connsiteY6" fmla="*/ 352915 h 361770"/>
                <a:gd name="connsiteX7" fmla="*/ 0 w 343930"/>
                <a:gd name="connsiteY7" fmla="*/ 352321 h 361770"/>
                <a:gd name="connsiteX8" fmla="*/ 101987 w 343930"/>
                <a:gd name="connsiteY8" fmla="*/ 150236 h 361770"/>
                <a:gd name="connsiteX9" fmla="*/ 163744 w 343930"/>
                <a:gd name="connsiteY9" fmla="*/ 0 h 3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930" h="36177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grpSp>
      <p:sp>
        <p:nvSpPr>
          <p:cNvPr id="10" name="Text Placeholder 4">
            <a:extLst>
              <a:ext uri="{FF2B5EF4-FFF2-40B4-BE49-F238E27FC236}">
                <a16:creationId xmlns:a16="http://schemas.microsoft.com/office/drawing/2014/main" id="{8102BFF8-1253-4DC4-8F0F-A614EC0FC550}"/>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rgbClr val="FFFFFF"/>
                </a:solidFill>
              </a:defRPr>
            </a:lvl1pPr>
          </a:lstStyle>
          <a:p>
            <a:r>
              <a:rPr lang="en-US" dirty="0"/>
              <a:t>Section Title</a:t>
            </a:r>
          </a:p>
        </p:txBody>
      </p:sp>
      <p:sp>
        <p:nvSpPr>
          <p:cNvPr id="12" name="Text Placeholder 4">
            <a:extLst>
              <a:ext uri="{FF2B5EF4-FFF2-40B4-BE49-F238E27FC236}">
                <a16:creationId xmlns:a16="http://schemas.microsoft.com/office/drawing/2014/main" id="{54133B29-7CA3-4E8A-BDE7-6F7FBE777790}"/>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rgbClr val="FFFFFF"/>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pic>
        <p:nvPicPr>
          <p:cNvPr id="13" name="Picture 12">
            <a:extLst>
              <a:ext uri="{FF2B5EF4-FFF2-40B4-BE49-F238E27FC236}">
                <a16:creationId xmlns:a16="http://schemas.microsoft.com/office/drawing/2014/main" id="{F008EF2C-2929-4353-8A9D-ACDC182F6DE6}"/>
              </a:ext>
            </a:extLst>
          </p:cNvPr>
          <p:cNvPicPr>
            <a:picLocks noChangeAspect="1"/>
          </p:cNvPicPr>
          <p:nvPr userDrawn="1"/>
        </p:nvPicPr>
        <p:blipFill rotWithShape="1">
          <a:blip r:embed="rId2" cstate="print">
            <a:lum bright="100000"/>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spTree>
    <p:extLst>
      <p:ext uri="{BB962C8B-B14F-4D97-AF65-F5344CB8AC3E}">
        <p14:creationId xmlns:p14="http://schemas.microsoft.com/office/powerpoint/2010/main" val="269020310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C36F888B-A049-4E4F-8601-4102B0AA32BF}"/>
              </a:ext>
            </a:extLst>
          </p:cNvPr>
          <p:cNvGrpSpPr/>
          <p:nvPr userDrawn="1"/>
        </p:nvGrpSpPr>
        <p:grpSpPr>
          <a:xfrm>
            <a:off x="0" y="0"/>
            <a:ext cx="9141087" cy="5155928"/>
            <a:chOff x="0" y="-1"/>
            <a:chExt cx="9141087" cy="5155928"/>
          </a:xfrm>
          <a:solidFill>
            <a:srgbClr val="B4D1E1"/>
          </a:solidFill>
        </p:grpSpPr>
        <p:sp>
          <p:nvSpPr>
            <p:cNvPr id="77" name="Freeform 76">
              <a:extLst>
                <a:ext uri="{FF2B5EF4-FFF2-40B4-BE49-F238E27FC236}">
                  <a16:creationId xmlns:a16="http://schemas.microsoft.com/office/drawing/2014/main" id="{2820F1A7-A0B4-CC4B-BD4C-5CB901C715CB}"/>
                </a:ext>
              </a:extLst>
            </p:cNvPr>
            <p:cNvSpPr/>
            <p:nvPr userDrawn="1"/>
          </p:nvSpPr>
          <p:spPr>
            <a:xfrm>
              <a:off x="0" y="0"/>
              <a:ext cx="2348678" cy="3502791"/>
            </a:xfrm>
            <a:custGeom>
              <a:avLst/>
              <a:gdLst>
                <a:gd name="connsiteX0" fmla="*/ 0 w 2348678"/>
                <a:gd name="connsiteY0" fmla="*/ 0 h 3502791"/>
                <a:gd name="connsiteX1" fmla="*/ 525537 w 2348678"/>
                <a:gd name="connsiteY1" fmla="*/ 0 h 3502791"/>
                <a:gd name="connsiteX2" fmla="*/ 477649 w 2348678"/>
                <a:gd name="connsiteY2" fmla="*/ 11761 h 3502791"/>
                <a:gd name="connsiteX3" fmla="*/ 62225 w 2348678"/>
                <a:gd name="connsiteY3" fmla="*/ 183642 h 3502791"/>
                <a:gd name="connsiteX4" fmla="*/ 59890 w 2348678"/>
                <a:gd name="connsiteY4" fmla="*/ 190324 h 3502791"/>
                <a:gd name="connsiteX5" fmla="*/ 66959 w 2348678"/>
                <a:gd name="connsiteY5" fmla="*/ 192199 h 3502791"/>
                <a:gd name="connsiteX6" fmla="*/ 1402010 w 2348678"/>
                <a:gd name="connsiteY6" fmla="*/ 154763 h 3502791"/>
                <a:gd name="connsiteX7" fmla="*/ 2229032 w 2348678"/>
                <a:gd name="connsiteY7" fmla="*/ 2734319 h 3502791"/>
                <a:gd name="connsiteX8" fmla="*/ 2191499 w 2348678"/>
                <a:gd name="connsiteY8" fmla="*/ 2849202 h 3502791"/>
                <a:gd name="connsiteX9" fmla="*/ 2121922 w 2348678"/>
                <a:gd name="connsiteY9" fmla="*/ 2804073 h 3502791"/>
                <a:gd name="connsiteX10" fmla="*/ 1003565 w 2348678"/>
                <a:gd name="connsiteY10" fmla="*/ 2198977 h 3502791"/>
                <a:gd name="connsiteX11" fmla="*/ 995646 w 2348678"/>
                <a:gd name="connsiteY11" fmla="*/ 2201009 h 3502791"/>
                <a:gd name="connsiteX12" fmla="*/ 998896 w 2348678"/>
                <a:gd name="connsiteY12" fmla="*/ 2208929 h 3502791"/>
                <a:gd name="connsiteX13" fmla="*/ 2137892 w 2348678"/>
                <a:gd name="connsiteY13" fmla="*/ 2923903 h 3502791"/>
                <a:gd name="connsiteX14" fmla="*/ 2161363 w 2348678"/>
                <a:gd name="connsiteY14" fmla="*/ 2941446 h 3502791"/>
                <a:gd name="connsiteX15" fmla="*/ 2151199 w 2348678"/>
                <a:gd name="connsiteY15" fmla="*/ 2972556 h 3502791"/>
                <a:gd name="connsiteX16" fmla="*/ 2053361 w 2348678"/>
                <a:gd name="connsiteY16" fmla="*/ 3209803 h 3502791"/>
                <a:gd name="connsiteX17" fmla="*/ 1938019 w 2348678"/>
                <a:gd name="connsiteY17" fmla="*/ 3438996 h 3502791"/>
                <a:gd name="connsiteX18" fmla="*/ 1899637 w 2348678"/>
                <a:gd name="connsiteY18" fmla="*/ 3502791 h 3502791"/>
                <a:gd name="connsiteX19" fmla="*/ 1749744 w 2348678"/>
                <a:gd name="connsiteY19" fmla="*/ 3459348 h 3502791"/>
                <a:gd name="connsiteX20" fmla="*/ 1608111 w 2348678"/>
                <a:gd name="connsiteY20" fmla="*/ 3415107 h 3502791"/>
                <a:gd name="connsiteX21" fmla="*/ 352814 w 2348678"/>
                <a:gd name="connsiteY21" fmla="*/ 2919107 h 3502791"/>
                <a:gd name="connsiteX22" fmla="*/ 129384 w 2348678"/>
                <a:gd name="connsiteY22" fmla="*/ 2815026 h 3502791"/>
                <a:gd name="connsiteX23" fmla="*/ 0 w 2348678"/>
                <a:gd name="connsiteY23" fmla="*/ 2752034 h 3502791"/>
                <a:gd name="connsiteX24" fmla="*/ 0 w 2348678"/>
                <a:gd name="connsiteY24" fmla="*/ 0 h 350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48678" h="3502791">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0486529D-59C1-F54C-9C29-A95A26E13DE8}"/>
                </a:ext>
              </a:extLst>
            </p:cNvPr>
            <p:cNvSpPr/>
            <p:nvPr userDrawn="1"/>
          </p:nvSpPr>
          <p:spPr>
            <a:xfrm>
              <a:off x="0" y="-1"/>
              <a:ext cx="9141087" cy="5155928"/>
            </a:xfrm>
            <a:custGeom>
              <a:avLst/>
              <a:gdLst>
                <a:gd name="connsiteX0" fmla="*/ 1526153 w 9141087"/>
                <a:gd name="connsiteY0" fmla="*/ 0 h 5155928"/>
                <a:gd name="connsiteX1" fmla="*/ 9141087 w 9141087"/>
                <a:gd name="connsiteY1" fmla="*/ 0 h 5155928"/>
                <a:gd name="connsiteX2" fmla="*/ 9141087 w 9141087"/>
                <a:gd name="connsiteY2" fmla="*/ 5154827 h 5155928"/>
                <a:gd name="connsiteX3" fmla="*/ 0 w 9141087"/>
                <a:gd name="connsiteY3" fmla="*/ 5154827 h 5155928"/>
                <a:gd name="connsiteX4" fmla="*/ 0 w 9141087"/>
                <a:gd name="connsiteY4" fmla="*/ 5146451 h 5155928"/>
                <a:gd name="connsiteX5" fmla="*/ 75637 w 9141087"/>
                <a:gd name="connsiteY5" fmla="*/ 5154368 h 5155928"/>
                <a:gd name="connsiteX6" fmla="*/ 2058507 w 9141087"/>
                <a:gd name="connsiteY6" fmla="*/ 4098986 h 5155928"/>
                <a:gd name="connsiteX7" fmla="*/ 2157322 w 9141087"/>
                <a:gd name="connsiteY7" fmla="*/ 3961433 h 5155928"/>
                <a:gd name="connsiteX8" fmla="*/ 2164242 w 9141087"/>
                <a:gd name="connsiteY8" fmla="*/ 3962746 h 5155928"/>
                <a:gd name="connsiteX9" fmla="*/ 2202530 w 9141087"/>
                <a:gd name="connsiteY9" fmla="*/ 3971148 h 5155928"/>
                <a:gd name="connsiteX10" fmla="*/ 2280575 w 9141087"/>
                <a:gd name="connsiteY10" fmla="*/ 3984804 h 5155928"/>
                <a:gd name="connsiteX11" fmla="*/ 2326734 w 9141087"/>
                <a:gd name="connsiteY11" fmla="*/ 3993557 h 5155928"/>
                <a:gd name="connsiteX12" fmla="*/ 2326992 w 9141087"/>
                <a:gd name="connsiteY12" fmla="*/ 3992927 h 5155928"/>
                <a:gd name="connsiteX13" fmla="*/ 2387013 w 9141087"/>
                <a:gd name="connsiteY13" fmla="*/ 4003429 h 5155928"/>
                <a:gd name="connsiteX14" fmla="*/ 3145582 w 9141087"/>
                <a:gd name="connsiteY14" fmla="*/ 3885282 h 5155928"/>
                <a:gd name="connsiteX15" fmla="*/ 2630604 w 9141087"/>
                <a:gd name="connsiteY15" fmla="*/ 3157424 h 5155928"/>
                <a:gd name="connsiteX16" fmla="*/ 2590729 w 9141087"/>
                <a:gd name="connsiteY16" fmla="*/ 3127515 h 5155928"/>
                <a:gd name="connsiteX17" fmla="*/ 2667774 w 9141087"/>
                <a:gd name="connsiteY17" fmla="*/ 2889009 h 5155928"/>
                <a:gd name="connsiteX18" fmla="*/ 1719839 w 9141087"/>
                <a:gd name="connsiteY18" fmla="*/ 73550 h 5155928"/>
                <a:gd name="connsiteX19" fmla="*/ 1526153 w 9141087"/>
                <a:gd name="connsiteY19" fmla="*/ 0 h 51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41087" h="5155928">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9" name="Freeform 78">
              <a:extLst>
                <a:ext uri="{FF2B5EF4-FFF2-40B4-BE49-F238E27FC236}">
                  <a16:creationId xmlns:a16="http://schemas.microsoft.com/office/drawing/2014/main" id="{5A7C4EAA-15CA-B247-A4DF-3A5765D3B2A3}"/>
                </a:ext>
              </a:extLst>
            </p:cNvPr>
            <p:cNvSpPr/>
            <p:nvPr userDrawn="1"/>
          </p:nvSpPr>
          <p:spPr>
            <a:xfrm>
              <a:off x="0" y="3174823"/>
              <a:ext cx="1677049" cy="1665275"/>
            </a:xfrm>
            <a:custGeom>
              <a:avLst/>
              <a:gdLst>
                <a:gd name="connsiteX0" fmla="*/ 0 w 1677049"/>
                <a:gd name="connsiteY0" fmla="*/ 0 h 1665275"/>
                <a:gd name="connsiteX1" fmla="*/ 55062 w 1677049"/>
                <a:gd name="connsiteY1" fmla="*/ 27525 h 1665275"/>
                <a:gd name="connsiteX2" fmla="*/ 314915 w 1677049"/>
                <a:gd name="connsiteY2" fmla="*/ 149684 h 1665275"/>
                <a:gd name="connsiteX3" fmla="*/ 1331241 w 1677049"/>
                <a:gd name="connsiteY3" fmla="*/ 555564 h 1665275"/>
                <a:gd name="connsiteX4" fmla="*/ 1521376 w 1677049"/>
                <a:gd name="connsiteY4" fmla="*/ 617362 h 1665275"/>
                <a:gd name="connsiteX5" fmla="*/ 1521140 w 1677049"/>
                <a:gd name="connsiteY5" fmla="*/ 617775 h 1665275"/>
                <a:gd name="connsiteX6" fmla="*/ 1540381 w 1677049"/>
                <a:gd name="connsiteY6" fmla="*/ 623539 h 1665275"/>
                <a:gd name="connsiteX7" fmla="*/ 1566219 w 1677049"/>
                <a:gd name="connsiteY7" fmla="*/ 631937 h 1665275"/>
                <a:gd name="connsiteX8" fmla="*/ 1666079 w 1677049"/>
                <a:gd name="connsiteY8" fmla="*/ 661195 h 1665275"/>
                <a:gd name="connsiteX9" fmla="*/ 1677049 w 1677049"/>
                <a:gd name="connsiteY9" fmla="*/ 664481 h 1665275"/>
                <a:gd name="connsiteX10" fmla="*/ 1667186 w 1677049"/>
                <a:gd name="connsiteY10" fmla="*/ 678371 h 1665275"/>
                <a:gd name="connsiteX11" fmla="*/ 58278 w 1677049"/>
                <a:gd name="connsiteY11" fmla="*/ 1663563 h 1665275"/>
                <a:gd name="connsiteX12" fmla="*/ 0 w 1677049"/>
                <a:gd name="connsiteY12" fmla="*/ 1665275 h 1665275"/>
                <a:gd name="connsiteX13" fmla="*/ 0 w 1677049"/>
                <a:gd name="connsiteY13" fmla="*/ 0 h 16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7049" h="1665275">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80" name="Freeform 79">
              <a:extLst>
                <a:ext uri="{FF2B5EF4-FFF2-40B4-BE49-F238E27FC236}">
                  <a16:creationId xmlns:a16="http://schemas.microsoft.com/office/drawing/2014/main" id="{73FCA222-E6B9-6C49-932E-60FCB5D8C5DD}"/>
                </a:ext>
              </a:extLst>
            </p:cNvPr>
            <p:cNvSpPr/>
            <p:nvPr userDrawn="1"/>
          </p:nvSpPr>
          <p:spPr>
            <a:xfrm>
              <a:off x="2376848" y="3253687"/>
              <a:ext cx="343930" cy="361770"/>
            </a:xfrm>
            <a:custGeom>
              <a:avLst/>
              <a:gdLst>
                <a:gd name="connsiteX0" fmla="*/ 163744 w 343930"/>
                <a:gd name="connsiteY0" fmla="*/ 0 h 361770"/>
                <a:gd name="connsiteX1" fmla="*/ 178396 w 343930"/>
                <a:gd name="connsiteY1" fmla="*/ 13750 h 361770"/>
                <a:gd name="connsiteX2" fmla="*/ 337605 w 343930"/>
                <a:gd name="connsiteY2" fmla="*/ 297178 h 361770"/>
                <a:gd name="connsiteX3" fmla="*/ 189169 w 343930"/>
                <a:gd name="connsiteY3" fmla="*/ 361598 h 361770"/>
                <a:gd name="connsiteX4" fmla="*/ 101228 w 343930"/>
                <a:gd name="connsiteY4" fmla="*/ 361770 h 361770"/>
                <a:gd name="connsiteX5" fmla="*/ 94227 w 343930"/>
                <a:gd name="connsiteY5" fmla="*/ 361237 h 361770"/>
                <a:gd name="connsiteX6" fmla="*/ 4676 w 343930"/>
                <a:gd name="connsiteY6" fmla="*/ 352915 h 361770"/>
                <a:gd name="connsiteX7" fmla="*/ 0 w 343930"/>
                <a:gd name="connsiteY7" fmla="*/ 352321 h 361770"/>
                <a:gd name="connsiteX8" fmla="*/ 101987 w 343930"/>
                <a:gd name="connsiteY8" fmla="*/ 150236 h 361770"/>
                <a:gd name="connsiteX9" fmla="*/ 163744 w 343930"/>
                <a:gd name="connsiteY9" fmla="*/ 0 h 3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930" h="36177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grpSp>
      <p:sp>
        <p:nvSpPr>
          <p:cNvPr id="10" name="Text Placeholder 4">
            <a:extLst>
              <a:ext uri="{FF2B5EF4-FFF2-40B4-BE49-F238E27FC236}">
                <a16:creationId xmlns:a16="http://schemas.microsoft.com/office/drawing/2014/main" id="{F58DC5DB-561F-4D50-9ECB-E5F82C452709}"/>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rgbClr val="000000"/>
                </a:solidFill>
              </a:defRPr>
            </a:lvl1pPr>
          </a:lstStyle>
          <a:p>
            <a:r>
              <a:rPr lang="en-US" dirty="0"/>
              <a:t>Section Title</a:t>
            </a:r>
          </a:p>
        </p:txBody>
      </p:sp>
      <p:sp>
        <p:nvSpPr>
          <p:cNvPr id="12" name="Text Placeholder 4">
            <a:extLst>
              <a:ext uri="{FF2B5EF4-FFF2-40B4-BE49-F238E27FC236}">
                <a16:creationId xmlns:a16="http://schemas.microsoft.com/office/drawing/2014/main" id="{DE7E6BC7-3841-41CA-A574-B63C0E5A140D}"/>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rgbClr val="000000"/>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pic>
        <p:nvPicPr>
          <p:cNvPr id="11" name="Picture 10">
            <a:extLst>
              <a:ext uri="{FF2B5EF4-FFF2-40B4-BE49-F238E27FC236}">
                <a16:creationId xmlns:a16="http://schemas.microsoft.com/office/drawing/2014/main" id="{B210089E-490E-4CD6-B36D-DAE4420A9C31}"/>
              </a:ext>
            </a:extLst>
          </p:cNvPr>
          <p:cNvPicPr>
            <a:picLocks noChangeAspect="1"/>
          </p:cNvPicPr>
          <p:nvPr userDrawn="1"/>
        </p:nvPicPr>
        <p:blipFill rotWithShape="1">
          <a:blip r:embed="rId2" cstate="print">
            <a:lum bright="100000"/>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spTree>
    <p:extLst>
      <p:ext uri="{BB962C8B-B14F-4D97-AF65-F5344CB8AC3E}">
        <p14:creationId xmlns:p14="http://schemas.microsoft.com/office/powerpoint/2010/main" val="21860868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3">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C36F888B-A049-4E4F-8601-4102B0AA32BF}"/>
              </a:ext>
            </a:extLst>
          </p:cNvPr>
          <p:cNvGrpSpPr/>
          <p:nvPr userDrawn="1"/>
        </p:nvGrpSpPr>
        <p:grpSpPr>
          <a:xfrm>
            <a:off x="0" y="0"/>
            <a:ext cx="9141087" cy="5155928"/>
            <a:chOff x="0" y="-1"/>
            <a:chExt cx="9141087" cy="5155928"/>
          </a:xfrm>
          <a:solidFill>
            <a:schemeClr val="accent2"/>
          </a:solidFill>
        </p:grpSpPr>
        <p:sp>
          <p:nvSpPr>
            <p:cNvPr id="77" name="Freeform 76">
              <a:extLst>
                <a:ext uri="{FF2B5EF4-FFF2-40B4-BE49-F238E27FC236}">
                  <a16:creationId xmlns:a16="http://schemas.microsoft.com/office/drawing/2014/main" id="{2820F1A7-A0B4-CC4B-BD4C-5CB901C715CB}"/>
                </a:ext>
              </a:extLst>
            </p:cNvPr>
            <p:cNvSpPr/>
            <p:nvPr userDrawn="1"/>
          </p:nvSpPr>
          <p:spPr>
            <a:xfrm>
              <a:off x="0" y="0"/>
              <a:ext cx="2348678" cy="3502791"/>
            </a:xfrm>
            <a:custGeom>
              <a:avLst/>
              <a:gdLst>
                <a:gd name="connsiteX0" fmla="*/ 0 w 2348678"/>
                <a:gd name="connsiteY0" fmla="*/ 0 h 3502791"/>
                <a:gd name="connsiteX1" fmla="*/ 525537 w 2348678"/>
                <a:gd name="connsiteY1" fmla="*/ 0 h 3502791"/>
                <a:gd name="connsiteX2" fmla="*/ 477649 w 2348678"/>
                <a:gd name="connsiteY2" fmla="*/ 11761 h 3502791"/>
                <a:gd name="connsiteX3" fmla="*/ 62225 w 2348678"/>
                <a:gd name="connsiteY3" fmla="*/ 183642 h 3502791"/>
                <a:gd name="connsiteX4" fmla="*/ 59890 w 2348678"/>
                <a:gd name="connsiteY4" fmla="*/ 190324 h 3502791"/>
                <a:gd name="connsiteX5" fmla="*/ 66959 w 2348678"/>
                <a:gd name="connsiteY5" fmla="*/ 192199 h 3502791"/>
                <a:gd name="connsiteX6" fmla="*/ 1402010 w 2348678"/>
                <a:gd name="connsiteY6" fmla="*/ 154763 h 3502791"/>
                <a:gd name="connsiteX7" fmla="*/ 2229032 w 2348678"/>
                <a:gd name="connsiteY7" fmla="*/ 2734319 h 3502791"/>
                <a:gd name="connsiteX8" fmla="*/ 2191499 w 2348678"/>
                <a:gd name="connsiteY8" fmla="*/ 2849202 h 3502791"/>
                <a:gd name="connsiteX9" fmla="*/ 2121922 w 2348678"/>
                <a:gd name="connsiteY9" fmla="*/ 2804073 h 3502791"/>
                <a:gd name="connsiteX10" fmla="*/ 1003565 w 2348678"/>
                <a:gd name="connsiteY10" fmla="*/ 2198977 h 3502791"/>
                <a:gd name="connsiteX11" fmla="*/ 995646 w 2348678"/>
                <a:gd name="connsiteY11" fmla="*/ 2201009 h 3502791"/>
                <a:gd name="connsiteX12" fmla="*/ 998896 w 2348678"/>
                <a:gd name="connsiteY12" fmla="*/ 2208929 h 3502791"/>
                <a:gd name="connsiteX13" fmla="*/ 2137892 w 2348678"/>
                <a:gd name="connsiteY13" fmla="*/ 2923903 h 3502791"/>
                <a:gd name="connsiteX14" fmla="*/ 2161363 w 2348678"/>
                <a:gd name="connsiteY14" fmla="*/ 2941446 h 3502791"/>
                <a:gd name="connsiteX15" fmla="*/ 2151199 w 2348678"/>
                <a:gd name="connsiteY15" fmla="*/ 2972556 h 3502791"/>
                <a:gd name="connsiteX16" fmla="*/ 2053361 w 2348678"/>
                <a:gd name="connsiteY16" fmla="*/ 3209803 h 3502791"/>
                <a:gd name="connsiteX17" fmla="*/ 1938019 w 2348678"/>
                <a:gd name="connsiteY17" fmla="*/ 3438996 h 3502791"/>
                <a:gd name="connsiteX18" fmla="*/ 1899637 w 2348678"/>
                <a:gd name="connsiteY18" fmla="*/ 3502791 h 3502791"/>
                <a:gd name="connsiteX19" fmla="*/ 1749744 w 2348678"/>
                <a:gd name="connsiteY19" fmla="*/ 3459348 h 3502791"/>
                <a:gd name="connsiteX20" fmla="*/ 1608111 w 2348678"/>
                <a:gd name="connsiteY20" fmla="*/ 3415107 h 3502791"/>
                <a:gd name="connsiteX21" fmla="*/ 352814 w 2348678"/>
                <a:gd name="connsiteY21" fmla="*/ 2919107 h 3502791"/>
                <a:gd name="connsiteX22" fmla="*/ 129384 w 2348678"/>
                <a:gd name="connsiteY22" fmla="*/ 2815026 h 3502791"/>
                <a:gd name="connsiteX23" fmla="*/ 0 w 2348678"/>
                <a:gd name="connsiteY23" fmla="*/ 2752034 h 3502791"/>
                <a:gd name="connsiteX24" fmla="*/ 0 w 2348678"/>
                <a:gd name="connsiteY24" fmla="*/ 0 h 350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48678" h="3502791">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8" name="Freeform 77">
              <a:extLst>
                <a:ext uri="{FF2B5EF4-FFF2-40B4-BE49-F238E27FC236}">
                  <a16:creationId xmlns:a16="http://schemas.microsoft.com/office/drawing/2014/main" id="{0486529D-59C1-F54C-9C29-A95A26E13DE8}"/>
                </a:ext>
              </a:extLst>
            </p:cNvPr>
            <p:cNvSpPr/>
            <p:nvPr userDrawn="1"/>
          </p:nvSpPr>
          <p:spPr>
            <a:xfrm>
              <a:off x="0" y="-1"/>
              <a:ext cx="9141087" cy="5155928"/>
            </a:xfrm>
            <a:custGeom>
              <a:avLst/>
              <a:gdLst>
                <a:gd name="connsiteX0" fmla="*/ 1526153 w 9141087"/>
                <a:gd name="connsiteY0" fmla="*/ 0 h 5155928"/>
                <a:gd name="connsiteX1" fmla="*/ 9141087 w 9141087"/>
                <a:gd name="connsiteY1" fmla="*/ 0 h 5155928"/>
                <a:gd name="connsiteX2" fmla="*/ 9141087 w 9141087"/>
                <a:gd name="connsiteY2" fmla="*/ 5154827 h 5155928"/>
                <a:gd name="connsiteX3" fmla="*/ 0 w 9141087"/>
                <a:gd name="connsiteY3" fmla="*/ 5154827 h 5155928"/>
                <a:gd name="connsiteX4" fmla="*/ 0 w 9141087"/>
                <a:gd name="connsiteY4" fmla="*/ 5146451 h 5155928"/>
                <a:gd name="connsiteX5" fmla="*/ 75637 w 9141087"/>
                <a:gd name="connsiteY5" fmla="*/ 5154368 h 5155928"/>
                <a:gd name="connsiteX6" fmla="*/ 2058507 w 9141087"/>
                <a:gd name="connsiteY6" fmla="*/ 4098986 h 5155928"/>
                <a:gd name="connsiteX7" fmla="*/ 2157322 w 9141087"/>
                <a:gd name="connsiteY7" fmla="*/ 3961433 h 5155928"/>
                <a:gd name="connsiteX8" fmla="*/ 2164242 w 9141087"/>
                <a:gd name="connsiteY8" fmla="*/ 3962746 h 5155928"/>
                <a:gd name="connsiteX9" fmla="*/ 2202530 w 9141087"/>
                <a:gd name="connsiteY9" fmla="*/ 3971148 h 5155928"/>
                <a:gd name="connsiteX10" fmla="*/ 2280575 w 9141087"/>
                <a:gd name="connsiteY10" fmla="*/ 3984804 h 5155928"/>
                <a:gd name="connsiteX11" fmla="*/ 2326734 w 9141087"/>
                <a:gd name="connsiteY11" fmla="*/ 3993557 h 5155928"/>
                <a:gd name="connsiteX12" fmla="*/ 2326992 w 9141087"/>
                <a:gd name="connsiteY12" fmla="*/ 3992927 h 5155928"/>
                <a:gd name="connsiteX13" fmla="*/ 2387013 w 9141087"/>
                <a:gd name="connsiteY13" fmla="*/ 4003429 h 5155928"/>
                <a:gd name="connsiteX14" fmla="*/ 3145582 w 9141087"/>
                <a:gd name="connsiteY14" fmla="*/ 3885282 h 5155928"/>
                <a:gd name="connsiteX15" fmla="*/ 2630604 w 9141087"/>
                <a:gd name="connsiteY15" fmla="*/ 3157424 h 5155928"/>
                <a:gd name="connsiteX16" fmla="*/ 2590729 w 9141087"/>
                <a:gd name="connsiteY16" fmla="*/ 3127515 h 5155928"/>
                <a:gd name="connsiteX17" fmla="*/ 2667774 w 9141087"/>
                <a:gd name="connsiteY17" fmla="*/ 2889009 h 5155928"/>
                <a:gd name="connsiteX18" fmla="*/ 1719839 w 9141087"/>
                <a:gd name="connsiteY18" fmla="*/ 73550 h 5155928"/>
                <a:gd name="connsiteX19" fmla="*/ 1526153 w 9141087"/>
                <a:gd name="connsiteY19" fmla="*/ 0 h 515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41087" h="5155928">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79" name="Freeform 78">
              <a:extLst>
                <a:ext uri="{FF2B5EF4-FFF2-40B4-BE49-F238E27FC236}">
                  <a16:creationId xmlns:a16="http://schemas.microsoft.com/office/drawing/2014/main" id="{5A7C4EAA-15CA-B247-A4DF-3A5765D3B2A3}"/>
                </a:ext>
              </a:extLst>
            </p:cNvPr>
            <p:cNvSpPr/>
            <p:nvPr userDrawn="1"/>
          </p:nvSpPr>
          <p:spPr>
            <a:xfrm>
              <a:off x="0" y="3174823"/>
              <a:ext cx="1677049" cy="1665275"/>
            </a:xfrm>
            <a:custGeom>
              <a:avLst/>
              <a:gdLst>
                <a:gd name="connsiteX0" fmla="*/ 0 w 1677049"/>
                <a:gd name="connsiteY0" fmla="*/ 0 h 1665275"/>
                <a:gd name="connsiteX1" fmla="*/ 55062 w 1677049"/>
                <a:gd name="connsiteY1" fmla="*/ 27525 h 1665275"/>
                <a:gd name="connsiteX2" fmla="*/ 314915 w 1677049"/>
                <a:gd name="connsiteY2" fmla="*/ 149684 h 1665275"/>
                <a:gd name="connsiteX3" fmla="*/ 1331241 w 1677049"/>
                <a:gd name="connsiteY3" fmla="*/ 555564 h 1665275"/>
                <a:gd name="connsiteX4" fmla="*/ 1521376 w 1677049"/>
                <a:gd name="connsiteY4" fmla="*/ 617362 h 1665275"/>
                <a:gd name="connsiteX5" fmla="*/ 1521140 w 1677049"/>
                <a:gd name="connsiteY5" fmla="*/ 617775 h 1665275"/>
                <a:gd name="connsiteX6" fmla="*/ 1540381 w 1677049"/>
                <a:gd name="connsiteY6" fmla="*/ 623539 h 1665275"/>
                <a:gd name="connsiteX7" fmla="*/ 1566219 w 1677049"/>
                <a:gd name="connsiteY7" fmla="*/ 631937 h 1665275"/>
                <a:gd name="connsiteX8" fmla="*/ 1666079 w 1677049"/>
                <a:gd name="connsiteY8" fmla="*/ 661195 h 1665275"/>
                <a:gd name="connsiteX9" fmla="*/ 1677049 w 1677049"/>
                <a:gd name="connsiteY9" fmla="*/ 664481 h 1665275"/>
                <a:gd name="connsiteX10" fmla="*/ 1667186 w 1677049"/>
                <a:gd name="connsiteY10" fmla="*/ 678371 h 1665275"/>
                <a:gd name="connsiteX11" fmla="*/ 58278 w 1677049"/>
                <a:gd name="connsiteY11" fmla="*/ 1663563 h 1665275"/>
                <a:gd name="connsiteX12" fmla="*/ 0 w 1677049"/>
                <a:gd name="connsiteY12" fmla="*/ 1665275 h 1665275"/>
                <a:gd name="connsiteX13" fmla="*/ 0 w 1677049"/>
                <a:gd name="connsiteY13" fmla="*/ 0 h 166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77049" h="1665275">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sp>
          <p:nvSpPr>
            <p:cNvPr id="80" name="Freeform 79">
              <a:extLst>
                <a:ext uri="{FF2B5EF4-FFF2-40B4-BE49-F238E27FC236}">
                  <a16:creationId xmlns:a16="http://schemas.microsoft.com/office/drawing/2014/main" id="{73FCA222-E6B9-6C49-932E-60FCB5D8C5DD}"/>
                </a:ext>
              </a:extLst>
            </p:cNvPr>
            <p:cNvSpPr/>
            <p:nvPr userDrawn="1"/>
          </p:nvSpPr>
          <p:spPr>
            <a:xfrm>
              <a:off x="2376848" y="3253687"/>
              <a:ext cx="343930" cy="361770"/>
            </a:xfrm>
            <a:custGeom>
              <a:avLst/>
              <a:gdLst>
                <a:gd name="connsiteX0" fmla="*/ 163744 w 343930"/>
                <a:gd name="connsiteY0" fmla="*/ 0 h 361770"/>
                <a:gd name="connsiteX1" fmla="*/ 178396 w 343930"/>
                <a:gd name="connsiteY1" fmla="*/ 13750 h 361770"/>
                <a:gd name="connsiteX2" fmla="*/ 337605 w 343930"/>
                <a:gd name="connsiteY2" fmla="*/ 297178 h 361770"/>
                <a:gd name="connsiteX3" fmla="*/ 189169 w 343930"/>
                <a:gd name="connsiteY3" fmla="*/ 361598 h 361770"/>
                <a:gd name="connsiteX4" fmla="*/ 101228 w 343930"/>
                <a:gd name="connsiteY4" fmla="*/ 361770 h 361770"/>
                <a:gd name="connsiteX5" fmla="*/ 94227 w 343930"/>
                <a:gd name="connsiteY5" fmla="*/ 361237 h 361770"/>
                <a:gd name="connsiteX6" fmla="*/ 4676 w 343930"/>
                <a:gd name="connsiteY6" fmla="*/ 352915 h 361770"/>
                <a:gd name="connsiteX7" fmla="*/ 0 w 343930"/>
                <a:gd name="connsiteY7" fmla="*/ 352321 h 361770"/>
                <a:gd name="connsiteX8" fmla="*/ 101987 w 343930"/>
                <a:gd name="connsiteY8" fmla="*/ 150236 h 361770"/>
                <a:gd name="connsiteX9" fmla="*/ 163744 w 343930"/>
                <a:gd name="connsiteY9" fmla="*/ 0 h 3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930" h="36177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grpFill/>
            <a:ln w="515" cap="flat">
              <a:noFill/>
              <a:prstDash val="solid"/>
              <a:miter/>
            </a:ln>
          </p:spPr>
          <p:txBody>
            <a:bodyPr rtlCol="0" anchor="ctr"/>
            <a:lstStyle/>
            <a:p>
              <a:endParaRPr lang="en-US" b="0" i="0" dirty="0">
                <a:latin typeface="Arial" panose="020B0604020202020204" pitchFamily="34" charset="0"/>
                <a:cs typeface="Arial" panose="020B0604020202020204" pitchFamily="34" charset="0"/>
              </a:endParaRPr>
            </a:p>
          </p:txBody>
        </p:sp>
      </p:grpSp>
      <p:sp>
        <p:nvSpPr>
          <p:cNvPr id="10" name="Text Placeholder 4">
            <a:extLst>
              <a:ext uri="{FF2B5EF4-FFF2-40B4-BE49-F238E27FC236}">
                <a16:creationId xmlns:a16="http://schemas.microsoft.com/office/drawing/2014/main" id="{5B689345-0E5B-4961-BFA5-D74794CC737E}"/>
              </a:ext>
            </a:extLst>
          </p:cNvPr>
          <p:cNvSpPr>
            <a:spLocks noGrp="1"/>
          </p:cNvSpPr>
          <p:nvPr>
            <p:ph type="body" sz="quarter" idx="11" hasCustomPrompt="1"/>
          </p:nvPr>
        </p:nvSpPr>
        <p:spPr>
          <a:xfrm>
            <a:off x="3851920" y="2704935"/>
            <a:ext cx="4785668" cy="874927"/>
          </a:xfrm>
          <a:prstGeom prst="rect">
            <a:avLst/>
          </a:prstGeom>
        </p:spPr>
        <p:txBody>
          <a:bodyPr anchor="b">
            <a:noAutofit/>
          </a:bodyPr>
          <a:lstStyle>
            <a:lvl1pPr marL="0" indent="0" algn="l">
              <a:buNone/>
              <a:defRPr sz="2800">
                <a:solidFill>
                  <a:srgbClr val="FFFFFF"/>
                </a:solidFill>
              </a:defRPr>
            </a:lvl1pPr>
          </a:lstStyle>
          <a:p>
            <a:r>
              <a:rPr lang="en-US" dirty="0"/>
              <a:t>Section Title</a:t>
            </a:r>
          </a:p>
        </p:txBody>
      </p:sp>
      <p:sp>
        <p:nvSpPr>
          <p:cNvPr id="12" name="Text Placeholder 4">
            <a:extLst>
              <a:ext uri="{FF2B5EF4-FFF2-40B4-BE49-F238E27FC236}">
                <a16:creationId xmlns:a16="http://schemas.microsoft.com/office/drawing/2014/main" id="{A6B88576-B387-417A-9787-6A314FE14929}"/>
              </a:ext>
            </a:extLst>
          </p:cNvPr>
          <p:cNvSpPr>
            <a:spLocks noGrp="1"/>
          </p:cNvSpPr>
          <p:nvPr>
            <p:ph type="body" sz="quarter" idx="14" hasCustomPrompt="1"/>
          </p:nvPr>
        </p:nvSpPr>
        <p:spPr>
          <a:xfrm>
            <a:off x="3851920" y="3661942"/>
            <a:ext cx="4785668" cy="349968"/>
          </a:xfrm>
          <a:prstGeom prst="rect">
            <a:avLst/>
          </a:prstGeom>
          <a:ln>
            <a:noFill/>
          </a:ln>
        </p:spPr>
        <p:txBody>
          <a:bodyPr wrap="square" lIns="0">
            <a:noAutofit/>
          </a:bodyPr>
          <a:lstStyle>
            <a:lvl1pPr marL="0" indent="0" algn="l" defTabSz="363800">
              <a:lnSpc>
                <a:spcPct val="93000"/>
              </a:lnSpc>
              <a:buNone/>
              <a:defRPr lang="en-GB" sz="1800" dirty="0">
                <a:solidFill>
                  <a:srgbClr val="FFFFFF"/>
                </a:solidFill>
                <a:latin typeface="Arial" panose="020B0604020202020204" pitchFamily="34" charset="0"/>
                <a:ea typeface="Calibri"/>
                <a:cs typeface="Arial" panose="020B0604020202020204" pitchFamily="34" charset="0"/>
                <a:sym typeface="Calibri"/>
              </a:defRPr>
            </a:lvl1pPr>
          </a:lstStyle>
          <a:p>
            <a:pPr marL="0" lvl="0" indent="0" defTabSz="363800">
              <a:lnSpc>
                <a:spcPct val="93000"/>
              </a:lnSpc>
              <a:buNone/>
            </a:pPr>
            <a:r>
              <a:rPr lang="en-US" dirty="0"/>
              <a:t>Subtitle</a:t>
            </a:r>
            <a:endParaRPr lang="en-GB" dirty="0"/>
          </a:p>
        </p:txBody>
      </p:sp>
      <p:pic>
        <p:nvPicPr>
          <p:cNvPr id="11" name="Picture 10">
            <a:extLst>
              <a:ext uri="{FF2B5EF4-FFF2-40B4-BE49-F238E27FC236}">
                <a16:creationId xmlns:a16="http://schemas.microsoft.com/office/drawing/2014/main" id="{68D7E07E-BB8C-4881-A45D-5CE30F35E404}"/>
              </a:ext>
            </a:extLst>
          </p:cNvPr>
          <p:cNvPicPr>
            <a:picLocks noChangeAspect="1"/>
          </p:cNvPicPr>
          <p:nvPr userDrawn="1"/>
        </p:nvPicPr>
        <p:blipFill rotWithShape="1">
          <a:blip r:embed="rId2" cstate="print">
            <a:lum bright="100000"/>
            <a:extLst>
              <a:ext uri="{28A0092B-C50C-407E-A947-70E740481C1C}">
                <a14:useLocalDpi xmlns:a14="http://schemas.microsoft.com/office/drawing/2010/main"/>
              </a:ext>
            </a:extLst>
          </a:blip>
          <a:srcRect b="52284"/>
          <a:stretch/>
        </p:blipFill>
        <p:spPr>
          <a:xfrm>
            <a:off x="3851920" y="1283159"/>
            <a:ext cx="3100868" cy="856543"/>
          </a:xfrm>
          <a:prstGeom prst="rect">
            <a:avLst/>
          </a:prstGeom>
        </p:spPr>
      </p:pic>
    </p:spTree>
    <p:extLst>
      <p:ext uri="{BB962C8B-B14F-4D97-AF65-F5344CB8AC3E}">
        <p14:creationId xmlns:p14="http://schemas.microsoft.com/office/powerpoint/2010/main" val="263903460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42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8"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3" y="1321548"/>
            <a:ext cx="8137525" cy="2913447"/>
          </a:xfrm>
        </p:spPr>
        <p:txBody>
          <a:bodyPr/>
          <a:lstStyle>
            <a:lvl1pPr marL="0" indent="0" algn="l">
              <a:spcBef>
                <a:spcPts val="0"/>
              </a:spcBef>
              <a:spcAft>
                <a:spcPts val="600"/>
              </a:spcAft>
              <a:buNone/>
              <a:defRPr/>
            </a:lvl1pPr>
            <a:lvl2pPr marL="277813" indent="0" algn="l">
              <a:buNone/>
              <a:defRPr/>
            </a:lvl2pPr>
            <a:lvl3pPr marL="547688" indent="0" algn="l">
              <a:buNone/>
              <a:defRPr/>
            </a:lvl3pPr>
            <a:lvl4pPr marL="815975" indent="0" algn="l">
              <a:buNone/>
              <a:defRPr/>
            </a:lvl4pPr>
          </a:lstStyle>
          <a:p>
            <a:pPr lvl="0"/>
            <a:r>
              <a:rPr lang="en-US"/>
              <a:t>Click to edit Master text styles</a:t>
            </a:r>
          </a:p>
        </p:txBody>
      </p:sp>
      <p:sp>
        <p:nvSpPr>
          <p:cNvPr id="9" name="Text Placeholder 2">
            <a:extLst>
              <a:ext uri="{FF2B5EF4-FFF2-40B4-BE49-F238E27FC236}">
                <a16:creationId xmlns:a16="http://schemas.microsoft.com/office/drawing/2014/main" id="{4AB6443E-3DD6-0D48-94B8-D7DD1B676138}"/>
              </a:ext>
            </a:extLst>
          </p:cNvPr>
          <p:cNvSpPr>
            <a:spLocks noGrp="1"/>
          </p:cNvSpPr>
          <p:nvPr>
            <p:ph type="body" sz="quarter" idx="14"/>
          </p:nvPr>
        </p:nvSpPr>
        <p:spPr>
          <a:xfrm>
            <a:off x="500062" y="915566"/>
            <a:ext cx="8137525" cy="323850"/>
          </a:xfrm>
        </p:spPr>
        <p:txBody>
          <a:bodyPr/>
          <a:lstStyle>
            <a:lvl1pPr marL="0" indent="0">
              <a:buFont typeface="Arial" panose="020B0604020202020204" pitchFamily="34" charset="0"/>
              <a:buNone/>
              <a:defRPr sz="1800" b="1">
                <a:solidFill>
                  <a:srgbClr val="222222"/>
                </a:solid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B57C0B51-2590-4977-8BCF-5BC1B1C0A5B2}"/>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3899405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10" name="Picture Placeholder 3"/>
          <p:cNvSpPr>
            <a:spLocks noGrp="1"/>
          </p:cNvSpPr>
          <p:nvPr>
            <p:ph type="pic" sz="quarter" idx="11" hasCustomPrompt="1"/>
          </p:nvPr>
        </p:nvSpPr>
        <p:spPr>
          <a:xfrm>
            <a:off x="500063" y="1014414"/>
            <a:ext cx="5800129" cy="3213100"/>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p:cNvSpPr>
            <a:spLocks noGrp="1"/>
          </p:cNvSpPr>
          <p:nvPr>
            <p:ph type="body" sz="quarter" idx="13" hasCustomPrompt="1"/>
          </p:nvPr>
        </p:nvSpPr>
        <p:spPr>
          <a:xfrm>
            <a:off x="6444208" y="1014414"/>
            <a:ext cx="2193380" cy="3213100"/>
          </a:xfrm>
          <a:prstGeom prst="rect">
            <a:avLst/>
          </a:prstGeom>
        </p:spPr>
        <p:txBody>
          <a:bodyPr vert="horz" tIns="0" rIns="0" bIns="0" anchor="t"/>
          <a:lstStyle>
            <a:lvl1pPr marL="0" indent="0" algn="l">
              <a:buNone/>
              <a:defRPr sz="1600">
                <a:solidFill>
                  <a:schemeClr val="tx1"/>
                </a:solidFill>
              </a:defRPr>
            </a:lvl1pPr>
          </a:lstStyle>
          <a:p>
            <a:pPr lvl="0"/>
            <a:r>
              <a:rPr lang="en-US" dirty="0"/>
              <a:t>[image text]</a:t>
            </a:r>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1CC3B6D4-4DC9-4D12-8D95-806CE8586CA7}"/>
              </a:ext>
            </a:extLst>
          </p:cNvPr>
          <p:cNvSpPr>
            <a:spLocks noGrp="1"/>
          </p:cNvSpPr>
          <p:nvPr>
            <p:ph type="ftr" sz="quarter" idx="14"/>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794159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10" name="Picture Placeholder 3"/>
          <p:cNvSpPr>
            <a:spLocks noGrp="1"/>
          </p:cNvSpPr>
          <p:nvPr>
            <p:ph type="pic" sz="quarter" idx="11" hasCustomPrompt="1"/>
          </p:nvPr>
        </p:nvSpPr>
        <p:spPr>
          <a:xfrm>
            <a:off x="500063" y="1014413"/>
            <a:ext cx="8137525" cy="2781300"/>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p:cNvSpPr>
            <a:spLocks noGrp="1"/>
          </p:cNvSpPr>
          <p:nvPr>
            <p:ph type="body" sz="quarter" idx="13" hasCustomPrompt="1"/>
          </p:nvPr>
        </p:nvSpPr>
        <p:spPr>
          <a:xfrm>
            <a:off x="499233" y="3812367"/>
            <a:ext cx="8145533" cy="422628"/>
          </a:xfrm>
          <a:prstGeom prst="rect">
            <a:avLst/>
          </a:prstGeom>
        </p:spPr>
        <p:txBody>
          <a:bodyPr vert="horz" tIns="0" rIns="0" bIns="0" anchor="ctr"/>
          <a:lstStyle>
            <a:lvl1pPr marL="0" indent="0" algn="ctr">
              <a:buNone/>
              <a:defRPr sz="1600">
                <a:solidFill>
                  <a:srgbClr val="717073"/>
                </a:solidFill>
              </a:defRPr>
            </a:lvl1pPr>
          </a:lstStyle>
          <a:p>
            <a:pPr lvl="0"/>
            <a:r>
              <a:rPr lang="en-US" dirty="0"/>
              <a:t>[image caption]</a:t>
            </a:r>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3EF494-034D-44F8-A974-C98E1DDFD871}"/>
              </a:ext>
            </a:extLst>
          </p:cNvPr>
          <p:cNvSpPr>
            <a:spLocks noGrp="1"/>
          </p:cNvSpPr>
          <p:nvPr>
            <p:ph type="ftr" sz="quarter" idx="14"/>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131866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Images with Captions">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7" name="Picture Placeholder 3">
            <a:extLst>
              <a:ext uri="{FF2B5EF4-FFF2-40B4-BE49-F238E27FC236}">
                <a16:creationId xmlns:a16="http://schemas.microsoft.com/office/drawing/2014/main" id="{9BD2E2A0-ACED-0A47-9B9C-66FCC582C9BA}"/>
              </a:ext>
            </a:extLst>
          </p:cNvPr>
          <p:cNvSpPr>
            <a:spLocks noGrp="1"/>
          </p:cNvSpPr>
          <p:nvPr>
            <p:ph type="pic" sz="quarter" idx="14" hasCustomPrompt="1"/>
          </p:nvPr>
        </p:nvSpPr>
        <p:spPr>
          <a:xfrm>
            <a:off x="4724698" y="1015676"/>
            <a:ext cx="3907238" cy="2780038"/>
          </a:xfrm>
          <a:prstGeom prst="rect">
            <a:avLst/>
          </a:prstGeom>
        </p:spPr>
        <p:txBody>
          <a:bodyPr vert="horz" anchor="ctr"/>
          <a:lstStyle>
            <a:lvl1pPr marL="0" indent="0" algn="ctr">
              <a:buNone/>
              <a:defRPr/>
            </a:lvl1pPr>
          </a:lstStyle>
          <a:p>
            <a:r>
              <a:rPr lang="en-GB" dirty="0"/>
              <a:t>[image/icon/logo box]</a:t>
            </a:r>
            <a:endParaRPr lang="en-US" dirty="0"/>
          </a:p>
        </p:txBody>
      </p:sp>
      <p:sp>
        <p:nvSpPr>
          <p:cNvPr id="12" name="Text Placeholder 5">
            <a:extLst>
              <a:ext uri="{FF2B5EF4-FFF2-40B4-BE49-F238E27FC236}">
                <a16:creationId xmlns:a16="http://schemas.microsoft.com/office/drawing/2014/main" id="{4401D111-1A4C-BE4F-8DE5-C2A874A7036F}"/>
              </a:ext>
            </a:extLst>
          </p:cNvPr>
          <p:cNvSpPr>
            <a:spLocks noGrp="1"/>
          </p:cNvSpPr>
          <p:nvPr>
            <p:ph type="body" sz="quarter" idx="15" hasCustomPrompt="1"/>
          </p:nvPr>
        </p:nvSpPr>
        <p:spPr>
          <a:xfrm>
            <a:off x="4724698" y="3823714"/>
            <a:ext cx="3915473" cy="403603"/>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15" name="Picture Placeholder 3">
            <a:extLst>
              <a:ext uri="{FF2B5EF4-FFF2-40B4-BE49-F238E27FC236}">
                <a16:creationId xmlns:a16="http://schemas.microsoft.com/office/drawing/2014/main" id="{9BD2E2A0-ACED-0A47-9B9C-66FCC582C9BA}"/>
              </a:ext>
            </a:extLst>
          </p:cNvPr>
          <p:cNvSpPr>
            <a:spLocks noGrp="1"/>
          </p:cNvSpPr>
          <p:nvPr>
            <p:ph type="pic" sz="quarter" idx="16" hasCustomPrompt="1"/>
          </p:nvPr>
        </p:nvSpPr>
        <p:spPr>
          <a:xfrm>
            <a:off x="508231" y="1015676"/>
            <a:ext cx="3927244" cy="2780038"/>
          </a:xfrm>
          <a:prstGeom prst="rect">
            <a:avLst/>
          </a:prstGeom>
        </p:spPr>
        <p:txBody>
          <a:bodyPr vert="horz" anchor="ctr"/>
          <a:lstStyle>
            <a:lvl1pPr marL="0" indent="0" algn="ctr">
              <a:buNone/>
              <a:defRPr/>
            </a:lvl1pPr>
          </a:lstStyle>
          <a:p>
            <a:r>
              <a:rPr lang="en-GB" dirty="0"/>
              <a:t>[image/icon/logo box]</a:t>
            </a:r>
            <a:endParaRPr lang="en-US" dirty="0"/>
          </a:p>
        </p:txBody>
      </p:sp>
      <p:sp>
        <p:nvSpPr>
          <p:cNvPr id="16" name="Text Placeholder 5">
            <a:extLst>
              <a:ext uri="{FF2B5EF4-FFF2-40B4-BE49-F238E27FC236}">
                <a16:creationId xmlns:a16="http://schemas.microsoft.com/office/drawing/2014/main" id="{4401D111-1A4C-BE4F-8DE5-C2A874A7036F}"/>
              </a:ext>
            </a:extLst>
          </p:cNvPr>
          <p:cNvSpPr>
            <a:spLocks noGrp="1"/>
          </p:cNvSpPr>
          <p:nvPr>
            <p:ph type="body" sz="quarter" idx="17" hasCustomPrompt="1"/>
          </p:nvPr>
        </p:nvSpPr>
        <p:spPr>
          <a:xfrm>
            <a:off x="507558" y="3821321"/>
            <a:ext cx="3915473" cy="403603"/>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2" name="Footer Placeholder 1">
            <a:extLst>
              <a:ext uri="{FF2B5EF4-FFF2-40B4-BE49-F238E27FC236}">
                <a16:creationId xmlns:a16="http://schemas.microsoft.com/office/drawing/2014/main" id="{A007B79C-D28E-4C15-972E-338680BEC6F8}"/>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4212551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Images with Captions and Detail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9A0F972-6BC7-42BC-AFE5-97C86679B87E}"/>
              </a:ext>
            </a:extLst>
          </p:cNvPr>
          <p:cNvSpPr/>
          <p:nvPr userDrawn="1"/>
        </p:nvSpPr>
        <p:spPr>
          <a:xfrm>
            <a:off x="508231" y="2877621"/>
            <a:ext cx="3927244" cy="1346528"/>
          </a:xfrm>
          <a:prstGeom prst="rect">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9B259A0-C5BF-4615-9DF0-1C33FC6423D9}"/>
              </a:ext>
            </a:extLst>
          </p:cNvPr>
          <p:cNvSpPr/>
          <p:nvPr userDrawn="1"/>
        </p:nvSpPr>
        <p:spPr>
          <a:xfrm>
            <a:off x="4732548" y="2877621"/>
            <a:ext cx="3899388" cy="1346528"/>
          </a:xfrm>
          <a:prstGeom prst="rect">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7" name="Picture Placeholder 3">
            <a:extLst>
              <a:ext uri="{FF2B5EF4-FFF2-40B4-BE49-F238E27FC236}">
                <a16:creationId xmlns:a16="http://schemas.microsoft.com/office/drawing/2014/main" id="{9BD2E2A0-ACED-0A47-9B9C-66FCC582C9BA}"/>
              </a:ext>
            </a:extLst>
          </p:cNvPr>
          <p:cNvSpPr>
            <a:spLocks noGrp="1"/>
          </p:cNvSpPr>
          <p:nvPr>
            <p:ph type="pic" sz="quarter" idx="14" hasCustomPrompt="1"/>
          </p:nvPr>
        </p:nvSpPr>
        <p:spPr>
          <a:xfrm>
            <a:off x="4724698" y="1015675"/>
            <a:ext cx="3907238" cy="1861127"/>
          </a:xfrm>
          <a:prstGeom prst="rect">
            <a:avLst/>
          </a:prstGeom>
        </p:spPr>
        <p:txBody>
          <a:bodyPr vert="horz" anchor="ctr"/>
          <a:lstStyle>
            <a:lvl1pPr marL="0" indent="0" algn="ctr">
              <a:buNone/>
              <a:defRPr/>
            </a:lvl1pPr>
          </a:lstStyle>
          <a:p>
            <a:r>
              <a:rPr lang="en-GB" dirty="0"/>
              <a:t>[image/icon/logo box]</a:t>
            </a:r>
            <a:endParaRPr lang="en-US" dirty="0"/>
          </a:p>
        </p:txBody>
      </p:sp>
      <p:sp>
        <p:nvSpPr>
          <p:cNvPr id="15" name="Picture Placeholder 3">
            <a:extLst>
              <a:ext uri="{FF2B5EF4-FFF2-40B4-BE49-F238E27FC236}">
                <a16:creationId xmlns:a16="http://schemas.microsoft.com/office/drawing/2014/main" id="{9BD2E2A0-ACED-0A47-9B9C-66FCC582C9BA}"/>
              </a:ext>
            </a:extLst>
          </p:cNvPr>
          <p:cNvSpPr>
            <a:spLocks noGrp="1"/>
          </p:cNvSpPr>
          <p:nvPr>
            <p:ph type="pic" sz="quarter" idx="16" hasCustomPrompt="1"/>
          </p:nvPr>
        </p:nvSpPr>
        <p:spPr>
          <a:xfrm>
            <a:off x="508231" y="1015675"/>
            <a:ext cx="3927244" cy="1871973"/>
          </a:xfrm>
          <a:prstGeom prst="rect">
            <a:avLst/>
          </a:prstGeom>
        </p:spPr>
        <p:txBody>
          <a:bodyPr vert="horz" anchor="ctr"/>
          <a:lstStyle>
            <a:lvl1pPr marL="0" indent="0" algn="ctr">
              <a:buNone/>
              <a:defRPr/>
            </a:lvl1pPr>
          </a:lstStyle>
          <a:p>
            <a:r>
              <a:rPr lang="en-GB" dirty="0"/>
              <a:t>[image/icon/logo box]</a:t>
            </a:r>
            <a:endParaRPr lang="en-US" dirty="0"/>
          </a:p>
        </p:txBody>
      </p:sp>
      <p:sp>
        <p:nvSpPr>
          <p:cNvPr id="2" name="Footer Placeholder 1">
            <a:extLst>
              <a:ext uri="{FF2B5EF4-FFF2-40B4-BE49-F238E27FC236}">
                <a16:creationId xmlns:a16="http://schemas.microsoft.com/office/drawing/2014/main" id="{A007B79C-D28E-4C15-972E-338680BEC6F8}"/>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
        <p:nvSpPr>
          <p:cNvPr id="5" name="Text Placeholder 4">
            <a:extLst>
              <a:ext uri="{FF2B5EF4-FFF2-40B4-BE49-F238E27FC236}">
                <a16:creationId xmlns:a16="http://schemas.microsoft.com/office/drawing/2014/main" id="{296C13FF-C155-4919-8919-34228E9F85C2}"/>
              </a:ext>
            </a:extLst>
          </p:cNvPr>
          <p:cNvSpPr>
            <a:spLocks noGrp="1"/>
          </p:cNvSpPr>
          <p:nvPr>
            <p:ph type="body" sz="quarter" idx="19"/>
          </p:nvPr>
        </p:nvSpPr>
        <p:spPr>
          <a:xfrm>
            <a:off x="684213" y="3021837"/>
            <a:ext cx="3600450" cy="1212856"/>
          </a:xfrm>
        </p:spPr>
        <p:txBody>
          <a:bodyPr/>
          <a:lstStyle/>
          <a:p>
            <a:pPr lvl="0"/>
            <a:r>
              <a:rPr lang="en-US"/>
              <a:t>Click to edit Master text styles</a:t>
            </a:r>
          </a:p>
          <a:p>
            <a:pPr lvl="1"/>
            <a:r>
              <a:rPr lang="en-US"/>
              <a:t>Second level</a:t>
            </a:r>
          </a:p>
          <a:p>
            <a:pPr lvl="2"/>
            <a:r>
              <a:rPr lang="en-US"/>
              <a:t>Third level</a:t>
            </a:r>
          </a:p>
        </p:txBody>
      </p:sp>
      <p:sp>
        <p:nvSpPr>
          <p:cNvPr id="13" name="Text Placeholder 4">
            <a:extLst>
              <a:ext uri="{FF2B5EF4-FFF2-40B4-BE49-F238E27FC236}">
                <a16:creationId xmlns:a16="http://schemas.microsoft.com/office/drawing/2014/main" id="{666E5765-AFF9-454D-B3E4-B95BB4B15255}"/>
              </a:ext>
            </a:extLst>
          </p:cNvPr>
          <p:cNvSpPr>
            <a:spLocks noGrp="1"/>
          </p:cNvSpPr>
          <p:nvPr>
            <p:ph type="body" sz="quarter" idx="20"/>
          </p:nvPr>
        </p:nvSpPr>
        <p:spPr>
          <a:xfrm>
            <a:off x="4879732" y="3021837"/>
            <a:ext cx="3600450" cy="1212856"/>
          </a:xfrm>
        </p:spPr>
        <p:txBody>
          <a:bodyPr/>
          <a:lstStyle/>
          <a:p>
            <a:pPr lvl="0"/>
            <a:r>
              <a:rPr lang="en-US"/>
              <a:t>Click to edit Master text styles</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E8A56BEC-90D2-435D-8367-0E3A5F826218}"/>
              </a:ext>
            </a:extLst>
          </p:cNvPr>
          <p:cNvSpPr>
            <a:spLocks noGrp="1"/>
          </p:cNvSpPr>
          <p:nvPr>
            <p:ph type="body" sz="quarter" idx="21" hasCustomPrompt="1"/>
          </p:nvPr>
        </p:nvSpPr>
        <p:spPr>
          <a:xfrm>
            <a:off x="508231" y="2373565"/>
            <a:ext cx="3927244" cy="503237"/>
          </a:xfrm>
          <a:solidFill>
            <a:schemeClr val="accent1">
              <a:alpha val="80000"/>
            </a:schemeClr>
          </a:solidFill>
        </p:spPr>
        <p:txBody>
          <a:bodyPr lIns="180000" anchor="ctr"/>
          <a:lstStyle>
            <a:lvl1pPr marL="0" indent="0">
              <a:buNone/>
              <a:defRPr b="1">
                <a:solidFill>
                  <a:srgbClr val="FFFFFF"/>
                </a:solidFill>
              </a:defRPr>
            </a:lvl1pPr>
          </a:lstStyle>
          <a:p>
            <a:pPr lvl="0"/>
            <a:r>
              <a:rPr lang="en-US" dirty="0"/>
              <a:t>Headline</a:t>
            </a:r>
          </a:p>
        </p:txBody>
      </p:sp>
      <p:sp>
        <p:nvSpPr>
          <p:cNvPr id="17" name="Text Placeholder 7">
            <a:extLst>
              <a:ext uri="{FF2B5EF4-FFF2-40B4-BE49-F238E27FC236}">
                <a16:creationId xmlns:a16="http://schemas.microsoft.com/office/drawing/2014/main" id="{94F963DD-B50B-4248-9374-A146E5314854}"/>
              </a:ext>
            </a:extLst>
          </p:cNvPr>
          <p:cNvSpPr>
            <a:spLocks noGrp="1"/>
          </p:cNvSpPr>
          <p:nvPr>
            <p:ph type="body" sz="quarter" idx="22" hasCustomPrompt="1"/>
          </p:nvPr>
        </p:nvSpPr>
        <p:spPr>
          <a:xfrm>
            <a:off x="4732548" y="2373565"/>
            <a:ext cx="3899388" cy="503237"/>
          </a:xfrm>
          <a:solidFill>
            <a:schemeClr val="accent1">
              <a:alpha val="80000"/>
            </a:schemeClr>
          </a:solidFill>
        </p:spPr>
        <p:txBody>
          <a:bodyPr lIns="180000" anchor="ctr"/>
          <a:lstStyle>
            <a:lvl1pPr marL="0" indent="0">
              <a:buNone/>
              <a:defRPr b="1">
                <a:solidFill>
                  <a:srgbClr val="FFFFFF"/>
                </a:solidFill>
              </a:defRPr>
            </a:lvl1pPr>
          </a:lstStyle>
          <a:p>
            <a:pPr lvl="0"/>
            <a:r>
              <a:rPr lang="en-US" dirty="0"/>
              <a:t>Headline</a:t>
            </a:r>
          </a:p>
        </p:txBody>
      </p:sp>
    </p:spTree>
    <p:extLst>
      <p:ext uri="{BB962C8B-B14F-4D97-AF65-F5344CB8AC3E}">
        <p14:creationId xmlns:p14="http://schemas.microsoft.com/office/powerpoint/2010/main" val="212497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Images with Captions">
    <p:spTree>
      <p:nvGrpSpPr>
        <p:cNvPr id="1" name=""/>
        <p:cNvGrpSpPr/>
        <p:nvPr/>
      </p:nvGrpSpPr>
      <p:grpSpPr>
        <a:xfrm>
          <a:off x="0" y="0"/>
          <a:ext cx="0" cy="0"/>
          <a:chOff x="0" y="0"/>
          <a:chExt cx="0" cy="0"/>
        </a:xfrm>
      </p:grpSpPr>
      <p:sp>
        <p:nvSpPr>
          <p:cNvPr id="10" name="Picture Placeholder 3"/>
          <p:cNvSpPr>
            <a:spLocks noGrp="1"/>
          </p:cNvSpPr>
          <p:nvPr>
            <p:ph type="pic" sz="quarter" idx="11" hasCustomPrompt="1"/>
          </p:nvPr>
        </p:nvSpPr>
        <p:spPr>
          <a:xfrm>
            <a:off x="516616" y="1014413"/>
            <a:ext cx="2615224" cy="2781300"/>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p:cNvSpPr>
            <a:spLocks noGrp="1"/>
          </p:cNvSpPr>
          <p:nvPr>
            <p:ph type="body" sz="quarter" idx="13" hasCustomPrompt="1"/>
          </p:nvPr>
        </p:nvSpPr>
        <p:spPr>
          <a:xfrm>
            <a:off x="516616" y="3795713"/>
            <a:ext cx="2615224" cy="431800"/>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9" name="Title 3">
            <a:extLst>
              <a:ext uri="{FF2B5EF4-FFF2-40B4-BE49-F238E27FC236}">
                <a16:creationId xmlns:a16="http://schemas.microsoft.com/office/drawing/2014/main" id="{67291C38-6307-7D44-9B10-00CDF2E61518}"/>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7" name="Picture Placeholder 3">
            <a:extLst>
              <a:ext uri="{FF2B5EF4-FFF2-40B4-BE49-F238E27FC236}">
                <a16:creationId xmlns:a16="http://schemas.microsoft.com/office/drawing/2014/main" id="{8CD11574-6994-C542-A1AD-1118FE1AA89D}"/>
              </a:ext>
            </a:extLst>
          </p:cNvPr>
          <p:cNvSpPr>
            <a:spLocks noGrp="1"/>
          </p:cNvSpPr>
          <p:nvPr>
            <p:ph type="pic" sz="quarter" idx="14" hasCustomPrompt="1"/>
          </p:nvPr>
        </p:nvSpPr>
        <p:spPr>
          <a:xfrm>
            <a:off x="3239827" y="1014412"/>
            <a:ext cx="2639785" cy="2781301"/>
          </a:xfrm>
          <a:prstGeom prst="rect">
            <a:avLst/>
          </a:prstGeom>
        </p:spPr>
        <p:txBody>
          <a:bodyPr vert="horz" anchor="ctr"/>
          <a:lstStyle>
            <a:lvl1pPr marL="0" indent="0" algn="ctr">
              <a:buNone/>
              <a:defRPr/>
            </a:lvl1pPr>
          </a:lstStyle>
          <a:p>
            <a:r>
              <a:rPr lang="en-GB" dirty="0"/>
              <a:t>[image/icon/logo box]</a:t>
            </a:r>
            <a:endParaRPr lang="en-US" dirty="0"/>
          </a:p>
        </p:txBody>
      </p:sp>
      <p:sp>
        <p:nvSpPr>
          <p:cNvPr id="12" name="Text Placeholder 5">
            <a:extLst>
              <a:ext uri="{FF2B5EF4-FFF2-40B4-BE49-F238E27FC236}">
                <a16:creationId xmlns:a16="http://schemas.microsoft.com/office/drawing/2014/main" id="{9127FB44-8702-2E4A-AB5F-E13C69627438}"/>
              </a:ext>
            </a:extLst>
          </p:cNvPr>
          <p:cNvSpPr>
            <a:spLocks noGrp="1"/>
          </p:cNvSpPr>
          <p:nvPr>
            <p:ph type="body" sz="quarter" idx="15" hasCustomPrompt="1"/>
          </p:nvPr>
        </p:nvSpPr>
        <p:spPr>
          <a:xfrm>
            <a:off x="3239827" y="3795713"/>
            <a:ext cx="2639785" cy="431800"/>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14" name="Picture Placeholder 3">
            <a:extLst>
              <a:ext uri="{FF2B5EF4-FFF2-40B4-BE49-F238E27FC236}">
                <a16:creationId xmlns:a16="http://schemas.microsoft.com/office/drawing/2014/main" id="{20EEF36B-2413-A544-991B-10AA2B78C185}"/>
              </a:ext>
            </a:extLst>
          </p:cNvPr>
          <p:cNvSpPr>
            <a:spLocks noGrp="1"/>
          </p:cNvSpPr>
          <p:nvPr>
            <p:ph type="pic" sz="quarter" idx="16" hasCustomPrompt="1"/>
          </p:nvPr>
        </p:nvSpPr>
        <p:spPr>
          <a:xfrm>
            <a:off x="5987599" y="1014412"/>
            <a:ext cx="2639785" cy="2781301"/>
          </a:xfrm>
          <a:prstGeom prst="rect">
            <a:avLst/>
          </a:prstGeom>
        </p:spPr>
        <p:txBody>
          <a:bodyPr vert="horz" anchor="ctr"/>
          <a:lstStyle>
            <a:lvl1pPr marL="0" indent="0" algn="ctr">
              <a:buNone/>
              <a:defRPr/>
            </a:lvl1pPr>
          </a:lstStyle>
          <a:p>
            <a:r>
              <a:rPr lang="en-GB" dirty="0"/>
              <a:t>[image/icon/logo box]</a:t>
            </a:r>
            <a:endParaRPr lang="en-US" dirty="0"/>
          </a:p>
        </p:txBody>
      </p:sp>
      <p:sp>
        <p:nvSpPr>
          <p:cNvPr id="15" name="Text Placeholder 5">
            <a:extLst>
              <a:ext uri="{FF2B5EF4-FFF2-40B4-BE49-F238E27FC236}">
                <a16:creationId xmlns:a16="http://schemas.microsoft.com/office/drawing/2014/main" id="{86A408FD-BECD-3443-BB24-6FC23182032B}"/>
              </a:ext>
            </a:extLst>
          </p:cNvPr>
          <p:cNvSpPr>
            <a:spLocks noGrp="1"/>
          </p:cNvSpPr>
          <p:nvPr>
            <p:ph type="body" sz="quarter" idx="17" hasCustomPrompt="1"/>
          </p:nvPr>
        </p:nvSpPr>
        <p:spPr>
          <a:xfrm>
            <a:off x="5987599" y="3795713"/>
            <a:ext cx="2639785" cy="431800"/>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2" name="Footer Placeholder 1">
            <a:extLst>
              <a:ext uri="{FF2B5EF4-FFF2-40B4-BE49-F238E27FC236}">
                <a16:creationId xmlns:a16="http://schemas.microsoft.com/office/drawing/2014/main" id="{B0A300C0-DBF9-4E76-A96E-820DB299D365}"/>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3238530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6"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3" y="1014414"/>
            <a:ext cx="2631777" cy="3220608"/>
          </a:xfrm>
        </p:spPr>
        <p:txBody>
          <a:bodyPr/>
          <a:lstStyle/>
          <a:p>
            <a:pPr lvl="0"/>
            <a:r>
              <a:rPr lang="en-US"/>
              <a:t>Click to edit Master text styles</a:t>
            </a:r>
          </a:p>
          <a:p>
            <a:pPr lvl="1"/>
            <a:r>
              <a:rPr lang="en-US"/>
              <a:t>Second level</a:t>
            </a:r>
          </a:p>
          <a:p>
            <a:pPr lvl="2"/>
            <a:r>
              <a:rPr lang="en-US"/>
              <a:t>Third level</a:t>
            </a:r>
          </a:p>
        </p:txBody>
      </p:sp>
      <p:sp>
        <p:nvSpPr>
          <p:cNvPr id="3" name="Chart Placeholder 2">
            <a:extLst>
              <a:ext uri="{FF2B5EF4-FFF2-40B4-BE49-F238E27FC236}">
                <a16:creationId xmlns:a16="http://schemas.microsoft.com/office/drawing/2014/main" id="{FA2406D8-9BE4-8543-AD51-0423FE272F49}"/>
              </a:ext>
            </a:extLst>
          </p:cNvPr>
          <p:cNvSpPr>
            <a:spLocks noGrp="1"/>
          </p:cNvSpPr>
          <p:nvPr>
            <p:ph type="chart" sz="quarter" idx="16"/>
          </p:nvPr>
        </p:nvSpPr>
        <p:spPr>
          <a:xfrm>
            <a:off x="3275856" y="1014414"/>
            <a:ext cx="5368083" cy="3220582"/>
          </a:xfrm>
        </p:spPr>
        <p:txBody>
          <a:bodyPr/>
          <a:lstStyle>
            <a:lvl1pPr marL="0" indent="0" algn="ctr">
              <a:buNone/>
              <a:defRPr/>
            </a:lvl1pPr>
          </a:lstStyle>
          <a:p>
            <a:r>
              <a:rPr lang="en-US"/>
              <a:t>Click icon to add chart</a:t>
            </a:r>
            <a:endParaRPr lang="en-US" dirty="0"/>
          </a:p>
        </p:txBody>
      </p:sp>
      <p:sp>
        <p:nvSpPr>
          <p:cNvPr id="8" name="Title 3">
            <a:extLst>
              <a:ext uri="{FF2B5EF4-FFF2-40B4-BE49-F238E27FC236}">
                <a16:creationId xmlns:a16="http://schemas.microsoft.com/office/drawing/2014/main" id="{EE27E797-65BC-354F-BBB0-6487EBA8D2FB}"/>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5D3A6C4-B2B4-46A4-BE60-14F5BD4FB2DE}"/>
              </a:ext>
            </a:extLst>
          </p:cNvPr>
          <p:cNvSpPr>
            <a:spLocks noGrp="1"/>
          </p:cNvSpPr>
          <p:nvPr>
            <p:ph type="ftr" sz="quarter" idx="17"/>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3283028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3" name="Chart Placeholder 2">
            <a:extLst>
              <a:ext uri="{FF2B5EF4-FFF2-40B4-BE49-F238E27FC236}">
                <a16:creationId xmlns:a16="http://schemas.microsoft.com/office/drawing/2014/main" id="{FA2406D8-9BE4-8543-AD51-0423FE272F49}"/>
              </a:ext>
            </a:extLst>
          </p:cNvPr>
          <p:cNvSpPr>
            <a:spLocks noGrp="1"/>
          </p:cNvSpPr>
          <p:nvPr>
            <p:ph type="chart" sz="quarter" idx="16"/>
          </p:nvPr>
        </p:nvSpPr>
        <p:spPr>
          <a:xfrm>
            <a:off x="500064" y="1356744"/>
            <a:ext cx="8143876" cy="2878252"/>
          </a:xfrm>
        </p:spPr>
        <p:txBody>
          <a:bodyPr/>
          <a:lstStyle>
            <a:lvl1pPr marL="0" indent="0" algn="ctr">
              <a:buNone/>
              <a:defRPr/>
            </a:lvl1pPr>
          </a:lstStyle>
          <a:p>
            <a:r>
              <a:rPr lang="en-US"/>
              <a:t>Click icon to add chart</a:t>
            </a:r>
            <a:endParaRPr lang="en-US" dirty="0"/>
          </a:p>
        </p:txBody>
      </p:sp>
      <p:sp>
        <p:nvSpPr>
          <p:cNvPr id="8" name="Title 3">
            <a:extLst>
              <a:ext uri="{FF2B5EF4-FFF2-40B4-BE49-F238E27FC236}">
                <a16:creationId xmlns:a16="http://schemas.microsoft.com/office/drawing/2014/main" id="{EE27E797-65BC-354F-BBB0-6487EBA8D2FB}"/>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10" name="Text Placeholder 5">
            <a:extLst>
              <a:ext uri="{FF2B5EF4-FFF2-40B4-BE49-F238E27FC236}">
                <a16:creationId xmlns:a16="http://schemas.microsoft.com/office/drawing/2014/main" id="{B32C476E-51FA-B142-B805-2B1D7A05AE20}"/>
              </a:ext>
            </a:extLst>
          </p:cNvPr>
          <p:cNvSpPr>
            <a:spLocks noGrp="1"/>
          </p:cNvSpPr>
          <p:nvPr>
            <p:ph type="body" sz="quarter" idx="13" hasCustomPrompt="1"/>
          </p:nvPr>
        </p:nvSpPr>
        <p:spPr>
          <a:xfrm>
            <a:off x="492055" y="915988"/>
            <a:ext cx="8151884" cy="330395"/>
          </a:xfrm>
          <a:prstGeom prst="rect">
            <a:avLst/>
          </a:prstGeom>
        </p:spPr>
        <p:txBody>
          <a:bodyPr vert="horz" lIns="0" tIns="45720" rIns="91440" bIns="45720" rtlCol="0">
            <a:noAutofit/>
          </a:bodyPr>
          <a:lstStyle>
            <a:lvl1pPr marL="0" indent="0">
              <a:buNone/>
              <a:defRPr lang="en-US" dirty="0"/>
            </a:lvl1pPr>
          </a:lstStyle>
          <a:p>
            <a:pPr lvl="0"/>
            <a:r>
              <a:rPr lang="en-US" dirty="0"/>
              <a:t>Edit Master text styles</a:t>
            </a:r>
          </a:p>
        </p:txBody>
      </p:sp>
      <p:sp>
        <p:nvSpPr>
          <p:cNvPr id="2" name="Footer Placeholder 1">
            <a:extLst>
              <a:ext uri="{FF2B5EF4-FFF2-40B4-BE49-F238E27FC236}">
                <a16:creationId xmlns:a16="http://schemas.microsoft.com/office/drawing/2014/main" id="{6BAC71AE-A779-45DA-84FB-230AB359DDB7}"/>
              </a:ext>
            </a:extLst>
          </p:cNvPr>
          <p:cNvSpPr>
            <a:spLocks noGrp="1"/>
          </p:cNvSpPr>
          <p:nvPr>
            <p:ph type="ftr" sz="quarter" idx="17"/>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732307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3" y="1014414"/>
            <a:ext cx="8137525" cy="3220582"/>
          </a:xfrm>
        </p:spPr>
        <p:txBody>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ED1D33E0-EF10-44C7-97ED-4419E5998418}"/>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497476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88F8353-7F4B-4AB2-8678-0275B71DCD7E}"/>
              </a:ext>
            </a:extLst>
          </p:cNvPr>
          <p:cNvSpPr/>
          <p:nvPr userDrawn="1"/>
        </p:nvSpPr>
        <p:spPr>
          <a:xfrm>
            <a:off x="4572000" y="1"/>
            <a:ext cx="4572000" cy="506695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6A601E91-1DE9-6E40-B1A6-EA79B046D4E5}"/>
              </a:ext>
            </a:extLst>
          </p:cNvPr>
          <p:cNvSpPr>
            <a:spLocks noGrp="1"/>
          </p:cNvSpPr>
          <p:nvPr>
            <p:ph sz="quarter" idx="15"/>
          </p:nvPr>
        </p:nvSpPr>
        <p:spPr>
          <a:xfrm>
            <a:off x="500064" y="1014414"/>
            <a:ext cx="3935412" cy="3220582"/>
          </a:xfrm>
        </p:spPr>
        <p:txBody>
          <a:bodyPr/>
          <a:lstStyle/>
          <a:p>
            <a:pPr lvl="0"/>
            <a:r>
              <a:rPr lang="en-US"/>
              <a:t>Click to edit Master text styles</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D4C0227F-4512-44D1-9D9B-B77D36335183}"/>
              </a:ext>
            </a:extLst>
          </p:cNvPr>
          <p:cNvSpPr>
            <a:spLocks noGrp="1"/>
          </p:cNvSpPr>
          <p:nvPr>
            <p:ph type="body" sz="quarter" idx="17"/>
          </p:nvPr>
        </p:nvSpPr>
        <p:spPr>
          <a:xfrm>
            <a:off x="4716463" y="1014414"/>
            <a:ext cx="3921125" cy="3220582"/>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a:extLst>
              <a:ext uri="{FF2B5EF4-FFF2-40B4-BE49-F238E27FC236}">
                <a16:creationId xmlns:a16="http://schemas.microsoft.com/office/drawing/2014/main" id="{8BA97563-23FD-4705-A4F4-2B08A537BD6B}"/>
              </a:ext>
            </a:extLst>
          </p:cNvPr>
          <p:cNvCxnSpPr>
            <a:cxnSpLocks/>
          </p:cNvCxnSpPr>
          <p:nvPr userDrawn="1"/>
        </p:nvCxnSpPr>
        <p:spPr>
          <a:xfrm>
            <a:off x="8184621" y="4728567"/>
            <a:ext cx="0" cy="2649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E6CC8194-D780-400B-85F5-DE5F0003BCA5}"/>
              </a:ext>
            </a:extLst>
          </p:cNvPr>
          <p:cNvSpPr txBox="1">
            <a:spLocks/>
          </p:cNvSpPr>
          <p:nvPr userDrawn="1"/>
        </p:nvSpPr>
        <p:spPr>
          <a:xfrm>
            <a:off x="8219956" y="4723710"/>
            <a:ext cx="411383" cy="274637"/>
          </a:xfrm>
          <a:prstGeom prst="rect">
            <a:avLst/>
          </a:prstGeom>
        </p:spPr>
        <p:txBody>
          <a:bodyPr vert="horz" lIns="91440" tIns="45720" rIns="91440" bIns="45720" rtlCol="0" anchor="ctr"/>
          <a:lstStyle>
            <a:lvl1pPr algn="r" defTabSz="363800">
              <a:lnSpc>
                <a:spcPct val="93000"/>
              </a:lnSpc>
              <a:defRPr sz="1200" b="0" i="0">
                <a:solidFill>
                  <a:schemeClr val="tx1">
                    <a:tint val="75000"/>
                  </a:schemeClr>
                </a:solidFill>
                <a:latin typeface="Arial" panose="020B0604020202020204" pitchFamily="34" charset="0"/>
                <a:ea typeface="Calibri"/>
                <a:cs typeface="Arial" panose="020B0604020202020204" pitchFamily="34" charset="0"/>
                <a:sym typeface="Calibri"/>
              </a:defRPr>
            </a:lvl1pPr>
            <a:lvl2pPr indent="370225" defTabSz="363800">
              <a:lnSpc>
                <a:spcPct val="93000"/>
              </a:lnSpc>
              <a:defRPr>
                <a:latin typeface="Calibri"/>
                <a:ea typeface="Calibri"/>
                <a:cs typeface="Calibri"/>
                <a:sym typeface="Calibri"/>
              </a:defRPr>
            </a:lvl2pPr>
            <a:lvl3pPr indent="740451" defTabSz="363800">
              <a:lnSpc>
                <a:spcPct val="93000"/>
              </a:lnSpc>
              <a:defRPr>
                <a:latin typeface="Calibri"/>
                <a:ea typeface="Calibri"/>
                <a:cs typeface="Calibri"/>
                <a:sym typeface="Calibri"/>
              </a:defRPr>
            </a:lvl3pPr>
            <a:lvl4pPr indent="1110679" defTabSz="363800">
              <a:lnSpc>
                <a:spcPct val="93000"/>
              </a:lnSpc>
              <a:defRPr>
                <a:latin typeface="Calibri"/>
                <a:ea typeface="Calibri"/>
                <a:cs typeface="Calibri"/>
                <a:sym typeface="Calibri"/>
              </a:defRPr>
            </a:lvl4pPr>
            <a:lvl5pPr indent="1480905" defTabSz="363800">
              <a:lnSpc>
                <a:spcPct val="93000"/>
              </a:lnSpc>
              <a:defRPr>
                <a:latin typeface="Calibri"/>
                <a:ea typeface="Calibri"/>
                <a:cs typeface="Calibri"/>
                <a:sym typeface="Calibri"/>
              </a:defRPr>
            </a:lvl5pPr>
            <a:lvl6pPr indent="1851132" defTabSz="363800">
              <a:lnSpc>
                <a:spcPct val="93000"/>
              </a:lnSpc>
              <a:defRPr>
                <a:latin typeface="Calibri"/>
                <a:ea typeface="Calibri"/>
                <a:cs typeface="Calibri"/>
                <a:sym typeface="Calibri"/>
              </a:defRPr>
            </a:lvl6pPr>
            <a:lvl7pPr indent="2221358" defTabSz="363800">
              <a:lnSpc>
                <a:spcPct val="93000"/>
              </a:lnSpc>
              <a:defRPr>
                <a:latin typeface="Calibri"/>
                <a:ea typeface="Calibri"/>
                <a:cs typeface="Calibri"/>
                <a:sym typeface="Calibri"/>
              </a:defRPr>
            </a:lvl7pPr>
            <a:lvl8pPr indent="2591585" defTabSz="363800">
              <a:lnSpc>
                <a:spcPct val="93000"/>
              </a:lnSpc>
              <a:defRPr>
                <a:latin typeface="Calibri"/>
                <a:ea typeface="Calibri"/>
                <a:cs typeface="Calibri"/>
                <a:sym typeface="Calibri"/>
              </a:defRPr>
            </a:lvl8pPr>
            <a:lvl9pPr indent="2961812" defTabSz="363800">
              <a:lnSpc>
                <a:spcPct val="93000"/>
              </a:lnSpc>
              <a:defRPr>
                <a:latin typeface="Calibri"/>
                <a:ea typeface="Calibri"/>
                <a:cs typeface="Calibri"/>
                <a:sym typeface="Calibri"/>
              </a:defRPr>
            </a:lvl9pPr>
          </a:lstStyle>
          <a:p>
            <a:fld id="{F3EC332E-FB62-3242-BB6A-EC0EFC19912F}" type="slidenum">
              <a:rPr lang="en-US" smtClean="0">
                <a:solidFill>
                  <a:srgbClr val="FFFFFF"/>
                </a:solidFill>
              </a:rPr>
              <a:pPr/>
              <a:t>‹#›</a:t>
            </a:fld>
            <a:endParaRPr lang="en-US" dirty="0">
              <a:solidFill>
                <a:srgbClr val="FFFFFF"/>
              </a:solidFill>
            </a:endParaRPr>
          </a:p>
        </p:txBody>
      </p:sp>
      <p:sp>
        <p:nvSpPr>
          <p:cNvPr id="11" name="Footer Placeholder 10">
            <a:extLst>
              <a:ext uri="{FF2B5EF4-FFF2-40B4-BE49-F238E27FC236}">
                <a16:creationId xmlns:a16="http://schemas.microsoft.com/office/drawing/2014/main" id="{676E361C-716A-465F-B091-EA57F773F155}"/>
              </a:ext>
            </a:extLst>
          </p:cNvPr>
          <p:cNvSpPr>
            <a:spLocks noGrp="1"/>
          </p:cNvSpPr>
          <p:nvPr>
            <p:ph type="ftr" sz="quarter" idx="18"/>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1016554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rgbClr val="FFFFFF"/>
                </a:solidFill>
              </a:defRPr>
            </a:lvl1pPr>
          </a:lstStyle>
          <a:p>
            <a:r>
              <a:rPr lang="en-US"/>
              <a:t>Click to edit Master title style</a:t>
            </a:r>
            <a:endParaRPr lang="en-US" dirty="0"/>
          </a:p>
        </p:txBody>
      </p:sp>
      <p:sp>
        <p:nvSpPr>
          <p:cNvPr id="13" name="TextBox 12">
            <a:extLst>
              <a:ext uri="{FF2B5EF4-FFF2-40B4-BE49-F238E27FC236}">
                <a16:creationId xmlns:a16="http://schemas.microsoft.com/office/drawing/2014/main" id="{D2D8973B-8366-4A7A-9D42-382FF01BDED3}"/>
              </a:ext>
            </a:extLst>
          </p:cNvPr>
          <p:cNvSpPr txBox="1"/>
          <p:nvPr userDrawn="1"/>
        </p:nvSpPr>
        <p:spPr>
          <a:xfrm>
            <a:off x="2848181" y="-223827"/>
            <a:ext cx="3441290" cy="369565"/>
          </a:xfrm>
          <a:prstGeom prst="rect">
            <a:avLst/>
          </a:prstGeom>
        </p:spPr>
        <p:txBody>
          <a:bodyPr vert="horz" wrap="square" lIns="91440" tIns="45720" rIns="91440" bIns="45720" rtlCol="0">
            <a:normAutofit/>
          </a:bodyPr>
          <a:lstStyle/>
          <a:p>
            <a:pPr marL="0" indent="0" algn="ctr">
              <a:buNone/>
            </a:pPr>
            <a:r>
              <a:rPr lang="en-US" sz="800" b="0" dirty="0">
                <a:solidFill>
                  <a:srgbClr val="000000"/>
                </a:solidFill>
                <a:latin typeface="Arial" panose="020B0604020202020204" pitchFamily="34" charset="0"/>
                <a:cs typeface="Arial" panose="020B0604020202020204" pitchFamily="34" charset="0"/>
              </a:rPr>
              <a:t>Please insert picture from format background – picture/texture fill</a:t>
            </a:r>
          </a:p>
        </p:txBody>
      </p:sp>
      <p:sp>
        <p:nvSpPr>
          <p:cNvPr id="3" name="Footer Placeholder 2">
            <a:extLst>
              <a:ext uri="{FF2B5EF4-FFF2-40B4-BE49-F238E27FC236}">
                <a16:creationId xmlns:a16="http://schemas.microsoft.com/office/drawing/2014/main" id="{92B899D1-0243-411C-BC03-A2F921902D77}"/>
              </a:ext>
            </a:extLst>
          </p:cNvPr>
          <p:cNvSpPr>
            <a:spLocks noGrp="1"/>
          </p:cNvSpPr>
          <p:nvPr>
            <p:ph type="ftr" sz="quarter" idx="10"/>
          </p:nvPr>
        </p:nvSpPr>
        <p:spPr>
          <a:xfrm>
            <a:off x="506412" y="4241819"/>
            <a:ext cx="8124917" cy="386218"/>
          </a:xfrm>
          <a:prstGeom prst="rect">
            <a:avLst/>
          </a:prstGeom>
        </p:spPr>
        <p:txBody>
          <a:bodyPr/>
          <a:lstStyle>
            <a:lvl1pPr>
              <a:defRPr>
                <a:solidFill>
                  <a:srgbClr val="FFFFFF"/>
                </a:solidFill>
              </a:defRPr>
            </a:lvl1pPr>
          </a:lstStyle>
          <a:p>
            <a:endParaRPr lang="en-US" dirty="0"/>
          </a:p>
        </p:txBody>
      </p:sp>
    </p:spTree>
    <p:extLst>
      <p:ext uri="{BB962C8B-B14F-4D97-AF65-F5344CB8AC3E}">
        <p14:creationId xmlns:p14="http://schemas.microsoft.com/office/powerpoint/2010/main" val="3880324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p-up Boxes">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22932854-4032-2042-B2A7-CAC304079481}"/>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96A066E7-5573-564E-80E6-FFF5A2025413}"/>
              </a:ext>
            </a:extLst>
          </p:cNvPr>
          <p:cNvSpPr>
            <a:spLocks noGrp="1"/>
          </p:cNvSpPr>
          <p:nvPr>
            <p:ph type="body" sz="quarter" idx="15" hasCustomPrompt="1"/>
          </p:nvPr>
        </p:nvSpPr>
        <p:spPr>
          <a:xfrm>
            <a:off x="704590" y="1036029"/>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14" name="Text Placeholder 5">
            <a:extLst>
              <a:ext uri="{FF2B5EF4-FFF2-40B4-BE49-F238E27FC236}">
                <a16:creationId xmlns:a16="http://schemas.microsoft.com/office/drawing/2014/main" id="{39F8771B-79B5-5E44-8EE5-05B94368AF12}"/>
              </a:ext>
            </a:extLst>
          </p:cNvPr>
          <p:cNvSpPr>
            <a:spLocks noGrp="1"/>
          </p:cNvSpPr>
          <p:nvPr>
            <p:ph type="body" sz="quarter" idx="13" hasCustomPrompt="1"/>
          </p:nvPr>
        </p:nvSpPr>
        <p:spPr>
          <a:xfrm>
            <a:off x="4887123" y="1036029"/>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4" name="Text Placeholder 5">
            <a:extLst>
              <a:ext uri="{FF2B5EF4-FFF2-40B4-BE49-F238E27FC236}">
                <a16:creationId xmlns:a16="http://schemas.microsoft.com/office/drawing/2014/main" id="{52DC5879-943B-FB4F-ADAC-2CD7A8A94039}"/>
              </a:ext>
            </a:extLst>
          </p:cNvPr>
          <p:cNvSpPr>
            <a:spLocks noGrp="1"/>
          </p:cNvSpPr>
          <p:nvPr>
            <p:ph type="body" sz="quarter" idx="16" hasCustomPrompt="1"/>
          </p:nvPr>
        </p:nvSpPr>
        <p:spPr>
          <a:xfrm>
            <a:off x="704590" y="2143883"/>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6" name="Text Placeholder 5">
            <a:extLst>
              <a:ext uri="{FF2B5EF4-FFF2-40B4-BE49-F238E27FC236}">
                <a16:creationId xmlns:a16="http://schemas.microsoft.com/office/drawing/2014/main" id="{0C0A1BDB-B6A9-6A4B-910C-B61617F00CA0}"/>
              </a:ext>
            </a:extLst>
          </p:cNvPr>
          <p:cNvSpPr>
            <a:spLocks noGrp="1"/>
          </p:cNvSpPr>
          <p:nvPr>
            <p:ph type="body" sz="quarter" idx="17" hasCustomPrompt="1"/>
          </p:nvPr>
        </p:nvSpPr>
        <p:spPr>
          <a:xfrm>
            <a:off x="4887123" y="2143883"/>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8" name="Text Placeholder 5">
            <a:extLst>
              <a:ext uri="{FF2B5EF4-FFF2-40B4-BE49-F238E27FC236}">
                <a16:creationId xmlns:a16="http://schemas.microsoft.com/office/drawing/2014/main" id="{D2313A87-358B-C041-8B7E-F6B81E3165EE}"/>
              </a:ext>
            </a:extLst>
          </p:cNvPr>
          <p:cNvSpPr>
            <a:spLocks noGrp="1"/>
          </p:cNvSpPr>
          <p:nvPr>
            <p:ph type="body" sz="quarter" idx="18" hasCustomPrompt="1"/>
          </p:nvPr>
        </p:nvSpPr>
        <p:spPr>
          <a:xfrm>
            <a:off x="704590" y="3251738"/>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30" name="Text Placeholder 5">
            <a:extLst>
              <a:ext uri="{FF2B5EF4-FFF2-40B4-BE49-F238E27FC236}">
                <a16:creationId xmlns:a16="http://schemas.microsoft.com/office/drawing/2014/main" id="{0CF54D8E-D4FA-7D43-B32A-87ABB4649C7E}"/>
              </a:ext>
            </a:extLst>
          </p:cNvPr>
          <p:cNvSpPr>
            <a:spLocks noGrp="1"/>
          </p:cNvSpPr>
          <p:nvPr>
            <p:ph type="body" sz="quarter" idx="19" hasCustomPrompt="1"/>
          </p:nvPr>
        </p:nvSpPr>
        <p:spPr>
          <a:xfrm>
            <a:off x="4887123" y="3251738"/>
            <a:ext cx="3571873" cy="662539"/>
          </a:xfrm>
          <a:prstGeom prst="rect">
            <a:avLst/>
          </a:prstGeom>
        </p:spPr>
        <p:txBody>
          <a:bodyPr vert="horz" tIns="0" rIns="0" bIns="0" anchor="ctr"/>
          <a:lstStyle>
            <a:lvl1pPr marL="0" indent="0" algn="ctr">
              <a:buNone/>
              <a:defRPr sz="1400">
                <a:solidFill>
                  <a:srgbClr val="FFFFFF"/>
                </a:solidFill>
              </a:defRPr>
            </a:lvl1pPr>
          </a:lstStyle>
          <a:p>
            <a:pPr algn="ctr"/>
            <a:r>
              <a:rPr lang="en-PH" dirty="0">
                <a:solidFill>
                  <a:schemeClr val="tx1"/>
                </a:solidFill>
                <a:latin typeface="Arial" panose="020B0604020202020204" pitchFamily="34" charset="0"/>
              </a:rPr>
              <a:t>Use this as a normal pop-up</a:t>
            </a:r>
          </a:p>
        </p:txBody>
      </p:sp>
      <p:sp>
        <p:nvSpPr>
          <p:cNvPr id="2" name="Footer Placeholder 1">
            <a:extLst>
              <a:ext uri="{FF2B5EF4-FFF2-40B4-BE49-F238E27FC236}">
                <a16:creationId xmlns:a16="http://schemas.microsoft.com/office/drawing/2014/main" id="{8B2DB555-C07E-4AD1-8918-A045D96FF03C}"/>
              </a:ext>
            </a:extLst>
          </p:cNvPr>
          <p:cNvSpPr>
            <a:spLocks noGrp="1"/>
          </p:cNvSpPr>
          <p:nvPr>
            <p:ph type="ftr" sz="quarter" idx="20"/>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281857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6" name="Content Placeholder 4">
            <a:extLst>
              <a:ext uri="{FF2B5EF4-FFF2-40B4-BE49-F238E27FC236}">
                <a16:creationId xmlns:a16="http://schemas.microsoft.com/office/drawing/2014/main" id="{A0E8E579-8029-9140-ABF3-F9D545846CF9}"/>
              </a:ext>
            </a:extLst>
          </p:cNvPr>
          <p:cNvSpPr>
            <a:spLocks noGrp="1"/>
          </p:cNvSpPr>
          <p:nvPr>
            <p:ph sz="quarter" idx="11"/>
          </p:nvPr>
        </p:nvSpPr>
        <p:spPr>
          <a:xfrm>
            <a:off x="500063" y="1338263"/>
            <a:ext cx="3935411" cy="2889671"/>
          </a:xfrm>
        </p:spPr>
        <p:txBody>
          <a:bodyPr/>
          <a:lstStyle>
            <a:lvl1pPr>
              <a:defRPr sz="1600"/>
            </a:lvl1pPr>
            <a:lvl2pPr>
              <a:defRPr sz="1600"/>
            </a:lvl2pPr>
            <a:lvl3pPr>
              <a:defRPr sz="1600"/>
            </a:lvl3pPr>
            <a:lvl4pPr>
              <a:defRPr sz="1600"/>
            </a:lvl4pPr>
            <a:lvl5pPr>
              <a:defRPr sz="1400"/>
            </a:lvl5pPr>
          </a:lstStyle>
          <a:p>
            <a:pPr lvl="0"/>
            <a:r>
              <a:rPr lang="en-US"/>
              <a:t>Click to edit Master text styles</a:t>
            </a:r>
          </a:p>
          <a:p>
            <a:pPr lvl="1"/>
            <a:r>
              <a:rPr lang="en-US"/>
              <a:t>Second level</a:t>
            </a:r>
          </a:p>
          <a:p>
            <a:pPr lvl="2"/>
            <a:r>
              <a:rPr lang="en-US"/>
              <a:t>Third level</a:t>
            </a:r>
          </a:p>
        </p:txBody>
      </p:sp>
      <p:sp>
        <p:nvSpPr>
          <p:cNvPr id="8" name="Content Placeholder 4">
            <a:extLst>
              <a:ext uri="{FF2B5EF4-FFF2-40B4-BE49-F238E27FC236}">
                <a16:creationId xmlns:a16="http://schemas.microsoft.com/office/drawing/2014/main" id="{83A2FDE9-97B9-0D4C-A044-587D3779E247}"/>
              </a:ext>
            </a:extLst>
          </p:cNvPr>
          <p:cNvSpPr>
            <a:spLocks noGrp="1"/>
          </p:cNvSpPr>
          <p:nvPr>
            <p:ph sz="quarter" idx="13"/>
          </p:nvPr>
        </p:nvSpPr>
        <p:spPr>
          <a:xfrm>
            <a:off x="4708528" y="1338263"/>
            <a:ext cx="3935411" cy="2889671"/>
          </a:xfrm>
        </p:spPr>
        <p:txBody>
          <a:bodyPr/>
          <a:lstStyle>
            <a:lvl1pPr>
              <a:defRPr sz="1600"/>
            </a:lvl1pPr>
            <a:lvl2pPr>
              <a:defRPr sz="1600"/>
            </a:lvl2pPr>
            <a:lvl3pPr>
              <a:defRPr sz="1600"/>
            </a:lvl3pPr>
            <a:lvl4pPr>
              <a:defRPr sz="1600"/>
            </a:lvl4pPr>
            <a:lvl5pPr>
              <a:defRPr sz="1400"/>
            </a:lvl5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4AB6443E-3DD6-0D48-94B8-D7DD1B676138}"/>
              </a:ext>
            </a:extLst>
          </p:cNvPr>
          <p:cNvSpPr>
            <a:spLocks noGrp="1"/>
          </p:cNvSpPr>
          <p:nvPr>
            <p:ph type="body" sz="quarter" idx="14"/>
          </p:nvPr>
        </p:nvSpPr>
        <p:spPr>
          <a:xfrm>
            <a:off x="500063" y="915566"/>
            <a:ext cx="3935410" cy="323850"/>
          </a:xfrm>
        </p:spPr>
        <p:txBody>
          <a:bodyPr/>
          <a:lstStyle>
            <a:lvl1pPr marL="0" indent="0">
              <a:buFont typeface="Arial" panose="020B0604020202020204" pitchFamily="34" charset="0"/>
              <a:buNone/>
              <a:defRPr sz="1800" b="1">
                <a:solidFill>
                  <a:srgbClr val="222222"/>
                </a:solidFill>
              </a:defRPr>
            </a:lvl1pPr>
          </a:lstStyle>
          <a:p>
            <a:pPr lvl="0"/>
            <a:r>
              <a:rPr lang="en-US"/>
              <a:t>Click to edit Master text styles</a:t>
            </a:r>
          </a:p>
        </p:txBody>
      </p:sp>
      <p:sp>
        <p:nvSpPr>
          <p:cNvPr id="11" name="Text Placeholder 2">
            <a:extLst>
              <a:ext uri="{FF2B5EF4-FFF2-40B4-BE49-F238E27FC236}">
                <a16:creationId xmlns:a16="http://schemas.microsoft.com/office/drawing/2014/main" id="{52C1AA4B-FF84-7D4E-9B6E-EE3C29C65ACE}"/>
              </a:ext>
            </a:extLst>
          </p:cNvPr>
          <p:cNvSpPr>
            <a:spLocks noGrp="1"/>
          </p:cNvSpPr>
          <p:nvPr>
            <p:ph type="body" sz="quarter" idx="15"/>
          </p:nvPr>
        </p:nvSpPr>
        <p:spPr>
          <a:xfrm>
            <a:off x="4716463" y="915566"/>
            <a:ext cx="3959993" cy="323850"/>
          </a:xfrm>
        </p:spPr>
        <p:txBody>
          <a:bodyPr/>
          <a:lstStyle>
            <a:lvl1pPr marL="0" indent="0">
              <a:buFont typeface="Arial" panose="020B0604020202020204" pitchFamily="34" charset="0"/>
              <a:buNone/>
              <a:defRPr sz="1800" b="1">
                <a:solidFill>
                  <a:srgbClr val="222222"/>
                </a:solidFill>
              </a:defRPr>
            </a:lvl1pPr>
          </a:lstStyle>
          <a:p>
            <a:pPr lvl="0"/>
            <a:r>
              <a:rPr lang="en-US"/>
              <a:t>Click to edit Master text styles</a:t>
            </a:r>
          </a:p>
        </p:txBody>
      </p:sp>
      <p:sp>
        <p:nvSpPr>
          <p:cNvPr id="12" name="Title 3">
            <a:extLst>
              <a:ext uri="{FF2B5EF4-FFF2-40B4-BE49-F238E27FC236}">
                <a16:creationId xmlns:a16="http://schemas.microsoft.com/office/drawing/2014/main" id="{46F896C2-AD43-1A47-BA40-5924200EB15B}"/>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28E8B13C-1060-418C-8319-C4526C0DD148}"/>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1307714244"/>
      </p:ext>
    </p:extLst>
  </p:cSld>
  <p:clrMapOvr>
    <a:masterClrMapping/>
  </p:clrMapOvr>
  <p:extLst>
    <p:ext uri="{DCECCB84-F9BA-43D5-87BE-67443E8EF086}">
      <p15:sldGuideLst xmlns:p15="http://schemas.microsoft.com/office/powerpoint/2012/main">
        <p15:guide id="1" orient="horz" pos="84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6" name="Content Placeholder 4">
            <a:extLst>
              <a:ext uri="{FF2B5EF4-FFF2-40B4-BE49-F238E27FC236}">
                <a16:creationId xmlns:a16="http://schemas.microsoft.com/office/drawing/2014/main" id="{A0E8E579-8029-9140-ABF3-F9D545846CF9}"/>
              </a:ext>
            </a:extLst>
          </p:cNvPr>
          <p:cNvSpPr>
            <a:spLocks noGrp="1"/>
          </p:cNvSpPr>
          <p:nvPr>
            <p:ph sz="quarter" idx="11"/>
          </p:nvPr>
        </p:nvSpPr>
        <p:spPr>
          <a:xfrm>
            <a:off x="500063" y="1338263"/>
            <a:ext cx="3935411" cy="2896732"/>
          </a:xfrm>
        </p:spPr>
        <p:txBody>
          <a:bodyPr/>
          <a:lstStyle>
            <a:lvl1pPr>
              <a:defRPr sz="1600"/>
            </a:lvl1pPr>
            <a:lvl2pPr>
              <a:defRPr sz="1600"/>
            </a:lvl2pPr>
            <a:lvl3pPr>
              <a:defRPr sz="1600"/>
            </a:lvl3pPr>
            <a:lvl4pPr>
              <a:defRPr sz="1600"/>
            </a:lvl4pPr>
            <a:lvl5pPr>
              <a:defRPr sz="1200"/>
            </a:lvl5pPr>
          </a:lstStyle>
          <a:p>
            <a:pPr lvl="0"/>
            <a:r>
              <a:rPr lang="en-US"/>
              <a:t>Click to edit Master text styles</a:t>
            </a:r>
          </a:p>
          <a:p>
            <a:pPr lvl="1"/>
            <a:r>
              <a:rPr lang="en-US"/>
              <a:t>Second level</a:t>
            </a:r>
          </a:p>
          <a:p>
            <a:pPr lvl="2"/>
            <a:r>
              <a:rPr lang="en-US"/>
              <a:t>Third level</a:t>
            </a:r>
          </a:p>
        </p:txBody>
      </p:sp>
      <p:sp>
        <p:nvSpPr>
          <p:cNvPr id="3" name="Text Placeholder 2">
            <a:extLst>
              <a:ext uri="{FF2B5EF4-FFF2-40B4-BE49-F238E27FC236}">
                <a16:creationId xmlns:a16="http://schemas.microsoft.com/office/drawing/2014/main" id="{4AB6443E-3DD6-0D48-94B8-D7DD1B676138}"/>
              </a:ext>
            </a:extLst>
          </p:cNvPr>
          <p:cNvSpPr>
            <a:spLocks noGrp="1"/>
          </p:cNvSpPr>
          <p:nvPr>
            <p:ph type="body" sz="quarter" idx="14"/>
          </p:nvPr>
        </p:nvSpPr>
        <p:spPr>
          <a:xfrm>
            <a:off x="500062" y="915566"/>
            <a:ext cx="8137525" cy="323850"/>
          </a:xfrm>
        </p:spPr>
        <p:txBody>
          <a:bodyPr/>
          <a:lstStyle>
            <a:lvl1pPr marL="0" indent="0">
              <a:buFont typeface="Arial" panose="020B0604020202020204" pitchFamily="34" charset="0"/>
              <a:buNone/>
              <a:defRPr sz="1800" b="1">
                <a:solidFill>
                  <a:srgbClr val="000000"/>
                </a:solidFill>
              </a:defRPr>
            </a:lvl1pPr>
          </a:lstStyle>
          <a:p>
            <a:pPr lvl="0"/>
            <a:r>
              <a:rPr lang="en-US"/>
              <a:t>Click to edit Master text styles</a:t>
            </a:r>
          </a:p>
        </p:txBody>
      </p:sp>
      <p:sp>
        <p:nvSpPr>
          <p:cNvPr id="12" name="Title 3">
            <a:extLst>
              <a:ext uri="{FF2B5EF4-FFF2-40B4-BE49-F238E27FC236}">
                <a16:creationId xmlns:a16="http://schemas.microsoft.com/office/drawing/2014/main" id="{46F896C2-AD43-1A47-BA40-5924200EB15B}"/>
              </a:ext>
            </a:extLst>
          </p:cNvPr>
          <p:cNvSpPr>
            <a:spLocks noGrp="1"/>
          </p:cNvSpPr>
          <p:nvPr>
            <p:ph type="title"/>
          </p:nvPr>
        </p:nvSpPr>
        <p:spPr>
          <a:xfrm>
            <a:off x="500063" y="274639"/>
            <a:ext cx="8137525" cy="558795"/>
          </a:xfrm>
          <a:prstGeom prst="rect">
            <a:avLst/>
          </a:prstGeom>
        </p:spPr>
        <p:txBody>
          <a:bodyPr lIns="0"/>
          <a:lstStyle>
            <a:lvl1pPr>
              <a:defRPr>
                <a:solidFill>
                  <a:schemeClr val="accent1">
                    <a:lumMod val="100000"/>
                  </a:schemeClr>
                </a:solidFill>
              </a:defRPr>
            </a:lvl1pPr>
          </a:lstStyle>
          <a:p>
            <a:r>
              <a:rPr lang="en-US"/>
              <a:t>Click to edit Master title style</a:t>
            </a:r>
            <a:endParaRPr lang="en-US" dirty="0"/>
          </a:p>
        </p:txBody>
      </p:sp>
      <p:sp>
        <p:nvSpPr>
          <p:cNvPr id="10" name="Picture Placeholder 3">
            <a:extLst>
              <a:ext uri="{FF2B5EF4-FFF2-40B4-BE49-F238E27FC236}">
                <a16:creationId xmlns:a16="http://schemas.microsoft.com/office/drawing/2014/main" id="{3E0339E7-81F2-A040-87B8-7E7837273F9E}"/>
              </a:ext>
            </a:extLst>
          </p:cNvPr>
          <p:cNvSpPr>
            <a:spLocks noGrp="1"/>
          </p:cNvSpPr>
          <p:nvPr>
            <p:ph type="pic" sz="quarter" idx="15" hasCustomPrompt="1"/>
          </p:nvPr>
        </p:nvSpPr>
        <p:spPr>
          <a:xfrm>
            <a:off x="4708528" y="915989"/>
            <a:ext cx="3929061" cy="2889671"/>
          </a:xfrm>
          <a:prstGeom prst="rect">
            <a:avLst/>
          </a:prstGeom>
        </p:spPr>
        <p:txBody>
          <a:bodyPr vert="horz" anchor="ctr"/>
          <a:lstStyle>
            <a:lvl1pPr marL="0" indent="0" algn="ctr">
              <a:buNone/>
              <a:defRPr/>
            </a:lvl1pPr>
          </a:lstStyle>
          <a:p>
            <a:r>
              <a:rPr lang="en-GB" dirty="0"/>
              <a:t>[image/icon/logo box]</a:t>
            </a:r>
            <a:endParaRPr lang="en-US" dirty="0"/>
          </a:p>
        </p:txBody>
      </p:sp>
      <p:sp>
        <p:nvSpPr>
          <p:cNvPr id="13" name="Text Placeholder 5">
            <a:extLst>
              <a:ext uri="{FF2B5EF4-FFF2-40B4-BE49-F238E27FC236}">
                <a16:creationId xmlns:a16="http://schemas.microsoft.com/office/drawing/2014/main" id="{4BF9020A-F14A-ED49-8C64-E205C6AE7807}"/>
              </a:ext>
            </a:extLst>
          </p:cNvPr>
          <p:cNvSpPr>
            <a:spLocks noGrp="1"/>
          </p:cNvSpPr>
          <p:nvPr>
            <p:ph type="body" sz="quarter" idx="13" hasCustomPrompt="1"/>
          </p:nvPr>
        </p:nvSpPr>
        <p:spPr>
          <a:xfrm>
            <a:off x="4708529" y="3811636"/>
            <a:ext cx="3929060" cy="421853"/>
          </a:xfrm>
          <a:prstGeom prst="rect">
            <a:avLst/>
          </a:prstGeom>
        </p:spPr>
        <p:txBody>
          <a:bodyPr vert="horz" tIns="0" rIns="0" bIns="0" anchor="ctr"/>
          <a:lstStyle>
            <a:lvl1pPr marL="0" indent="0" algn="ctr">
              <a:buNone/>
              <a:defRPr sz="1400">
                <a:solidFill>
                  <a:srgbClr val="898989"/>
                </a:solidFill>
              </a:defRPr>
            </a:lvl1pPr>
          </a:lstStyle>
          <a:p>
            <a:pPr lvl="0"/>
            <a:r>
              <a:rPr lang="en-US" dirty="0"/>
              <a:t>[image caption]</a:t>
            </a:r>
          </a:p>
        </p:txBody>
      </p:sp>
      <p:sp>
        <p:nvSpPr>
          <p:cNvPr id="2" name="Footer Placeholder 1">
            <a:extLst>
              <a:ext uri="{FF2B5EF4-FFF2-40B4-BE49-F238E27FC236}">
                <a16:creationId xmlns:a16="http://schemas.microsoft.com/office/drawing/2014/main" id="{90136A46-1C94-408F-87B7-B99F84FBFA7E}"/>
              </a:ext>
            </a:extLst>
          </p:cNvPr>
          <p:cNvSpPr>
            <a:spLocks noGrp="1"/>
          </p:cNvSpPr>
          <p:nvPr>
            <p:ph type="ftr" sz="quarter" idx="1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109690171"/>
      </p:ext>
    </p:extLst>
  </p:cSld>
  <p:clrMapOvr>
    <a:masterClrMapping/>
  </p:clrMapOvr>
  <p:extLst>
    <p:ext uri="{DCECCB84-F9BA-43D5-87BE-67443E8EF086}">
      <p15:sldGuideLst xmlns:p15="http://schemas.microsoft.com/office/powerpoint/2012/main">
        <p15:guide id="1" orient="horz" pos="84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2699792" y="1653835"/>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2699792" y="1139340"/>
            <a:ext cx="5937796" cy="264047"/>
          </a:xfrm>
        </p:spPr>
        <p:txBody>
          <a:bodyPr tIns="0" rIns="0" bIns="0" anchor="b"/>
          <a:lstStyle>
            <a:lvl1pPr marL="0" indent="0">
              <a:buFont typeface="Arial" panose="020B0604020202020204" pitchFamily="34" charset="0"/>
              <a:buNone/>
              <a:defRPr sz="1600" b="1" i="0">
                <a:solidFill>
                  <a:schemeClr val="accent2"/>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2699792" y="1413332"/>
            <a:ext cx="5937796" cy="260469"/>
          </a:xfrm>
        </p:spPr>
        <p:txBody>
          <a:bodyPr anchor="t"/>
          <a:lstStyle>
            <a:lvl1pPr marL="0" indent="0">
              <a:buFont typeface="Arial" panose="020B0604020202020204" pitchFamily="34" charset="0"/>
              <a:buNone/>
              <a:defRPr sz="1200" b="0" i="0">
                <a:solidFill>
                  <a:schemeClr val="tx1"/>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2699792" y="1683746"/>
            <a:ext cx="5937796" cy="2227393"/>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137670"/>
            <a:ext cx="1767681" cy="1767684"/>
          </a:xfrm>
          <a:prstGeom prst="rect">
            <a:avLst/>
          </a:prstGeom>
        </p:spPr>
        <p:txBody>
          <a:bodyPr anchor="ctr"/>
          <a:lstStyle>
            <a:lvl1pPr marL="0" indent="0" algn="ctr">
              <a:buNone/>
              <a:defRPr/>
            </a:lvl1pPr>
          </a:lstStyle>
          <a:p>
            <a:r>
              <a:rPr lang="en-US" dirty="0"/>
              <a:t>Photo</a:t>
            </a:r>
          </a:p>
        </p:txBody>
      </p:sp>
      <p:sp>
        <p:nvSpPr>
          <p:cNvPr id="11" name="Title 3">
            <a:extLst>
              <a:ext uri="{FF2B5EF4-FFF2-40B4-BE49-F238E27FC236}">
                <a16:creationId xmlns:a16="http://schemas.microsoft.com/office/drawing/2014/main" id="{1C448B77-40C1-BA4B-9EBD-F6806BE83534}"/>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DC6B6D8-1F26-49EB-8B11-3E83626E9AD1}"/>
              </a:ext>
            </a:extLst>
          </p:cNvPr>
          <p:cNvSpPr>
            <a:spLocks noGrp="1"/>
          </p:cNvSpPr>
          <p:nvPr>
            <p:ph type="ftr" sz="quarter" idx="24"/>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18064376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500063" y="2682018"/>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500062" y="2167523"/>
            <a:ext cx="2515363"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500062" y="2441515"/>
            <a:ext cx="2515363"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500062" y="2711930"/>
            <a:ext cx="2515363"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012743"/>
            <a:ext cx="1134814" cy="1134815"/>
          </a:xfrm>
          <a:prstGeom prst="rect">
            <a:avLst/>
          </a:prstGeom>
        </p:spPr>
        <p:txBody>
          <a:bodyPr anchor="ctr"/>
          <a:lstStyle>
            <a:lvl1pPr marL="0" indent="0" algn="ctr">
              <a:buNone/>
              <a:defRPr/>
            </a:lvl1pPr>
          </a:lstStyle>
          <a:p>
            <a:r>
              <a:rPr lang="en-US" dirty="0"/>
              <a:t>Photo</a:t>
            </a:r>
          </a:p>
        </p:txBody>
      </p:sp>
      <p:cxnSp>
        <p:nvCxnSpPr>
          <p:cNvPr id="43" name="Straight Connector 42">
            <a:extLst>
              <a:ext uri="{FF2B5EF4-FFF2-40B4-BE49-F238E27FC236}">
                <a16:creationId xmlns:a16="http://schemas.microsoft.com/office/drawing/2014/main" id="{C8439D20-BAEE-3A46-9F93-18FED5D8DD98}"/>
              </a:ext>
            </a:extLst>
          </p:cNvPr>
          <p:cNvCxnSpPr>
            <a:cxnSpLocks/>
          </p:cNvCxnSpPr>
          <p:nvPr userDrawn="1"/>
        </p:nvCxnSpPr>
        <p:spPr>
          <a:xfrm>
            <a:off x="3305850" y="2682018"/>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4" name="Text Placeholder 2">
            <a:extLst>
              <a:ext uri="{FF2B5EF4-FFF2-40B4-BE49-F238E27FC236}">
                <a16:creationId xmlns:a16="http://schemas.microsoft.com/office/drawing/2014/main" id="{A3FDEDF0-1056-0C47-AD69-FE9D014D9DD1}"/>
              </a:ext>
            </a:extLst>
          </p:cNvPr>
          <p:cNvSpPr>
            <a:spLocks noGrp="1"/>
          </p:cNvSpPr>
          <p:nvPr>
            <p:ph type="body" sz="quarter" idx="24" hasCustomPrompt="1"/>
          </p:nvPr>
        </p:nvSpPr>
        <p:spPr>
          <a:xfrm>
            <a:off x="3305849" y="2167523"/>
            <a:ext cx="2515363"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45" name="Text Placeholder 2">
            <a:extLst>
              <a:ext uri="{FF2B5EF4-FFF2-40B4-BE49-F238E27FC236}">
                <a16:creationId xmlns:a16="http://schemas.microsoft.com/office/drawing/2014/main" id="{41A579EA-2168-BA49-AB8F-310CB7F9CA05}"/>
              </a:ext>
            </a:extLst>
          </p:cNvPr>
          <p:cNvSpPr>
            <a:spLocks noGrp="1"/>
          </p:cNvSpPr>
          <p:nvPr>
            <p:ph type="body" sz="quarter" idx="25" hasCustomPrompt="1"/>
          </p:nvPr>
        </p:nvSpPr>
        <p:spPr>
          <a:xfrm>
            <a:off x="3305849" y="2441515"/>
            <a:ext cx="2515363"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46" name="Text Placeholder 2">
            <a:extLst>
              <a:ext uri="{FF2B5EF4-FFF2-40B4-BE49-F238E27FC236}">
                <a16:creationId xmlns:a16="http://schemas.microsoft.com/office/drawing/2014/main" id="{A2FEF0F1-661C-654B-9E89-06752809DFE6}"/>
              </a:ext>
            </a:extLst>
          </p:cNvPr>
          <p:cNvSpPr>
            <a:spLocks noGrp="1"/>
          </p:cNvSpPr>
          <p:nvPr>
            <p:ph type="body" sz="quarter" idx="26" hasCustomPrompt="1"/>
          </p:nvPr>
        </p:nvSpPr>
        <p:spPr>
          <a:xfrm>
            <a:off x="3305849" y="2711930"/>
            <a:ext cx="2515363"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7" name="Picture Placeholder 36">
            <a:extLst>
              <a:ext uri="{FF2B5EF4-FFF2-40B4-BE49-F238E27FC236}">
                <a16:creationId xmlns:a16="http://schemas.microsoft.com/office/drawing/2014/main" id="{A9D82A10-3AD7-1446-8F46-37E0058A88A7}"/>
              </a:ext>
            </a:extLst>
          </p:cNvPr>
          <p:cNvSpPr>
            <a:spLocks noGrp="1"/>
          </p:cNvSpPr>
          <p:nvPr>
            <p:ph type="pic" sz="quarter" idx="27" hasCustomPrompt="1"/>
          </p:nvPr>
        </p:nvSpPr>
        <p:spPr>
          <a:xfrm>
            <a:off x="3305850" y="1012743"/>
            <a:ext cx="1134814" cy="1134815"/>
          </a:xfrm>
          <a:prstGeom prst="rect">
            <a:avLst/>
          </a:prstGeom>
        </p:spPr>
        <p:txBody>
          <a:bodyPr anchor="ctr"/>
          <a:lstStyle>
            <a:lvl1pPr marL="0" indent="0" algn="ctr">
              <a:buNone/>
              <a:defRPr/>
            </a:lvl1pPr>
          </a:lstStyle>
          <a:p>
            <a:r>
              <a:rPr lang="en-US" dirty="0"/>
              <a:t>Photo</a:t>
            </a:r>
          </a:p>
        </p:txBody>
      </p:sp>
      <p:cxnSp>
        <p:nvCxnSpPr>
          <p:cNvPr id="48" name="Straight Connector 47">
            <a:extLst>
              <a:ext uri="{FF2B5EF4-FFF2-40B4-BE49-F238E27FC236}">
                <a16:creationId xmlns:a16="http://schemas.microsoft.com/office/drawing/2014/main" id="{C7EF184F-6686-6D49-9419-BA1D272AC81D}"/>
              </a:ext>
            </a:extLst>
          </p:cNvPr>
          <p:cNvCxnSpPr>
            <a:cxnSpLocks/>
          </p:cNvCxnSpPr>
          <p:nvPr userDrawn="1"/>
        </p:nvCxnSpPr>
        <p:spPr>
          <a:xfrm>
            <a:off x="6111639" y="2682018"/>
            <a:ext cx="504056"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9" name="Text Placeholder 2">
            <a:extLst>
              <a:ext uri="{FF2B5EF4-FFF2-40B4-BE49-F238E27FC236}">
                <a16:creationId xmlns:a16="http://schemas.microsoft.com/office/drawing/2014/main" id="{1019358D-0868-DE4E-8C10-294977BB654D}"/>
              </a:ext>
            </a:extLst>
          </p:cNvPr>
          <p:cNvSpPr>
            <a:spLocks noGrp="1"/>
          </p:cNvSpPr>
          <p:nvPr>
            <p:ph type="body" sz="quarter" idx="28" hasCustomPrompt="1"/>
          </p:nvPr>
        </p:nvSpPr>
        <p:spPr>
          <a:xfrm>
            <a:off x="6111638" y="2167523"/>
            <a:ext cx="2515363"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50" name="Text Placeholder 2">
            <a:extLst>
              <a:ext uri="{FF2B5EF4-FFF2-40B4-BE49-F238E27FC236}">
                <a16:creationId xmlns:a16="http://schemas.microsoft.com/office/drawing/2014/main" id="{65975E78-D73C-2B47-B71F-4E0B606A00FE}"/>
              </a:ext>
            </a:extLst>
          </p:cNvPr>
          <p:cNvSpPr>
            <a:spLocks noGrp="1"/>
          </p:cNvSpPr>
          <p:nvPr>
            <p:ph type="body" sz="quarter" idx="29" hasCustomPrompt="1"/>
          </p:nvPr>
        </p:nvSpPr>
        <p:spPr>
          <a:xfrm>
            <a:off x="6111638" y="2441515"/>
            <a:ext cx="2515363"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51" name="Text Placeholder 2">
            <a:extLst>
              <a:ext uri="{FF2B5EF4-FFF2-40B4-BE49-F238E27FC236}">
                <a16:creationId xmlns:a16="http://schemas.microsoft.com/office/drawing/2014/main" id="{4B92EB00-D56B-7A41-881D-393490E9520D}"/>
              </a:ext>
            </a:extLst>
          </p:cNvPr>
          <p:cNvSpPr>
            <a:spLocks noGrp="1"/>
          </p:cNvSpPr>
          <p:nvPr>
            <p:ph type="body" sz="quarter" idx="30" hasCustomPrompt="1"/>
          </p:nvPr>
        </p:nvSpPr>
        <p:spPr>
          <a:xfrm>
            <a:off x="6111638" y="2711930"/>
            <a:ext cx="2515363"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52" name="Picture Placeholder 36">
            <a:extLst>
              <a:ext uri="{FF2B5EF4-FFF2-40B4-BE49-F238E27FC236}">
                <a16:creationId xmlns:a16="http://schemas.microsoft.com/office/drawing/2014/main" id="{3F0A8FF6-A378-E944-BB45-55FC0D68046B}"/>
              </a:ext>
            </a:extLst>
          </p:cNvPr>
          <p:cNvSpPr>
            <a:spLocks noGrp="1"/>
          </p:cNvSpPr>
          <p:nvPr>
            <p:ph type="pic" sz="quarter" idx="31" hasCustomPrompt="1"/>
          </p:nvPr>
        </p:nvSpPr>
        <p:spPr>
          <a:xfrm>
            <a:off x="6111639" y="1012743"/>
            <a:ext cx="1134814" cy="1134815"/>
          </a:xfrm>
          <a:prstGeom prst="rect">
            <a:avLst/>
          </a:prstGeom>
        </p:spPr>
        <p:txBody>
          <a:bodyPr anchor="ctr"/>
          <a:lstStyle>
            <a:lvl1pPr marL="0" indent="0" algn="ctr">
              <a:buNone/>
              <a:defRPr/>
            </a:lvl1pPr>
          </a:lstStyle>
          <a:p>
            <a:r>
              <a:rPr lang="en-US" dirty="0"/>
              <a:t>Photo</a:t>
            </a:r>
          </a:p>
        </p:txBody>
      </p:sp>
      <p:sp>
        <p:nvSpPr>
          <p:cNvPr id="20" name="Title 3">
            <a:extLst>
              <a:ext uri="{FF2B5EF4-FFF2-40B4-BE49-F238E27FC236}">
                <a16:creationId xmlns:a16="http://schemas.microsoft.com/office/drawing/2014/main" id="{E27787B3-D9AF-D940-8323-B8918F6A7106}"/>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1EB1114C-E04D-4F69-BC84-F54E17E815E7}"/>
              </a:ext>
            </a:extLst>
          </p:cNvPr>
          <p:cNvSpPr>
            <a:spLocks noGrp="1"/>
          </p:cNvSpPr>
          <p:nvPr>
            <p:ph type="ftr" sz="quarter" idx="32"/>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26114700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4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500063"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500062"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500062"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500062"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012743"/>
            <a:ext cx="1134814" cy="1134815"/>
          </a:xfrm>
          <a:prstGeom prst="rect">
            <a:avLst/>
          </a:prstGeom>
        </p:spPr>
        <p:txBody>
          <a:bodyPr anchor="ctr"/>
          <a:lstStyle>
            <a:lvl1pPr marL="0" indent="0" algn="ctr">
              <a:buNone/>
              <a:defRPr/>
            </a:lvl1pPr>
          </a:lstStyle>
          <a:p>
            <a:r>
              <a:rPr lang="en-US" dirty="0"/>
              <a:t>Photo</a:t>
            </a:r>
          </a:p>
        </p:txBody>
      </p:sp>
      <p:sp>
        <p:nvSpPr>
          <p:cNvPr id="20" name="Title 3">
            <a:extLst>
              <a:ext uri="{FF2B5EF4-FFF2-40B4-BE49-F238E27FC236}">
                <a16:creationId xmlns:a16="http://schemas.microsoft.com/office/drawing/2014/main" id="{E27787B3-D9AF-D940-8323-B8918F6A7106}"/>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cxnSp>
        <p:nvCxnSpPr>
          <p:cNvPr id="61" name="Straight Connector 60">
            <a:extLst>
              <a:ext uri="{FF2B5EF4-FFF2-40B4-BE49-F238E27FC236}">
                <a16:creationId xmlns:a16="http://schemas.microsoft.com/office/drawing/2014/main" id="{CC740405-3142-3E41-8C6D-A8A1E34E9905}"/>
              </a:ext>
            </a:extLst>
          </p:cNvPr>
          <p:cNvCxnSpPr>
            <a:cxnSpLocks/>
          </p:cNvCxnSpPr>
          <p:nvPr userDrawn="1"/>
        </p:nvCxnSpPr>
        <p:spPr>
          <a:xfrm>
            <a:off x="2587047"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2" name="Text Placeholder 2">
            <a:extLst>
              <a:ext uri="{FF2B5EF4-FFF2-40B4-BE49-F238E27FC236}">
                <a16:creationId xmlns:a16="http://schemas.microsoft.com/office/drawing/2014/main" id="{59B34579-E92E-C345-9574-CD4A4C197223}"/>
              </a:ext>
            </a:extLst>
          </p:cNvPr>
          <p:cNvSpPr>
            <a:spLocks noGrp="1"/>
          </p:cNvSpPr>
          <p:nvPr>
            <p:ph type="body" sz="quarter" idx="24" hasCustomPrompt="1"/>
          </p:nvPr>
        </p:nvSpPr>
        <p:spPr>
          <a:xfrm>
            <a:off x="2587046"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3" name="Text Placeholder 2">
            <a:extLst>
              <a:ext uri="{FF2B5EF4-FFF2-40B4-BE49-F238E27FC236}">
                <a16:creationId xmlns:a16="http://schemas.microsoft.com/office/drawing/2014/main" id="{58BA616A-D2A8-2947-89EC-AD5CAD12A394}"/>
              </a:ext>
            </a:extLst>
          </p:cNvPr>
          <p:cNvSpPr>
            <a:spLocks noGrp="1"/>
          </p:cNvSpPr>
          <p:nvPr>
            <p:ph type="body" sz="quarter" idx="25" hasCustomPrompt="1"/>
          </p:nvPr>
        </p:nvSpPr>
        <p:spPr>
          <a:xfrm>
            <a:off x="2587046"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4" name="Text Placeholder 2">
            <a:extLst>
              <a:ext uri="{FF2B5EF4-FFF2-40B4-BE49-F238E27FC236}">
                <a16:creationId xmlns:a16="http://schemas.microsoft.com/office/drawing/2014/main" id="{19709921-4F93-054C-913B-3206038FEEA4}"/>
              </a:ext>
            </a:extLst>
          </p:cNvPr>
          <p:cNvSpPr>
            <a:spLocks noGrp="1"/>
          </p:cNvSpPr>
          <p:nvPr>
            <p:ph type="body" sz="quarter" idx="26" hasCustomPrompt="1"/>
          </p:nvPr>
        </p:nvSpPr>
        <p:spPr>
          <a:xfrm>
            <a:off x="2587046"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5" name="Straight Connector 64">
            <a:extLst>
              <a:ext uri="{FF2B5EF4-FFF2-40B4-BE49-F238E27FC236}">
                <a16:creationId xmlns:a16="http://schemas.microsoft.com/office/drawing/2014/main" id="{9644AF5B-5241-9F48-A875-B2F5F442AD32}"/>
              </a:ext>
            </a:extLst>
          </p:cNvPr>
          <p:cNvCxnSpPr>
            <a:cxnSpLocks/>
          </p:cNvCxnSpPr>
          <p:nvPr userDrawn="1"/>
        </p:nvCxnSpPr>
        <p:spPr>
          <a:xfrm>
            <a:off x="4674031"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6" name="Text Placeholder 2">
            <a:extLst>
              <a:ext uri="{FF2B5EF4-FFF2-40B4-BE49-F238E27FC236}">
                <a16:creationId xmlns:a16="http://schemas.microsoft.com/office/drawing/2014/main" id="{0A0A9FE5-4414-BC45-9945-5F498E212ACD}"/>
              </a:ext>
            </a:extLst>
          </p:cNvPr>
          <p:cNvSpPr>
            <a:spLocks noGrp="1"/>
          </p:cNvSpPr>
          <p:nvPr>
            <p:ph type="body" sz="quarter" idx="27" hasCustomPrompt="1"/>
          </p:nvPr>
        </p:nvSpPr>
        <p:spPr>
          <a:xfrm>
            <a:off x="4674030"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7" name="Text Placeholder 2">
            <a:extLst>
              <a:ext uri="{FF2B5EF4-FFF2-40B4-BE49-F238E27FC236}">
                <a16:creationId xmlns:a16="http://schemas.microsoft.com/office/drawing/2014/main" id="{8ED5D7B2-689B-2B4C-A43D-D02E83F94778}"/>
              </a:ext>
            </a:extLst>
          </p:cNvPr>
          <p:cNvSpPr>
            <a:spLocks noGrp="1"/>
          </p:cNvSpPr>
          <p:nvPr>
            <p:ph type="body" sz="quarter" idx="28" hasCustomPrompt="1"/>
          </p:nvPr>
        </p:nvSpPr>
        <p:spPr>
          <a:xfrm>
            <a:off x="4674030"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8" name="Text Placeholder 2">
            <a:extLst>
              <a:ext uri="{FF2B5EF4-FFF2-40B4-BE49-F238E27FC236}">
                <a16:creationId xmlns:a16="http://schemas.microsoft.com/office/drawing/2014/main" id="{1C1EEEB8-A0CF-574A-9ADA-0AF9C5F90BE5}"/>
              </a:ext>
            </a:extLst>
          </p:cNvPr>
          <p:cNvSpPr>
            <a:spLocks noGrp="1"/>
          </p:cNvSpPr>
          <p:nvPr>
            <p:ph type="body" sz="quarter" idx="29" hasCustomPrompt="1"/>
          </p:nvPr>
        </p:nvSpPr>
        <p:spPr>
          <a:xfrm>
            <a:off x="4674030"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9" name="Straight Connector 68">
            <a:extLst>
              <a:ext uri="{FF2B5EF4-FFF2-40B4-BE49-F238E27FC236}">
                <a16:creationId xmlns:a16="http://schemas.microsoft.com/office/drawing/2014/main" id="{F2747001-8EC9-C94D-8496-0D147669DF33}"/>
              </a:ext>
            </a:extLst>
          </p:cNvPr>
          <p:cNvCxnSpPr>
            <a:cxnSpLocks/>
          </p:cNvCxnSpPr>
          <p:nvPr userDrawn="1"/>
        </p:nvCxnSpPr>
        <p:spPr>
          <a:xfrm>
            <a:off x="6761014"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70" name="Text Placeholder 2">
            <a:extLst>
              <a:ext uri="{FF2B5EF4-FFF2-40B4-BE49-F238E27FC236}">
                <a16:creationId xmlns:a16="http://schemas.microsoft.com/office/drawing/2014/main" id="{1BB302A5-7E2E-1C42-8D5D-038AFC7E6C1B}"/>
              </a:ext>
            </a:extLst>
          </p:cNvPr>
          <p:cNvSpPr>
            <a:spLocks noGrp="1"/>
          </p:cNvSpPr>
          <p:nvPr>
            <p:ph type="body" sz="quarter" idx="30" hasCustomPrompt="1"/>
          </p:nvPr>
        </p:nvSpPr>
        <p:spPr>
          <a:xfrm>
            <a:off x="6761013"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71" name="Text Placeholder 2">
            <a:extLst>
              <a:ext uri="{FF2B5EF4-FFF2-40B4-BE49-F238E27FC236}">
                <a16:creationId xmlns:a16="http://schemas.microsoft.com/office/drawing/2014/main" id="{55E365EA-E806-794E-A01A-1781C7CB69B3}"/>
              </a:ext>
            </a:extLst>
          </p:cNvPr>
          <p:cNvSpPr>
            <a:spLocks noGrp="1"/>
          </p:cNvSpPr>
          <p:nvPr>
            <p:ph type="body" sz="quarter" idx="31" hasCustomPrompt="1"/>
          </p:nvPr>
        </p:nvSpPr>
        <p:spPr>
          <a:xfrm>
            <a:off x="6761013"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72" name="Text Placeholder 2">
            <a:extLst>
              <a:ext uri="{FF2B5EF4-FFF2-40B4-BE49-F238E27FC236}">
                <a16:creationId xmlns:a16="http://schemas.microsoft.com/office/drawing/2014/main" id="{B84882D0-76FD-3641-827B-BFF1B4361250}"/>
              </a:ext>
            </a:extLst>
          </p:cNvPr>
          <p:cNvSpPr>
            <a:spLocks noGrp="1"/>
          </p:cNvSpPr>
          <p:nvPr>
            <p:ph type="body" sz="quarter" idx="32" hasCustomPrompt="1"/>
          </p:nvPr>
        </p:nvSpPr>
        <p:spPr>
          <a:xfrm>
            <a:off x="6761013"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73" name="Picture Placeholder 36">
            <a:extLst>
              <a:ext uri="{FF2B5EF4-FFF2-40B4-BE49-F238E27FC236}">
                <a16:creationId xmlns:a16="http://schemas.microsoft.com/office/drawing/2014/main" id="{EBFCBB6A-B0D6-9F42-91B5-8D147859F63B}"/>
              </a:ext>
            </a:extLst>
          </p:cNvPr>
          <p:cNvSpPr>
            <a:spLocks noGrp="1"/>
          </p:cNvSpPr>
          <p:nvPr>
            <p:ph type="pic" sz="quarter" idx="33" hasCustomPrompt="1"/>
          </p:nvPr>
        </p:nvSpPr>
        <p:spPr>
          <a:xfrm>
            <a:off x="2587046" y="1012743"/>
            <a:ext cx="1134814" cy="1134815"/>
          </a:xfrm>
          <a:prstGeom prst="rect">
            <a:avLst/>
          </a:prstGeom>
        </p:spPr>
        <p:txBody>
          <a:bodyPr anchor="ctr"/>
          <a:lstStyle>
            <a:lvl1pPr marL="0" indent="0" algn="ctr">
              <a:buNone/>
              <a:defRPr/>
            </a:lvl1pPr>
          </a:lstStyle>
          <a:p>
            <a:r>
              <a:rPr lang="en-US" dirty="0"/>
              <a:t>Photo</a:t>
            </a:r>
          </a:p>
        </p:txBody>
      </p:sp>
      <p:sp>
        <p:nvSpPr>
          <p:cNvPr id="74" name="Picture Placeholder 36">
            <a:extLst>
              <a:ext uri="{FF2B5EF4-FFF2-40B4-BE49-F238E27FC236}">
                <a16:creationId xmlns:a16="http://schemas.microsoft.com/office/drawing/2014/main" id="{CAE03149-D6A1-604B-AA12-50D258C53D18}"/>
              </a:ext>
            </a:extLst>
          </p:cNvPr>
          <p:cNvSpPr>
            <a:spLocks noGrp="1"/>
          </p:cNvSpPr>
          <p:nvPr>
            <p:ph type="pic" sz="quarter" idx="34" hasCustomPrompt="1"/>
          </p:nvPr>
        </p:nvSpPr>
        <p:spPr>
          <a:xfrm>
            <a:off x="4674030" y="1012743"/>
            <a:ext cx="1134814" cy="1134815"/>
          </a:xfrm>
          <a:prstGeom prst="rect">
            <a:avLst/>
          </a:prstGeom>
        </p:spPr>
        <p:txBody>
          <a:bodyPr anchor="ctr"/>
          <a:lstStyle>
            <a:lvl1pPr marL="0" indent="0" algn="ctr">
              <a:buNone/>
              <a:defRPr/>
            </a:lvl1pPr>
          </a:lstStyle>
          <a:p>
            <a:r>
              <a:rPr lang="en-US" dirty="0"/>
              <a:t>Photo</a:t>
            </a:r>
          </a:p>
        </p:txBody>
      </p:sp>
      <p:sp>
        <p:nvSpPr>
          <p:cNvPr id="75" name="Picture Placeholder 36">
            <a:extLst>
              <a:ext uri="{FF2B5EF4-FFF2-40B4-BE49-F238E27FC236}">
                <a16:creationId xmlns:a16="http://schemas.microsoft.com/office/drawing/2014/main" id="{555B8286-1166-8844-8C35-F00F2B33B98B}"/>
              </a:ext>
            </a:extLst>
          </p:cNvPr>
          <p:cNvSpPr>
            <a:spLocks noGrp="1"/>
          </p:cNvSpPr>
          <p:nvPr>
            <p:ph type="pic" sz="quarter" idx="35" hasCustomPrompt="1"/>
          </p:nvPr>
        </p:nvSpPr>
        <p:spPr>
          <a:xfrm>
            <a:off x="6761013" y="1012743"/>
            <a:ext cx="1134814" cy="1134815"/>
          </a:xfrm>
          <a:prstGeom prst="rect">
            <a:avLst/>
          </a:prstGeom>
        </p:spPr>
        <p:txBody>
          <a:bodyPr anchor="ctr"/>
          <a:lstStyle>
            <a:lvl1pPr marL="0" indent="0" algn="ctr">
              <a:buNone/>
              <a:defRPr/>
            </a:lvl1pPr>
          </a:lstStyle>
          <a:p>
            <a:r>
              <a:rPr lang="en-US" dirty="0"/>
              <a:t>Photo</a:t>
            </a:r>
          </a:p>
        </p:txBody>
      </p:sp>
      <p:sp>
        <p:nvSpPr>
          <p:cNvPr id="2" name="Footer Placeholder 1">
            <a:extLst>
              <a:ext uri="{FF2B5EF4-FFF2-40B4-BE49-F238E27FC236}">
                <a16:creationId xmlns:a16="http://schemas.microsoft.com/office/drawing/2014/main" id="{9C048CD4-BFF7-4D36-87EF-253A3F1B3E79}"/>
              </a:ext>
            </a:extLst>
          </p:cNvPr>
          <p:cNvSpPr>
            <a:spLocks noGrp="1"/>
          </p:cNvSpPr>
          <p:nvPr>
            <p:ph type="ftr" sz="quarter" idx="3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6633323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Person Profi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A172EAF-17DA-AE4A-A7EE-9B92132874A3}"/>
              </a:ext>
            </a:extLst>
          </p:cNvPr>
          <p:cNvCxnSpPr>
            <a:cxnSpLocks/>
          </p:cNvCxnSpPr>
          <p:nvPr userDrawn="1"/>
        </p:nvCxnSpPr>
        <p:spPr>
          <a:xfrm>
            <a:off x="500063"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29F98007-12E5-1347-86D2-FD1631C42F2F}"/>
              </a:ext>
            </a:extLst>
          </p:cNvPr>
          <p:cNvSpPr>
            <a:spLocks noGrp="1"/>
          </p:cNvSpPr>
          <p:nvPr>
            <p:ph type="body" sz="quarter" idx="14" hasCustomPrompt="1"/>
          </p:nvPr>
        </p:nvSpPr>
        <p:spPr>
          <a:xfrm>
            <a:off x="500062"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24" name="Text Placeholder 2">
            <a:extLst>
              <a:ext uri="{FF2B5EF4-FFF2-40B4-BE49-F238E27FC236}">
                <a16:creationId xmlns:a16="http://schemas.microsoft.com/office/drawing/2014/main" id="{6F10B3AB-4B7B-AC43-9902-ADB77F143815}"/>
              </a:ext>
            </a:extLst>
          </p:cNvPr>
          <p:cNvSpPr>
            <a:spLocks noGrp="1"/>
          </p:cNvSpPr>
          <p:nvPr>
            <p:ph type="body" sz="quarter" idx="15" hasCustomPrompt="1"/>
          </p:nvPr>
        </p:nvSpPr>
        <p:spPr>
          <a:xfrm>
            <a:off x="500062"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25" name="Text Placeholder 2">
            <a:extLst>
              <a:ext uri="{FF2B5EF4-FFF2-40B4-BE49-F238E27FC236}">
                <a16:creationId xmlns:a16="http://schemas.microsoft.com/office/drawing/2014/main" id="{53C10258-D7B1-8247-B5A8-DD703D38127A}"/>
              </a:ext>
            </a:extLst>
          </p:cNvPr>
          <p:cNvSpPr>
            <a:spLocks noGrp="1"/>
          </p:cNvSpPr>
          <p:nvPr>
            <p:ph type="body" sz="quarter" idx="16" hasCustomPrompt="1"/>
          </p:nvPr>
        </p:nvSpPr>
        <p:spPr>
          <a:xfrm>
            <a:off x="500062"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40" name="Picture Placeholder 36">
            <a:extLst>
              <a:ext uri="{FF2B5EF4-FFF2-40B4-BE49-F238E27FC236}">
                <a16:creationId xmlns:a16="http://schemas.microsoft.com/office/drawing/2014/main" id="{6BBDCC44-E649-7042-9BAB-A64BA500612E}"/>
              </a:ext>
            </a:extLst>
          </p:cNvPr>
          <p:cNvSpPr>
            <a:spLocks noGrp="1"/>
          </p:cNvSpPr>
          <p:nvPr>
            <p:ph type="pic" sz="quarter" idx="23" hasCustomPrompt="1"/>
          </p:nvPr>
        </p:nvSpPr>
        <p:spPr>
          <a:xfrm>
            <a:off x="500063" y="1012743"/>
            <a:ext cx="1134814" cy="1134815"/>
          </a:xfrm>
          <a:prstGeom prst="rect">
            <a:avLst/>
          </a:prstGeom>
        </p:spPr>
        <p:txBody>
          <a:bodyPr anchor="ctr"/>
          <a:lstStyle>
            <a:lvl1pPr marL="0" indent="0" algn="ctr">
              <a:buNone/>
              <a:defRPr/>
            </a:lvl1pPr>
          </a:lstStyle>
          <a:p>
            <a:r>
              <a:rPr lang="en-US" dirty="0"/>
              <a:t>Photo</a:t>
            </a:r>
          </a:p>
        </p:txBody>
      </p:sp>
      <p:sp>
        <p:nvSpPr>
          <p:cNvPr id="20" name="Title 3">
            <a:extLst>
              <a:ext uri="{FF2B5EF4-FFF2-40B4-BE49-F238E27FC236}">
                <a16:creationId xmlns:a16="http://schemas.microsoft.com/office/drawing/2014/main" id="{E27787B3-D9AF-D940-8323-B8918F6A7106}"/>
              </a:ext>
            </a:extLst>
          </p:cNvPr>
          <p:cNvSpPr>
            <a:spLocks noGrp="1"/>
          </p:cNvSpPr>
          <p:nvPr>
            <p:ph type="title"/>
          </p:nvPr>
        </p:nvSpPr>
        <p:spPr>
          <a:xfrm>
            <a:off x="500063" y="274639"/>
            <a:ext cx="8137525" cy="558795"/>
          </a:xfrm>
          <a:prstGeom prst="rect">
            <a:avLst/>
          </a:prstGeom>
        </p:spPr>
        <p:txBody>
          <a:bodyPr/>
          <a:lstStyle>
            <a:lvl1pPr>
              <a:defRPr>
                <a:solidFill>
                  <a:schemeClr val="accent1">
                    <a:lumMod val="100000"/>
                  </a:schemeClr>
                </a:solidFill>
              </a:defRPr>
            </a:lvl1pPr>
          </a:lstStyle>
          <a:p>
            <a:r>
              <a:rPr lang="en-US"/>
              <a:t>Click to edit Master title style</a:t>
            </a:r>
            <a:endParaRPr lang="en-US" dirty="0"/>
          </a:p>
        </p:txBody>
      </p:sp>
      <p:cxnSp>
        <p:nvCxnSpPr>
          <p:cNvPr id="61" name="Straight Connector 60">
            <a:extLst>
              <a:ext uri="{FF2B5EF4-FFF2-40B4-BE49-F238E27FC236}">
                <a16:creationId xmlns:a16="http://schemas.microsoft.com/office/drawing/2014/main" id="{CC740405-3142-3E41-8C6D-A8A1E34E9905}"/>
              </a:ext>
            </a:extLst>
          </p:cNvPr>
          <p:cNvCxnSpPr>
            <a:cxnSpLocks/>
          </p:cNvCxnSpPr>
          <p:nvPr userDrawn="1"/>
        </p:nvCxnSpPr>
        <p:spPr>
          <a:xfrm>
            <a:off x="2587047"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2" name="Text Placeholder 2">
            <a:extLst>
              <a:ext uri="{FF2B5EF4-FFF2-40B4-BE49-F238E27FC236}">
                <a16:creationId xmlns:a16="http://schemas.microsoft.com/office/drawing/2014/main" id="{59B34579-E92E-C345-9574-CD4A4C197223}"/>
              </a:ext>
            </a:extLst>
          </p:cNvPr>
          <p:cNvSpPr>
            <a:spLocks noGrp="1"/>
          </p:cNvSpPr>
          <p:nvPr>
            <p:ph type="body" sz="quarter" idx="24" hasCustomPrompt="1"/>
          </p:nvPr>
        </p:nvSpPr>
        <p:spPr>
          <a:xfrm>
            <a:off x="2587046"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3" name="Text Placeholder 2">
            <a:extLst>
              <a:ext uri="{FF2B5EF4-FFF2-40B4-BE49-F238E27FC236}">
                <a16:creationId xmlns:a16="http://schemas.microsoft.com/office/drawing/2014/main" id="{58BA616A-D2A8-2947-89EC-AD5CAD12A394}"/>
              </a:ext>
            </a:extLst>
          </p:cNvPr>
          <p:cNvSpPr>
            <a:spLocks noGrp="1"/>
          </p:cNvSpPr>
          <p:nvPr>
            <p:ph type="body" sz="quarter" idx="25" hasCustomPrompt="1"/>
          </p:nvPr>
        </p:nvSpPr>
        <p:spPr>
          <a:xfrm>
            <a:off x="2587046"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4" name="Text Placeholder 2">
            <a:extLst>
              <a:ext uri="{FF2B5EF4-FFF2-40B4-BE49-F238E27FC236}">
                <a16:creationId xmlns:a16="http://schemas.microsoft.com/office/drawing/2014/main" id="{19709921-4F93-054C-913B-3206038FEEA4}"/>
              </a:ext>
            </a:extLst>
          </p:cNvPr>
          <p:cNvSpPr>
            <a:spLocks noGrp="1"/>
          </p:cNvSpPr>
          <p:nvPr>
            <p:ph type="body" sz="quarter" idx="26" hasCustomPrompt="1"/>
          </p:nvPr>
        </p:nvSpPr>
        <p:spPr>
          <a:xfrm>
            <a:off x="2587046"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5" name="Straight Connector 64">
            <a:extLst>
              <a:ext uri="{FF2B5EF4-FFF2-40B4-BE49-F238E27FC236}">
                <a16:creationId xmlns:a16="http://schemas.microsoft.com/office/drawing/2014/main" id="{9644AF5B-5241-9F48-A875-B2F5F442AD32}"/>
              </a:ext>
            </a:extLst>
          </p:cNvPr>
          <p:cNvCxnSpPr>
            <a:cxnSpLocks/>
          </p:cNvCxnSpPr>
          <p:nvPr userDrawn="1"/>
        </p:nvCxnSpPr>
        <p:spPr>
          <a:xfrm>
            <a:off x="4674031"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66" name="Text Placeholder 2">
            <a:extLst>
              <a:ext uri="{FF2B5EF4-FFF2-40B4-BE49-F238E27FC236}">
                <a16:creationId xmlns:a16="http://schemas.microsoft.com/office/drawing/2014/main" id="{0A0A9FE5-4414-BC45-9945-5F498E212ACD}"/>
              </a:ext>
            </a:extLst>
          </p:cNvPr>
          <p:cNvSpPr>
            <a:spLocks noGrp="1"/>
          </p:cNvSpPr>
          <p:nvPr>
            <p:ph type="body" sz="quarter" idx="27" hasCustomPrompt="1"/>
          </p:nvPr>
        </p:nvSpPr>
        <p:spPr>
          <a:xfrm>
            <a:off x="4674030"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67" name="Text Placeholder 2">
            <a:extLst>
              <a:ext uri="{FF2B5EF4-FFF2-40B4-BE49-F238E27FC236}">
                <a16:creationId xmlns:a16="http://schemas.microsoft.com/office/drawing/2014/main" id="{8ED5D7B2-689B-2B4C-A43D-D02E83F94778}"/>
              </a:ext>
            </a:extLst>
          </p:cNvPr>
          <p:cNvSpPr>
            <a:spLocks noGrp="1"/>
          </p:cNvSpPr>
          <p:nvPr>
            <p:ph type="body" sz="quarter" idx="28" hasCustomPrompt="1"/>
          </p:nvPr>
        </p:nvSpPr>
        <p:spPr>
          <a:xfrm>
            <a:off x="4674030"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68" name="Text Placeholder 2">
            <a:extLst>
              <a:ext uri="{FF2B5EF4-FFF2-40B4-BE49-F238E27FC236}">
                <a16:creationId xmlns:a16="http://schemas.microsoft.com/office/drawing/2014/main" id="{1C1EEEB8-A0CF-574A-9ADA-0AF9C5F90BE5}"/>
              </a:ext>
            </a:extLst>
          </p:cNvPr>
          <p:cNvSpPr>
            <a:spLocks noGrp="1"/>
          </p:cNvSpPr>
          <p:nvPr>
            <p:ph type="body" sz="quarter" idx="29" hasCustomPrompt="1"/>
          </p:nvPr>
        </p:nvSpPr>
        <p:spPr>
          <a:xfrm>
            <a:off x="4674030"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cxnSp>
        <p:nvCxnSpPr>
          <p:cNvPr id="69" name="Straight Connector 68">
            <a:extLst>
              <a:ext uri="{FF2B5EF4-FFF2-40B4-BE49-F238E27FC236}">
                <a16:creationId xmlns:a16="http://schemas.microsoft.com/office/drawing/2014/main" id="{F2747001-8EC9-C94D-8496-0D147669DF33}"/>
              </a:ext>
            </a:extLst>
          </p:cNvPr>
          <p:cNvCxnSpPr>
            <a:cxnSpLocks/>
          </p:cNvCxnSpPr>
          <p:nvPr userDrawn="1"/>
        </p:nvCxnSpPr>
        <p:spPr>
          <a:xfrm>
            <a:off x="6761014" y="2682018"/>
            <a:ext cx="378365" cy="0"/>
          </a:xfrm>
          <a:prstGeom prst="line">
            <a:avLst/>
          </a:prstGeom>
          <a:ln w="1270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70" name="Text Placeholder 2">
            <a:extLst>
              <a:ext uri="{FF2B5EF4-FFF2-40B4-BE49-F238E27FC236}">
                <a16:creationId xmlns:a16="http://schemas.microsoft.com/office/drawing/2014/main" id="{1BB302A5-7E2E-1C42-8D5D-038AFC7E6C1B}"/>
              </a:ext>
            </a:extLst>
          </p:cNvPr>
          <p:cNvSpPr>
            <a:spLocks noGrp="1"/>
          </p:cNvSpPr>
          <p:nvPr>
            <p:ph type="body" sz="quarter" idx="30" hasCustomPrompt="1"/>
          </p:nvPr>
        </p:nvSpPr>
        <p:spPr>
          <a:xfrm>
            <a:off x="6761013" y="2167523"/>
            <a:ext cx="1888136" cy="264047"/>
          </a:xfrm>
        </p:spPr>
        <p:txBody>
          <a:bodyPr tIns="0" rIns="0" bIns="0" anchor="b"/>
          <a:lstStyle>
            <a:lvl1pPr marL="0" indent="0">
              <a:buFont typeface="Arial" panose="020B0604020202020204" pitchFamily="34" charset="0"/>
              <a:buNone/>
              <a:defRPr sz="1600" b="1" i="0">
                <a:solidFill>
                  <a:schemeClr val="accent2">
                    <a:lumMod val="100000"/>
                  </a:schemeClr>
                </a:solidFill>
              </a:defRPr>
            </a:lvl1pPr>
          </a:lstStyle>
          <a:p>
            <a:pPr lvl="0"/>
            <a:r>
              <a:rPr lang="en-US" dirty="0"/>
              <a:t>Name</a:t>
            </a:r>
          </a:p>
        </p:txBody>
      </p:sp>
      <p:sp>
        <p:nvSpPr>
          <p:cNvPr id="71" name="Text Placeholder 2">
            <a:extLst>
              <a:ext uri="{FF2B5EF4-FFF2-40B4-BE49-F238E27FC236}">
                <a16:creationId xmlns:a16="http://schemas.microsoft.com/office/drawing/2014/main" id="{55E365EA-E806-794E-A01A-1781C7CB69B3}"/>
              </a:ext>
            </a:extLst>
          </p:cNvPr>
          <p:cNvSpPr>
            <a:spLocks noGrp="1"/>
          </p:cNvSpPr>
          <p:nvPr>
            <p:ph type="body" sz="quarter" idx="31" hasCustomPrompt="1"/>
          </p:nvPr>
        </p:nvSpPr>
        <p:spPr>
          <a:xfrm>
            <a:off x="6761013" y="2441515"/>
            <a:ext cx="1888136" cy="260469"/>
          </a:xfrm>
        </p:spPr>
        <p:txBody>
          <a:bodyPr anchor="t"/>
          <a:lstStyle>
            <a:lvl1pPr marL="0" indent="0">
              <a:buFont typeface="Arial" panose="020B0604020202020204" pitchFamily="34" charset="0"/>
              <a:buNone/>
              <a:defRPr sz="1200" b="0" i="0">
                <a:solidFill>
                  <a:srgbClr val="000000"/>
                </a:solidFill>
              </a:defRPr>
            </a:lvl1pPr>
          </a:lstStyle>
          <a:p>
            <a:pPr lvl="0"/>
            <a:r>
              <a:rPr lang="en-US" dirty="0"/>
              <a:t>Job title</a:t>
            </a:r>
          </a:p>
        </p:txBody>
      </p:sp>
      <p:sp>
        <p:nvSpPr>
          <p:cNvPr id="72" name="Text Placeholder 2">
            <a:extLst>
              <a:ext uri="{FF2B5EF4-FFF2-40B4-BE49-F238E27FC236}">
                <a16:creationId xmlns:a16="http://schemas.microsoft.com/office/drawing/2014/main" id="{B84882D0-76FD-3641-827B-BFF1B4361250}"/>
              </a:ext>
            </a:extLst>
          </p:cNvPr>
          <p:cNvSpPr>
            <a:spLocks noGrp="1"/>
          </p:cNvSpPr>
          <p:nvPr>
            <p:ph type="body" sz="quarter" idx="32" hasCustomPrompt="1"/>
          </p:nvPr>
        </p:nvSpPr>
        <p:spPr>
          <a:xfrm>
            <a:off x="6761013" y="2711930"/>
            <a:ext cx="1888136" cy="504532"/>
          </a:xfrm>
        </p:spPr>
        <p:txBody>
          <a:bodyPr anchor="t"/>
          <a:lstStyle>
            <a:lvl1pPr marL="0" indent="0">
              <a:buFont typeface="Arial" panose="020B0604020202020204" pitchFamily="34" charset="0"/>
              <a:buNone/>
              <a:defRPr sz="1200" b="0" i="0">
                <a:solidFill>
                  <a:schemeClr val="tx1"/>
                </a:solidFill>
              </a:defRPr>
            </a:lvl1pPr>
          </a:lstStyle>
          <a:p>
            <a:pPr lvl="0"/>
            <a:r>
              <a:rPr lang="en-US" dirty="0"/>
              <a:t>Description</a:t>
            </a:r>
          </a:p>
        </p:txBody>
      </p:sp>
      <p:sp>
        <p:nvSpPr>
          <p:cNvPr id="73" name="Picture Placeholder 36">
            <a:extLst>
              <a:ext uri="{FF2B5EF4-FFF2-40B4-BE49-F238E27FC236}">
                <a16:creationId xmlns:a16="http://schemas.microsoft.com/office/drawing/2014/main" id="{EBFCBB6A-B0D6-9F42-91B5-8D147859F63B}"/>
              </a:ext>
            </a:extLst>
          </p:cNvPr>
          <p:cNvSpPr>
            <a:spLocks noGrp="1"/>
          </p:cNvSpPr>
          <p:nvPr>
            <p:ph type="pic" sz="quarter" idx="33" hasCustomPrompt="1"/>
          </p:nvPr>
        </p:nvSpPr>
        <p:spPr>
          <a:xfrm>
            <a:off x="2587046" y="1012743"/>
            <a:ext cx="1134814" cy="1134815"/>
          </a:xfrm>
          <a:prstGeom prst="rect">
            <a:avLst/>
          </a:prstGeom>
        </p:spPr>
        <p:txBody>
          <a:bodyPr anchor="ctr"/>
          <a:lstStyle>
            <a:lvl1pPr marL="0" indent="0" algn="ctr">
              <a:buNone/>
              <a:defRPr/>
            </a:lvl1pPr>
          </a:lstStyle>
          <a:p>
            <a:r>
              <a:rPr lang="en-US" dirty="0"/>
              <a:t>Photo</a:t>
            </a:r>
          </a:p>
        </p:txBody>
      </p:sp>
      <p:sp>
        <p:nvSpPr>
          <p:cNvPr id="74" name="Picture Placeholder 36">
            <a:extLst>
              <a:ext uri="{FF2B5EF4-FFF2-40B4-BE49-F238E27FC236}">
                <a16:creationId xmlns:a16="http://schemas.microsoft.com/office/drawing/2014/main" id="{CAE03149-D6A1-604B-AA12-50D258C53D18}"/>
              </a:ext>
            </a:extLst>
          </p:cNvPr>
          <p:cNvSpPr>
            <a:spLocks noGrp="1"/>
          </p:cNvSpPr>
          <p:nvPr>
            <p:ph type="pic" sz="quarter" idx="34" hasCustomPrompt="1"/>
          </p:nvPr>
        </p:nvSpPr>
        <p:spPr>
          <a:xfrm>
            <a:off x="4674030" y="1012743"/>
            <a:ext cx="1134814" cy="1134815"/>
          </a:xfrm>
          <a:prstGeom prst="rect">
            <a:avLst/>
          </a:prstGeom>
        </p:spPr>
        <p:txBody>
          <a:bodyPr anchor="ctr"/>
          <a:lstStyle>
            <a:lvl1pPr marL="0" indent="0" algn="ctr">
              <a:buNone/>
              <a:defRPr/>
            </a:lvl1pPr>
          </a:lstStyle>
          <a:p>
            <a:r>
              <a:rPr lang="en-US" dirty="0"/>
              <a:t>Photo</a:t>
            </a:r>
          </a:p>
        </p:txBody>
      </p:sp>
      <p:sp>
        <p:nvSpPr>
          <p:cNvPr id="75" name="Picture Placeholder 36">
            <a:extLst>
              <a:ext uri="{FF2B5EF4-FFF2-40B4-BE49-F238E27FC236}">
                <a16:creationId xmlns:a16="http://schemas.microsoft.com/office/drawing/2014/main" id="{555B8286-1166-8844-8C35-F00F2B33B98B}"/>
              </a:ext>
            </a:extLst>
          </p:cNvPr>
          <p:cNvSpPr>
            <a:spLocks noGrp="1"/>
          </p:cNvSpPr>
          <p:nvPr>
            <p:ph type="pic" sz="quarter" idx="35" hasCustomPrompt="1"/>
          </p:nvPr>
        </p:nvSpPr>
        <p:spPr>
          <a:xfrm>
            <a:off x="6761013" y="1012743"/>
            <a:ext cx="1134814" cy="1134815"/>
          </a:xfrm>
          <a:prstGeom prst="rect">
            <a:avLst/>
          </a:prstGeom>
        </p:spPr>
        <p:txBody>
          <a:bodyPr anchor="ctr"/>
          <a:lstStyle>
            <a:lvl1pPr marL="0" indent="0" algn="ctr">
              <a:buNone/>
              <a:defRPr/>
            </a:lvl1pPr>
          </a:lstStyle>
          <a:p>
            <a:r>
              <a:rPr lang="en-US" dirty="0"/>
              <a:t>Photo</a:t>
            </a:r>
          </a:p>
        </p:txBody>
      </p:sp>
      <p:sp>
        <p:nvSpPr>
          <p:cNvPr id="2" name="Footer Placeholder 1">
            <a:extLst>
              <a:ext uri="{FF2B5EF4-FFF2-40B4-BE49-F238E27FC236}">
                <a16:creationId xmlns:a16="http://schemas.microsoft.com/office/drawing/2014/main" id="{9C048CD4-BFF7-4D36-87EF-253A3F1B3E79}"/>
              </a:ext>
            </a:extLst>
          </p:cNvPr>
          <p:cNvSpPr>
            <a:spLocks noGrp="1"/>
          </p:cNvSpPr>
          <p:nvPr>
            <p:ph type="ftr" sz="quarter" idx="36"/>
          </p:nvPr>
        </p:nvSpPr>
        <p:spPr>
          <a:xfrm>
            <a:off x="506412" y="4241819"/>
            <a:ext cx="8124917" cy="386218"/>
          </a:xfrm>
          <a:prstGeom prst="rect">
            <a:avLst/>
          </a:prstGeom>
        </p:spPr>
        <p:txBody>
          <a:bodyPr/>
          <a:lstStyle/>
          <a:p>
            <a:endParaRPr lang="en-US" dirty="0"/>
          </a:p>
        </p:txBody>
      </p:sp>
    </p:spTree>
    <p:extLst>
      <p:ext uri="{BB962C8B-B14F-4D97-AF65-F5344CB8AC3E}">
        <p14:creationId xmlns:p14="http://schemas.microsoft.com/office/powerpoint/2010/main" val="952477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Contact Us">
    <p:bg>
      <p:bgPr>
        <a:solidFill>
          <a:srgbClr val="FFFFFF"/>
        </a:solidFill>
        <a:effectLst/>
      </p:bgPr>
    </p:bg>
    <p:spTree>
      <p:nvGrpSpPr>
        <p:cNvPr id="1" name=""/>
        <p:cNvGrpSpPr/>
        <p:nvPr/>
      </p:nvGrpSpPr>
      <p:grpSpPr>
        <a:xfrm>
          <a:off x="0" y="0"/>
          <a:ext cx="0" cy="0"/>
          <a:chOff x="0" y="0"/>
          <a:chExt cx="0" cy="0"/>
        </a:xfrm>
      </p:grpSpPr>
      <p:pic>
        <p:nvPicPr>
          <p:cNvPr id="78" name="Picture 77">
            <a:extLst>
              <a:ext uri="{FF2B5EF4-FFF2-40B4-BE49-F238E27FC236}">
                <a16:creationId xmlns:a16="http://schemas.microsoft.com/office/drawing/2014/main" id="{3A1060D7-15E0-B149-B9D6-37E4A0672A9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53519"/>
          <a:stretch/>
        </p:blipFill>
        <p:spPr>
          <a:xfrm>
            <a:off x="500063" y="1789613"/>
            <a:ext cx="2518723" cy="677719"/>
          </a:xfrm>
          <a:prstGeom prst="rect">
            <a:avLst/>
          </a:prstGeom>
        </p:spPr>
      </p:pic>
      <p:grpSp>
        <p:nvGrpSpPr>
          <p:cNvPr id="7" name="Group 6">
            <a:extLst>
              <a:ext uri="{FF2B5EF4-FFF2-40B4-BE49-F238E27FC236}">
                <a16:creationId xmlns:a16="http://schemas.microsoft.com/office/drawing/2014/main" id="{B2FC95F1-815D-2D4B-8AFC-63AA196BAEF6}"/>
              </a:ext>
            </a:extLst>
          </p:cNvPr>
          <p:cNvGrpSpPr/>
          <p:nvPr userDrawn="1"/>
        </p:nvGrpSpPr>
        <p:grpSpPr>
          <a:xfrm>
            <a:off x="3175" y="5071254"/>
            <a:ext cx="9144000" cy="78318"/>
            <a:chOff x="0" y="5071254"/>
            <a:chExt cx="9144000" cy="78318"/>
          </a:xfrm>
        </p:grpSpPr>
        <p:sp>
          <p:nvSpPr>
            <p:cNvPr id="8" name="Rectangle 7">
              <a:extLst>
                <a:ext uri="{FF2B5EF4-FFF2-40B4-BE49-F238E27FC236}">
                  <a16:creationId xmlns:a16="http://schemas.microsoft.com/office/drawing/2014/main" id="{74214FF2-E8CC-8947-AA41-46AA3CE8727A}"/>
                </a:ext>
              </a:extLst>
            </p:cNvPr>
            <p:cNvSpPr/>
            <p:nvPr userDrawn="1"/>
          </p:nvSpPr>
          <p:spPr>
            <a:xfrm>
              <a:off x="0" y="5071254"/>
              <a:ext cx="2016000" cy="78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sp>
          <p:nvSpPr>
            <p:cNvPr id="9" name="Rectangle 8">
              <a:extLst>
                <a:ext uri="{FF2B5EF4-FFF2-40B4-BE49-F238E27FC236}">
                  <a16:creationId xmlns:a16="http://schemas.microsoft.com/office/drawing/2014/main" id="{A46F3B95-639B-5B44-8E76-C141A9B2DCE5}"/>
                </a:ext>
              </a:extLst>
            </p:cNvPr>
            <p:cNvSpPr/>
            <p:nvPr userDrawn="1"/>
          </p:nvSpPr>
          <p:spPr>
            <a:xfrm>
              <a:off x="2016000" y="5071254"/>
              <a:ext cx="7128000" cy="783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grpSp>
      <p:sp>
        <p:nvSpPr>
          <p:cNvPr id="6" name="Text Placeholder 4">
            <a:extLst>
              <a:ext uri="{FF2B5EF4-FFF2-40B4-BE49-F238E27FC236}">
                <a16:creationId xmlns:a16="http://schemas.microsoft.com/office/drawing/2014/main" id="{D7ED7C95-B496-764A-A62B-7AEE64F0AF6A}"/>
              </a:ext>
            </a:extLst>
          </p:cNvPr>
          <p:cNvSpPr>
            <a:spLocks noGrp="1"/>
          </p:cNvSpPr>
          <p:nvPr>
            <p:ph type="body" sz="quarter" idx="11" hasCustomPrompt="1"/>
          </p:nvPr>
        </p:nvSpPr>
        <p:spPr>
          <a:xfrm>
            <a:off x="500062" y="2660590"/>
            <a:ext cx="8137525" cy="618111"/>
          </a:xfrm>
          <a:prstGeom prst="rect">
            <a:avLst/>
          </a:prstGeom>
        </p:spPr>
        <p:txBody>
          <a:bodyPr anchor="ctr">
            <a:noAutofit/>
          </a:bodyPr>
          <a:lstStyle>
            <a:lvl1pPr marL="0" indent="0">
              <a:buNone/>
              <a:defRPr sz="2800" baseline="0">
                <a:solidFill>
                  <a:schemeClr val="accent1">
                    <a:lumMod val="100000"/>
                  </a:schemeClr>
                </a:solidFill>
              </a:defRPr>
            </a:lvl1pPr>
          </a:lstStyle>
          <a:p>
            <a:r>
              <a:rPr lang="en-US" dirty="0"/>
              <a:t>Thank You.</a:t>
            </a:r>
          </a:p>
        </p:txBody>
      </p:sp>
      <p:sp>
        <p:nvSpPr>
          <p:cNvPr id="10" name="Text Placeholder 4">
            <a:extLst>
              <a:ext uri="{FF2B5EF4-FFF2-40B4-BE49-F238E27FC236}">
                <a16:creationId xmlns:a16="http://schemas.microsoft.com/office/drawing/2014/main" id="{F3644064-E3FD-0045-A137-F0CF630DF8B0}"/>
              </a:ext>
            </a:extLst>
          </p:cNvPr>
          <p:cNvSpPr>
            <a:spLocks noGrp="1"/>
          </p:cNvSpPr>
          <p:nvPr>
            <p:ph type="body" sz="quarter" idx="10" hasCustomPrompt="1"/>
          </p:nvPr>
        </p:nvSpPr>
        <p:spPr>
          <a:xfrm>
            <a:off x="500065" y="3306205"/>
            <a:ext cx="8137523" cy="287337"/>
          </a:xfrm>
          <a:prstGeom prst="rect">
            <a:avLst/>
          </a:prstGeom>
        </p:spPr>
        <p:txBody>
          <a:bodyPr>
            <a:noAutofit/>
          </a:bodyPr>
          <a:lstStyle>
            <a:lvl1pPr marL="0" indent="0">
              <a:buNone/>
              <a:defRPr sz="1800" baseline="0">
                <a:solidFill>
                  <a:schemeClr val="accent2"/>
                </a:solidFill>
              </a:defRPr>
            </a:lvl1pPr>
          </a:lstStyle>
          <a:p>
            <a:r>
              <a:rPr lang="en-US" dirty="0"/>
              <a:t>Presenter name and/or email</a:t>
            </a:r>
          </a:p>
        </p:txBody>
      </p:sp>
      <p:sp>
        <p:nvSpPr>
          <p:cNvPr id="11" name="Text Placeholder 4">
            <a:extLst>
              <a:ext uri="{FF2B5EF4-FFF2-40B4-BE49-F238E27FC236}">
                <a16:creationId xmlns:a16="http://schemas.microsoft.com/office/drawing/2014/main" id="{FE86138B-22AB-524D-B99B-1D15537B55C1}"/>
              </a:ext>
            </a:extLst>
          </p:cNvPr>
          <p:cNvSpPr>
            <a:spLocks noGrp="1"/>
          </p:cNvSpPr>
          <p:nvPr>
            <p:ph type="body" sz="quarter" idx="12" hasCustomPrompt="1"/>
          </p:nvPr>
        </p:nvSpPr>
        <p:spPr>
          <a:xfrm>
            <a:off x="500061" y="3728481"/>
            <a:ext cx="8137525" cy="283429"/>
          </a:xfrm>
          <a:prstGeom prst="rect">
            <a:avLst/>
          </a:prstGeom>
        </p:spPr>
        <p:txBody>
          <a:bodyPr>
            <a:noAutofit/>
          </a:bodyPr>
          <a:lstStyle>
            <a:lvl1pPr marL="0" indent="0">
              <a:buNone/>
              <a:defRPr sz="1400" baseline="0"/>
            </a:lvl1pPr>
          </a:lstStyle>
          <a:p>
            <a:pPr lvl="0"/>
            <a:r>
              <a:rPr lang="en-US" dirty="0"/>
              <a:t>Co-authors and/or references</a:t>
            </a:r>
            <a:endParaRPr lang="en-GB" dirty="0"/>
          </a:p>
        </p:txBody>
      </p:sp>
    </p:spTree>
    <p:extLst>
      <p:ext uri="{BB962C8B-B14F-4D97-AF65-F5344CB8AC3E}">
        <p14:creationId xmlns:p14="http://schemas.microsoft.com/office/powerpoint/2010/main" val="4078849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B4C3202-59EE-2340-B38A-4E5E3A2DD1D8}"/>
              </a:ext>
            </a:extLst>
          </p:cNvPr>
          <p:cNvCxnSpPr>
            <a:cxnSpLocks/>
          </p:cNvCxnSpPr>
          <p:nvPr userDrawn="1"/>
        </p:nvCxnSpPr>
        <p:spPr>
          <a:xfrm>
            <a:off x="8339862" y="4728567"/>
            <a:ext cx="0" cy="2649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4974FA6C-9F76-7940-ABD6-8AE29935C522}"/>
              </a:ext>
            </a:extLst>
          </p:cNvPr>
          <p:cNvSpPr>
            <a:spLocks noGrp="1"/>
          </p:cNvSpPr>
          <p:nvPr>
            <p:ph type="body" idx="1"/>
          </p:nvPr>
        </p:nvSpPr>
        <p:spPr>
          <a:xfrm>
            <a:off x="500063" y="1014413"/>
            <a:ext cx="8137524" cy="3213100"/>
          </a:xfrm>
          <a:prstGeom prst="rect">
            <a:avLst/>
          </a:prstGeom>
        </p:spPr>
        <p:txBody>
          <a:bodyPr vert="horz" lIns="0" tIns="45720" rIns="91440" bIns="45720" rtlCol="0">
            <a:noAutofit/>
          </a:bodyPr>
          <a:lstStyle/>
          <a:p>
            <a:pPr lvl="0"/>
            <a:r>
              <a:rPr lang="en-US" dirty="0"/>
              <a:t>Edit Master text styles</a:t>
            </a:r>
          </a:p>
          <a:p>
            <a:pPr lvl="1"/>
            <a:r>
              <a:rPr lang="en-US" dirty="0"/>
              <a:t>Second level</a:t>
            </a:r>
          </a:p>
          <a:p>
            <a:pPr lvl="2"/>
            <a:r>
              <a:rPr lang="en-US" dirty="0"/>
              <a:t>Third level</a:t>
            </a:r>
          </a:p>
        </p:txBody>
      </p:sp>
      <p:pic>
        <p:nvPicPr>
          <p:cNvPr id="3" name="Picture 2">
            <a:extLst>
              <a:ext uri="{FF2B5EF4-FFF2-40B4-BE49-F238E27FC236}">
                <a16:creationId xmlns:a16="http://schemas.microsoft.com/office/drawing/2014/main" id="{CE7C86E9-FDA0-4C4D-A68F-6E3891ABEC3D}"/>
              </a:ext>
            </a:extLst>
          </p:cNvPr>
          <p:cNvPicPr>
            <a:picLocks noChangeAspect="1"/>
          </p:cNvPicPr>
          <p:nvPr userDrawn="1"/>
        </p:nvPicPr>
        <p:blipFill rotWithShape="1">
          <a:blip r:embed="rId25" cstate="print">
            <a:extLst>
              <a:ext uri="{28A0092B-C50C-407E-A947-70E740481C1C}">
                <a14:useLocalDpi xmlns:a14="http://schemas.microsoft.com/office/drawing/2010/main"/>
              </a:ext>
            </a:extLst>
          </a:blip>
          <a:srcRect b="52800"/>
          <a:stretch/>
        </p:blipFill>
        <p:spPr>
          <a:xfrm>
            <a:off x="512661" y="4673626"/>
            <a:ext cx="1114768" cy="304593"/>
          </a:xfrm>
          <a:prstGeom prst="rect">
            <a:avLst/>
          </a:prstGeom>
        </p:spPr>
      </p:pic>
      <p:sp>
        <p:nvSpPr>
          <p:cNvPr id="7" name="Title Placeholder 6">
            <a:extLst>
              <a:ext uri="{FF2B5EF4-FFF2-40B4-BE49-F238E27FC236}">
                <a16:creationId xmlns:a16="http://schemas.microsoft.com/office/drawing/2014/main" id="{8EFF88D6-3D0D-1241-9CCB-64DB5A04A390}"/>
              </a:ext>
            </a:extLst>
          </p:cNvPr>
          <p:cNvSpPr>
            <a:spLocks noGrp="1"/>
          </p:cNvSpPr>
          <p:nvPr>
            <p:ph type="title"/>
          </p:nvPr>
        </p:nvSpPr>
        <p:spPr>
          <a:xfrm>
            <a:off x="506413" y="274639"/>
            <a:ext cx="8137524" cy="569100"/>
          </a:xfrm>
          <a:prstGeom prst="rect">
            <a:avLst/>
          </a:prstGeom>
        </p:spPr>
        <p:txBody>
          <a:bodyPr vert="horz" lIns="0" tIns="45720" rIns="91440" bIns="45720" rtlCol="0" anchor="ctr">
            <a:noAutofit/>
          </a:bodyPr>
          <a:lstStyle/>
          <a:p>
            <a:r>
              <a:rPr lang="en-US"/>
              <a:t>Click to edit Master title style</a:t>
            </a:r>
            <a:endParaRPr lang="en-US" dirty="0"/>
          </a:p>
        </p:txBody>
      </p:sp>
      <p:sp>
        <p:nvSpPr>
          <p:cNvPr id="14" name="Slide Number Placeholder 5">
            <a:extLst>
              <a:ext uri="{FF2B5EF4-FFF2-40B4-BE49-F238E27FC236}">
                <a16:creationId xmlns:a16="http://schemas.microsoft.com/office/drawing/2014/main" id="{0AADC478-0D1F-4E10-932D-F91CE6CE0C53}"/>
              </a:ext>
            </a:extLst>
          </p:cNvPr>
          <p:cNvSpPr txBox="1">
            <a:spLocks/>
          </p:cNvSpPr>
          <p:nvPr userDrawn="1"/>
        </p:nvSpPr>
        <p:spPr>
          <a:xfrm>
            <a:off x="8452674" y="4749040"/>
            <a:ext cx="191263" cy="290924"/>
          </a:xfrm>
          <a:prstGeom prst="rect">
            <a:avLst/>
          </a:prstGeom>
        </p:spPr>
        <p:txBody>
          <a:bodyPr vert="horz" lIns="0" tIns="45720" rIns="0" bIns="45720" rtlCol="0" anchor="ctr"/>
          <a:lstStyle>
            <a:lvl1pPr algn="r" defTabSz="363800">
              <a:lnSpc>
                <a:spcPct val="93000"/>
              </a:lnSpc>
              <a:defRPr sz="1200" b="0" i="0">
                <a:solidFill>
                  <a:schemeClr val="tx1">
                    <a:tint val="75000"/>
                  </a:schemeClr>
                </a:solidFill>
                <a:latin typeface="Arial" panose="020B0604020202020204" pitchFamily="34" charset="0"/>
                <a:ea typeface="Calibri"/>
                <a:cs typeface="Arial" panose="020B0604020202020204" pitchFamily="34" charset="0"/>
                <a:sym typeface="Calibri"/>
              </a:defRPr>
            </a:lvl1pPr>
            <a:lvl2pPr indent="370225" defTabSz="363800">
              <a:lnSpc>
                <a:spcPct val="93000"/>
              </a:lnSpc>
              <a:defRPr>
                <a:latin typeface="Calibri"/>
                <a:ea typeface="Calibri"/>
                <a:cs typeface="Calibri"/>
                <a:sym typeface="Calibri"/>
              </a:defRPr>
            </a:lvl2pPr>
            <a:lvl3pPr indent="740451" defTabSz="363800">
              <a:lnSpc>
                <a:spcPct val="93000"/>
              </a:lnSpc>
              <a:defRPr>
                <a:latin typeface="Calibri"/>
                <a:ea typeface="Calibri"/>
                <a:cs typeface="Calibri"/>
                <a:sym typeface="Calibri"/>
              </a:defRPr>
            </a:lvl3pPr>
            <a:lvl4pPr indent="1110679" defTabSz="363800">
              <a:lnSpc>
                <a:spcPct val="93000"/>
              </a:lnSpc>
              <a:defRPr>
                <a:latin typeface="Calibri"/>
                <a:ea typeface="Calibri"/>
                <a:cs typeface="Calibri"/>
                <a:sym typeface="Calibri"/>
              </a:defRPr>
            </a:lvl4pPr>
            <a:lvl5pPr indent="1480905" defTabSz="363800">
              <a:lnSpc>
                <a:spcPct val="93000"/>
              </a:lnSpc>
              <a:defRPr>
                <a:latin typeface="Calibri"/>
                <a:ea typeface="Calibri"/>
                <a:cs typeface="Calibri"/>
                <a:sym typeface="Calibri"/>
              </a:defRPr>
            </a:lvl5pPr>
            <a:lvl6pPr indent="1851132" defTabSz="363800">
              <a:lnSpc>
                <a:spcPct val="93000"/>
              </a:lnSpc>
              <a:defRPr>
                <a:latin typeface="Calibri"/>
                <a:ea typeface="Calibri"/>
                <a:cs typeface="Calibri"/>
                <a:sym typeface="Calibri"/>
              </a:defRPr>
            </a:lvl6pPr>
            <a:lvl7pPr indent="2221358" defTabSz="363800">
              <a:lnSpc>
                <a:spcPct val="93000"/>
              </a:lnSpc>
              <a:defRPr>
                <a:latin typeface="Calibri"/>
                <a:ea typeface="Calibri"/>
                <a:cs typeface="Calibri"/>
                <a:sym typeface="Calibri"/>
              </a:defRPr>
            </a:lvl7pPr>
            <a:lvl8pPr indent="2591585" defTabSz="363800">
              <a:lnSpc>
                <a:spcPct val="93000"/>
              </a:lnSpc>
              <a:defRPr>
                <a:latin typeface="Calibri"/>
                <a:ea typeface="Calibri"/>
                <a:cs typeface="Calibri"/>
                <a:sym typeface="Calibri"/>
              </a:defRPr>
            </a:lvl8pPr>
            <a:lvl9pPr indent="2961812" defTabSz="363800">
              <a:lnSpc>
                <a:spcPct val="93000"/>
              </a:lnSpc>
              <a:defRPr>
                <a:latin typeface="Calibri"/>
                <a:ea typeface="Calibri"/>
                <a:cs typeface="Calibri"/>
                <a:sym typeface="Calibri"/>
              </a:defRPr>
            </a:lvl9pPr>
          </a:lstStyle>
          <a:p>
            <a:pPr algn="r"/>
            <a:fld id="{F3EC332E-FB62-3242-BB6A-EC0EFC19912F}" type="slidenum">
              <a:rPr lang="en-US" smtClean="0"/>
              <a:pPr algn="r"/>
              <a:t>‹#›</a:t>
            </a:fld>
            <a:endParaRPr lang="en-US" dirty="0"/>
          </a:p>
        </p:txBody>
      </p:sp>
      <p:sp>
        <p:nvSpPr>
          <p:cNvPr id="13" name="Footer Placeholder 3">
            <a:extLst>
              <a:ext uri="{FF2B5EF4-FFF2-40B4-BE49-F238E27FC236}">
                <a16:creationId xmlns:a16="http://schemas.microsoft.com/office/drawing/2014/main" id="{5FA2C01E-D7C1-4136-B16E-E0E3E44A9967}"/>
              </a:ext>
            </a:extLst>
          </p:cNvPr>
          <p:cNvSpPr txBox="1">
            <a:spLocks/>
          </p:cNvSpPr>
          <p:nvPr userDrawn="1"/>
        </p:nvSpPr>
        <p:spPr>
          <a:xfrm>
            <a:off x="1547664" y="4673630"/>
            <a:ext cx="6768747" cy="444382"/>
          </a:xfrm>
          <a:prstGeom prst="rect">
            <a:avLst/>
          </a:prstGeom>
        </p:spPr>
        <p:txBody>
          <a:bodyPr vert="horz" lIns="0" tIns="0" rIns="0" bIns="0" rtlCol="0" anchor="ctr"/>
          <a:lstStyle>
            <a:defPPr>
              <a:defRPr lang="en-US"/>
            </a:defPPr>
            <a:lvl1pPr marL="0" algn="l" defTabSz="457200" rtl="0" eaLnBrk="1" latinLnBrk="0" hangingPunct="1">
              <a:defRPr sz="12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Evaluating the Direct, Indirect and Population-Level Effects of LLINs Across Transmission Intensities</a:t>
            </a:r>
            <a:endParaRPr lang="en-US" dirty="0">
              <a:solidFill>
                <a:srgbClr val="898989"/>
              </a:solidFill>
            </a:endParaRPr>
          </a:p>
        </p:txBody>
      </p:sp>
      <p:grpSp>
        <p:nvGrpSpPr>
          <p:cNvPr id="15" name="Group 14">
            <a:extLst>
              <a:ext uri="{FF2B5EF4-FFF2-40B4-BE49-F238E27FC236}">
                <a16:creationId xmlns:a16="http://schemas.microsoft.com/office/drawing/2014/main" id="{07AED518-D582-9A4F-8C12-6E2C06E7A8AA}"/>
              </a:ext>
            </a:extLst>
          </p:cNvPr>
          <p:cNvGrpSpPr/>
          <p:nvPr userDrawn="1"/>
        </p:nvGrpSpPr>
        <p:grpSpPr>
          <a:xfrm>
            <a:off x="3175" y="5071254"/>
            <a:ext cx="9144000" cy="78318"/>
            <a:chOff x="0" y="5071254"/>
            <a:chExt cx="9144000" cy="78318"/>
          </a:xfrm>
        </p:grpSpPr>
        <p:sp>
          <p:nvSpPr>
            <p:cNvPr id="16" name="Rectangle 15">
              <a:extLst>
                <a:ext uri="{FF2B5EF4-FFF2-40B4-BE49-F238E27FC236}">
                  <a16:creationId xmlns:a16="http://schemas.microsoft.com/office/drawing/2014/main" id="{2FFBD448-4703-CA48-88BE-FC90FC84C9BF}"/>
                </a:ext>
              </a:extLst>
            </p:cNvPr>
            <p:cNvSpPr/>
            <p:nvPr userDrawn="1"/>
          </p:nvSpPr>
          <p:spPr>
            <a:xfrm>
              <a:off x="0" y="5071254"/>
              <a:ext cx="2016000" cy="783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sp>
          <p:nvSpPr>
            <p:cNvPr id="17" name="Rectangle 16">
              <a:extLst>
                <a:ext uri="{FF2B5EF4-FFF2-40B4-BE49-F238E27FC236}">
                  <a16:creationId xmlns:a16="http://schemas.microsoft.com/office/drawing/2014/main" id="{91480782-CDA4-E241-80E9-8887C60CB37B}"/>
                </a:ext>
              </a:extLst>
            </p:cNvPr>
            <p:cNvSpPr/>
            <p:nvPr userDrawn="1"/>
          </p:nvSpPr>
          <p:spPr>
            <a:xfrm>
              <a:off x="2016000" y="5071254"/>
              <a:ext cx="7128000" cy="783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Simplon Norm" panose="020B0500030000000000" pitchFamily="34" charset="77"/>
              </a:endParaRPr>
            </a:p>
          </p:txBody>
        </p:sp>
      </p:grpSp>
    </p:spTree>
    <p:extLst>
      <p:ext uri="{BB962C8B-B14F-4D97-AF65-F5344CB8AC3E}">
        <p14:creationId xmlns:p14="http://schemas.microsoft.com/office/powerpoint/2010/main" val="2337968018"/>
      </p:ext>
    </p:extLst>
  </p:cSld>
  <p:clrMap bg1="lt1" tx1="dk1" bg2="lt2" tx2="dk2" accent1="accent1" accent2="accent2" accent3="accent3" accent4="accent4" accent5="accent5" accent6="accent6" hlink="hlink" folHlink="folHlink"/>
  <p:sldLayoutIdLst>
    <p:sldLayoutId id="2147483749" r:id="rId1"/>
    <p:sldLayoutId id="2147483782" r:id="rId2"/>
    <p:sldLayoutId id="2147483823" r:id="rId3"/>
    <p:sldLayoutId id="2147483783" r:id="rId4"/>
    <p:sldLayoutId id="2147483825" r:id="rId5"/>
    <p:sldLayoutId id="2147483801" r:id="rId6"/>
    <p:sldLayoutId id="2147483802" r:id="rId7"/>
    <p:sldLayoutId id="2147483804" r:id="rId8"/>
    <p:sldLayoutId id="2147483827" r:id="rId9"/>
    <p:sldLayoutId id="2147483803" r:id="rId10"/>
    <p:sldLayoutId id="2147483737" r:id="rId11"/>
    <p:sldLayoutId id="2147483806" r:id="rId12"/>
    <p:sldLayoutId id="2147483744" r:id="rId13"/>
    <p:sldLayoutId id="2147483826" r:id="rId14"/>
    <p:sldLayoutId id="2147483824" r:id="rId15"/>
    <p:sldLayoutId id="2147483793" r:id="rId16"/>
    <p:sldLayoutId id="2147483818" r:id="rId17"/>
    <p:sldLayoutId id="2147483807" r:id="rId18"/>
    <p:sldLayoutId id="2147483810" r:id="rId19"/>
    <p:sldLayoutId id="2147483809" r:id="rId20"/>
    <p:sldLayoutId id="2147483828" r:id="rId21"/>
    <p:sldLayoutId id="2147483811" r:id="rId22"/>
    <p:sldLayoutId id="2147483773" r:id="rId23"/>
  </p:sldLayoutIdLst>
  <p:hf sldNum="0" hdr="0" dt="0"/>
  <p:txStyles>
    <p:titleStyle>
      <a:lvl1pPr marL="0" indent="0" algn="l" defTabSz="914400" rtl="0" eaLnBrk="1" latinLnBrk="0" hangingPunct="1">
        <a:lnSpc>
          <a:spcPct val="90000"/>
        </a:lnSpc>
        <a:spcBef>
          <a:spcPct val="0"/>
        </a:spcBef>
        <a:buNone/>
        <a:defRPr sz="2400" b="0" i="0" kern="1200">
          <a:solidFill>
            <a:schemeClr val="accent1">
              <a:lumMod val="100000"/>
            </a:schemeClr>
          </a:solidFill>
          <a:latin typeface="Arial" panose="020B0604020202020204" pitchFamily="34" charset="0"/>
          <a:ea typeface="+mj-ea"/>
          <a:cs typeface="+mj-cs"/>
        </a:defRPr>
      </a:lvl1pPr>
    </p:titleStyle>
    <p:body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5" userDrawn="1">
          <p15:clr>
            <a:srgbClr val="F26B43"/>
          </p15:clr>
        </p15:guide>
        <p15:guide id="2" pos="315" userDrawn="1">
          <p15:clr>
            <a:srgbClr val="F26B43"/>
          </p15:clr>
        </p15:guide>
        <p15:guide id="3" pos="5441" userDrawn="1">
          <p15:clr>
            <a:srgbClr val="F26B43"/>
          </p15:clr>
        </p15:guide>
        <p15:guide id="4" orient="horz" pos="639" userDrawn="1">
          <p15:clr>
            <a:srgbClr val="F26B43"/>
          </p15:clr>
        </p15:guide>
        <p15:guide id="5" orient="horz" pos="2911" userDrawn="1">
          <p15:clr>
            <a:srgbClr val="F26B43"/>
          </p15:clr>
        </p15:guide>
        <p15:guide id="6" pos="2880" userDrawn="1">
          <p15:clr>
            <a:srgbClr val="F26B43"/>
          </p15:clr>
        </p15:guide>
        <p15:guide id="7" pos="2794" userDrawn="1">
          <p15:clr>
            <a:srgbClr val="F26B43"/>
          </p15:clr>
        </p15:guide>
        <p15:guide id="8" pos="2971" userDrawn="1">
          <p15:clr>
            <a:srgbClr val="F26B43"/>
          </p15:clr>
        </p15:guide>
        <p15:guide id="9" orient="horz" pos="577" userDrawn="1">
          <p15:clr>
            <a:srgbClr val="F26B43"/>
          </p15:clr>
        </p15:guide>
        <p15:guide id="10" orient="horz" pos="2754" userDrawn="1">
          <p15:clr>
            <a:srgbClr val="F26B43"/>
          </p15:clr>
        </p15:guide>
        <p15:guide id="11" orient="horz" pos="2663" userDrawn="1">
          <p15:clr>
            <a:srgbClr val="F26B43"/>
          </p15:clr>
        </p15:guide>
        <p15:guide id="12" orient="horz" pos="239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AA2C23A9-DC7B-A144-81E4-7022EC44C739}"/>
              </a:ext>
            </a:extLst>
          </p:cNvPr>
          <p:cNvSpPr>
            <a:spLocks noGrp="1"/>
          </p:cNvSpPr>
          <p:nvPr>
            <p:ph type="body" sz="quarter" idx="11"/>
          </p:nvPr>
        </p:nvSpPr>
        <p:spPr>
          <a:xfrm>
            <a:off x="3851920" y="2427735"/>
            <a:ext cx="5184576" cy="1152128"/>
          </a:xfrm>
        </p:spPr>
        <p:txBody>
          <a:bodyPr/>
          <a:lstStyle/>
          <a:p>
            <a:r>
              <a:rPr lang="en-US" sz="2400" dirty="0"/>
              <a:t>Evaluating</a:t>
            </a:r>
            <a:r>
              <a:rPr lang="en-US" sz="2400" dirty="0">
                <a:solidFill>
                  <a:schemeClr val="accent1">
                    <a:lumMod val="100000"/>
                  </a:schemeClr>
                </a:solidFill>
              </a:rPr>
              <a:t> the Direct, Indirect, and Community-level Effects of LLINs across Transmission </a:t>
            </a:r>
            <a:r>
              <a:rPr lang="en-US" sz="2400" dirty="0"/>
              <a:t>I</a:t>
            </a:r>
            <a:r>
              <a:rPr lang="en-US" sz="2400" dirty="0">
                <a:solidFill>
                  <a:schemeClr val="accent1">
                    <a:lumMod val="100000"/>
                  </a:schemeClr>
                </a:solidFill>
              </a:rPr>
              <a:t>ntensities</a:t>
            </a:r>
          </a:p>
        </p:txBody>
      </p:sp>
      <p:sp>
        <p:nvSpPr>
          <p:cNvPr id="16" name="Text Placeholder 15">
            <a:extLst>
              <a:ext uri="{FF2B5EF4-FFF2-40B4-BE49-F238E27FC236}">
                <a16:creationId xmlns:a16="http://schemas.microsoft.com/office/drawing/2014/main" id="{74F25520-8E84-7D42-BCB2-7AE7EACF425F}"/>
              </a:ext>
            </a:extLst>
          </p:cNvPr>
          <p:cNvSpPr>
            <a:spLocks noGrp="1"/>
          </p:cNvSpPr>
          <p:nvPr>
            <p:ph type="body" sz="quarter" idx="10"/>
          </p:nvPr>
        </p:nvSpPr>
        <p:spPr>
          <a:xfrm>
            <a:off x="3851920" y="4118982"/>
            <a:ext cx="4785668" cy="289076"/>
          </a:xfrm>
        </p:spPr>
        <p:txBody>
          <a:bodyPr/>
          <a:lstStyle/>
          <a:p>
            <a:r>
              <a:rPr lang="en-US" sz="1600" dirty="0"/>
              <a:t>Zenabu Suboi </a:t>
            </a:r>
          </a:p>
          <a:p>
            <a:endParaRPr lang="en-US" sz="1600" dirty="0"/>
          </a:p>
          <a:p>
            <a:r>
              <a:rPr lang="en-US" sz="1600" dirty="0"/>
              <a:t> </a:t>
            </a:r>
            <a:r>
              <a:rPr lang="en-US" dirty="0"/>
              <a:t>March 2026</a:t>
            </a:r>
            <a:endParaRPr lang="en-US" sz="1600" dirty="0"/>
          </a:p>
        </p:txBody>
      </p:sp>
      <p:sp>
        <p:nvSpPr>
          <p:cNvPr id="10" name="Text Placeholder 9">
            <a:extLst>
              <a:ext uri="{FF2B5EF4-FFF2-40B4-BE49-F238E27FC236}">
                <a16:creationId xmlns:a16="http://schemas.microsoft.com/office/drawing/2014/main" id="{1667C7BD-25F9-FE4B-A8FA-4B784C147261}"/>
              </a:ext>
            </a:extLst>
          </p:cNvPr>
          <p:cNvSpPr>
            <a:spLocks noGrp="1"/>
          </p:cNvSpPr>
          <p:nvPr>
            <p:ph type="body" sz="quarter" idx="14"/>
          </p:nvPr>
        </p:nvSpPr>
        <p:spPr>
          <a:xfrm>
            <a:off x="3851920" y="3589934"/>
            <a:ext cx="4785668" cy="349968"/>
          </a:xfrm>
        </p:spPr>
        <p:txBody>
          <a:bodyPr anchor="t" anchorCtr="0"/>
          <a:lstStyle/>
          <a:p>
            <a:r>
              <a:rPr lang="en-US" sz="2000" dirty="0"/>
              <a:t>AIM Group Meeting</a:t>
            </a:r>
          </a:p>
        </p:txBody>
      </p:sp>
    </p:spTree>
    <p:extLst>
      <p:ext uri="{BB962C8B-B14F-4D97-AF65-F5344CB8AC3E}">
        <p14:creationId xmlns:p14="http://schemas.microsoft.com/office/powerpoint/2010/main" val="2960017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535D03-B2B0-7A46-BCD5-00D549DEC004}"/>
              </a:ext>
            </a:extLst>
          </p:cNvPr>
          <p:cNvSpPr>
            <a:spLocks noGrp="1"/>
          </p:cNvSpPr>
          <p:nvPr>
            <p:ph type="title"/>
          </p:nvPr>
        </p:nvSpPr>
        <p:spPr/>
        <p:txBody>
          <a:bodyPr/>
          <a:lstStyle/>
          <a:p>
            <a:r>
              <a:rPr lang="en-GB" dirty="0">
                <a:solidFill>
                  <a:schemeClr val="accent1">
                    <a:lumMod val="100000"/>
                  </a:schemeClr>
                </a:solidFill>
              </a:rPr>
              <a:t>Outline</a:t>
            </a:r>
            <a:endParaRPr lang="en-US" dirty="0">
              <a:solidFill>
                <a:schemeClr val="accent1">
                  <a:lumMod val="100000"/>
                </a:schemeClr>
              </a:solidFill>
            </a:endParaRPr>
          </a:p>
        </p:txBody>
      </p:sp>
      <p:graphicFrame>
        <p:nvGraphicFramePr>
          <p:cNvPr id="11" name="Tabelle 5">
            <a:extLst>
              <a:ext uri="{FF2B5EF4-FFF2-40B4-BE49-F238E27FC236}">
                <a16:creationId xmlns:a16="http://schemas.microsoft.com/office/drawing/2014/main" id="{97B9DA84-D48C-4AE6-8B97-450CB62D1EE3}"/>
              </a:ext>
            </a:extLst>
          </p:cNvPr>
          <p:cNvGraphicFramePr>
            <a:graphicFrameLocks noGrp="1"/>
          </p:cNvGraphicFramePr>
          <p:nvPr>
            <p:ph sz="quarter" idx="15"/>
            <p:extLst>
              <p:ext uri="{D42A27DB-BD31-4B8C-83A1-F6EECF244321}">
                <p14:modId xmlns:p14="http://schemas.microsoft.com/office/powerpoint/2010/main" val="1432244461"/>
              </p:ext>
            </p:extLst>
          </p:nvPr>
        </p:nvGraphicFramePr>
        <p:xfrm>
          <a:off x="500063" y="1014413"/>
          <a:ext cx="8137525" cy="2271600"/>
        </p:xfrm>
        <a:graphic>
          <a:graphicData uri="http://schemas.openxmlformats.org/drawingml/2006/table">
            <a:tbl>
              <a:tblPr bandRow="1">
                <a:tableStyleId>{C083E6E3-FA7D-4D7B-A595-EF9225AFEA82}</a:tableStyleId>
              </a:tblPr>
              <a:tblGrid>
                <a:gridCol w="8137525">
                  <a:extLst>
                    <a:ext uri="{9D8B030D-6E8A-4147-A177-3AD203B41FA5}">
                      <a16:colId xmlns:a16="http://schemas.microsoft.com/office/drawing/2014/main" val="20001"/>
                    </a:ext>
                  </a:extLst>
                </a:gridCol>
              </a:tblGrid>
              <a:tr h="439576">
                <a:tc>
                  <a:txBody>
                    <a:bodyPr/>
                    <a:lstStyle/>
                    <a:p>
                      <a:pPr algn="l"/>
                      <a:r>
                        <a:rPr lang="en-GB" dirty="0"/>
                        <a:t>Introduction</a:t>
                      </a:r>
                      <a:endParaRPr lang="en-GB" dirty="0">
                        <a:solidFill>
                          <a:schemeClr val="tx1"/>
                        </a:solidFill>
                        <a:latin typeface="Arial" panose="020B0604020202020204" pitchFamily="34" charset="0"/>
                        <a:cs typeface="Arial" panose="020B0604020202020204" pitchFamily="34" charset="0"/>
                      </a:endParaRPr>
                    </a:p>
                  </a:txBody>
                  <a:tcPr marL="144000" marR="144000" marT="90000" marB="90000" anchor="ctr">
                    <a:lnT w="12700" cap="flat" cmpd="sng" algn="ctr">
                      <a:solidFill>
                        <a:schemeClr val="accent1"/>
                      </a:solidFill>
                      <a:prstDash val="solid"/>
                      <a:round/>
                      <a:headEnd type="none" w="med" len="med"/>
                      <a:tailEnd type="none" w="med" len="med"/>
                    </a:lnT>
                    <a:solidFill>
                      <a:schemeClr val="accent1">
                        <a:alpha val="20000"/>
                      </a:schemeClr>
                    </a:solidFill>
                  </a:tcPr>
                </a:tc>
                <a:extLst>
                  <a:ext uri="{0D108BD9-81ED-4DB2-BD59-A6C34878D82A}">
                    <a16:rowId xmlns:a16="http://schemas.microsoft.com/office/drawing/2014/main" val="10000"/>
                  </a:ext>
                </a:extLst>
              </a:tr>
              <a:tr h="439576">
                <a:tc>
                  <a:txBody>
                    <a:bodyPr/>
                    <a:lstStyle/>
                    <a:p>
                      <a:pPr algn="l"/>
                      <a:r>
                        <a:rPr lang="en-US" dirty="0">
                          <a:latin typeface="Arial" panose="020B0604020202020204" pitchFamily="34" charset="0"/>
                          <a:cs typeface="Arial" panose="020B0604020202020204" pitchFamily="34" charset="0"/>
                        </a:rPr>
                        <a:t>Methods</a:t>
                      </a:r>
                      <a:endParaRPr lang="en-GB" dirty="0">
                        <a:latin typeface="Arial" panose="020B0604020202020204" pitchFamily="34" charset="0"/>
                        <a:cs typeface="Arial" panose="020B0604020202020204" pitchFamily="34" charset="0"/>
                      </a:endParaRPr>
                    </a:p>
                  </a:txBody>
                  <a:tcPr marL="144000" marR="144000" marT="90000" marB="90000" anchor="ctr"/>
                </a:tc>
                <a:extLst>
                  <a:ext uri="{0D108BD9-81ED-4DB2-BD59-A6C34878D82A}">
                    <a16:rowId xmlns:a16="http://schemas.microsoft.com/office/drawing/2014/main" val="10001"/>
                  </a:ext>
                </a:extLst>
              </a:tr>
              <a:tr h="439576">
                <a:tc>
                  <a:txBody>
                    <a:bodyPr/>
                    <a:lstStyle/>
                    <a:p>
                      <a:pPr algn="l"/>
                      <a:r>
                        <a:rPr lang="en-US" dirty="0">
                          <a:latin typeface="Arial" panose="020B0604020202020204" pitchFamily="34" charset="0"/>
                          <a:cs typeface="Arial" panose="020B0604020202020204" pitchFamily="34" charset="0"/>
                        </a:rPr>
                        <a:t>Results</a:t>
                      </a:r>
                      <a:endParaRPr lang="en-GB" dirty="0">
                        <a:latin typeface="Arial" panose="020B0604020202020204" pitchFamily="34" charset="0"/>
                        <a:cs typeface="Arial" panose="020B0604020202020204" pitchFamily="34" charset="0"/>
                      </a:endParaRPr>
                    </a:p>
                  </a:txBody>
                  <a:tcPr marL="144000" marR="144000" marT="90000" marB="90000" anchor="ctr">
                    <a:solidFill>
                      <a:schemeClr val="accent1">
                        <a:alpha val="20000"/>
                      </a:schemeClr>
                    </a:solidFill>
                  </a:tcPr>
                </a:tc>
                <a:extLst>
                  <a:ext uri="{0D108BD9-81ED-4DB2-BD59-A6C34878D82A}">
                    <a16:rowId xmlns:a16="http://schemas.microsoft.com/office/drawing/2014/main" val="10002"/>
                  </a:ext>
                </a:extLst>
              </a:tr>
              <a:tr h="439576">
                <a:tc>
                  <a:txBody>
                    <a:bodyPr/>
                    <a:lstStyle/>
                    <a:p>
                      <a:pPr algn="l"/>
                      <a:r>
                        <a:rPr lang="en-US" dirty="0">
                          <a:latin typeface="Arial" panose="020B0604020202020204" pitchFamily="34" charset="0"/>
                          <a:cs typeface="Arial" panose="020B0604020202020204" pitchFamily="34" charset="0"/>
                        </a:rPr>
                        <a:t>Feedback</a:t>
                      </a:r>
                      <a:endParaRPr lang="en-GB" dirty="0">
                        <a:latin typeface="Arial" panose="020B0604020202020204" pitchFamily="34" charset="0"/>
                        <a:cs typeface="Arial" panose="020B0604020202020204" pitchFamily="34" charset="0"/>
                      </a:endParaRPr>
                    </a:p>
                  </a:txBody>
                  <a:tcPr marL="144000" marR="144000" marT="90000" marB="90000" anchor="ctr"/>
                </a:tc>
                <a:extLst>
                  <a:ext uri="{0D108BD9-81ED-4DB2-BD59-A6C34878D82A}">
                    <a16:rowId xmlns:a16="http://schemas.microsoft.com/office/drawing/2014/main" val="10003"/>
                  </a:ext>
                </a:extLst>
              </a:tr>
              <a:tr h="439576">
                <a:tc>
                  <a:txBody>
                    <a:bodyPr/>
                    <a:lstStyle/>
                    <a:p>
                      <a:pPr algn="l"/>
                      <a:endParaRPr lang="en-GB" dirty="0">
                        <a:latin typeface="Arial" panose="020B0604020202020204" pitchFamily="34" charset="0"/>
                        <a:cs typeface="Arial" panose="020B0604020202020204" pitchFamily="34" charset="0"/>
                      </a:endParaRPr>
                    </a:p>
                  </a:txBody>
                  <a:tcPr marL="144000" marR="144000" marT="90000" marB="90000" anchor="ctr">
                    <a:solidFill>
                      <a:schemeClr val="accent1">
                        <a:alpha val="2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4328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74F25520-8E84-7D42-BCB2-7AE7EACF425F}"/>
              </a:ext>
            </a:extLst>
          </p:cNvPr>
          <p:cNvSpPr>
            <a:spLocks noGrp="1"/>
          </p:cNvSpPr>
          <p:nvPr>
            <p:ph type="body" sz="quarter" idx="11"/>
          </p:nvPr>
        </p:nvSpPr>
        <p:spPr/>
        <p:txBody>
          <a:bodyPr/>
          <a:lstStyle/>
          <a:p>
            <a:pPr lvl="0"/>
            <a:r>
              <a:rPr lang="en-GB" dirty="0"/>
              <a:t>Introduction</a:t>
            </a:r>
          </a:p>
        </p:txBody>
      </p:sp>
    </p:spTree>
    <p:extLst>
      <p:ext uri="{BB962C8B-B14F-4D97-AF65-F5344CB8AC3E}">
        <p14:creationId xmlns:p14="http://schemas.microsoft.com/office/powerpoint/2010/main" val="857561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0063" y="274639"/>
            <a:ext cx="8137525" cy="558795"/>
          </a:xfrm>
        </p:spPr>
        <p:txBody>
          <a:bodyPr anchor="ctr">
            <a:normAutofit/>
          </a:bodyPr>
          <a:lstStyle/>
          <a:p>
            <a:r>
              <a:rPr lang="en-GB" sz="2000" dirty="0"/>
              <a:t>Background – LLIN effectiveness</a:t>
            </a:r>
          </a:p>
        </p:txBody>
      </p:sp>
      <p:sp>
        <p:nvSpPr>
          <p:cNvPr id="5" name="Content Placeholder 4"/>
          <p:cNvSpPr>
            <a:spLocks noGrp="1"/>
          </p:cNvSpPr>
          <p:nvPr>
            <p:ph sz="quarter" idx="15"/>
          </p:nvPr>
        </p:nvSpPr>
        <p:spPr>
          <a:xfrm>
            <a:off x="500062" y="1014414"/>
            <a:ext cx="4287961" cy="3220582"/>
          </a:xfrm>
        </p:spPr>
        <p:txBody>
          <a:bodyPr>
            <a:normAutofit/>
          </a:bodyPr>
          <a:lstStyle/>
          <a:p>
            <a:pPr marL="285750" indent="-285750">
              <a:lnSpc>
                <a:spcPct val="90000"/>
              </a:lnSpc>
              <a:buFont typeface="Arial" panose="020B0604020202020204" pitchFamily="34" charset="0"/>
              <a:buChar char="•"/>
            </a:pPr>
            <a:r>
              <a:rPr lang="en-US" sz="1700" dirty="0"/>
              <a:t>663 million clinical cases averted from 2000 – 2015 globally</a:t>
            </a:r>
          </a:p>
          <a:p>
            <a:pPr marL="285750" indent="-285750">
              <a:lnSpc>
                <a:spcPct val="90000"/>
              </a:lnSpc>
              <a:buFont typeface="Arial" panose="020B0604020202020204" pitchFamily="34" charset="0"/>
              <a:buChar char="•"/>
            </a:pPr>
            <a:r>
              <a:rPr lang="en-US" sz="1700" dirty="0"/>
              <a:t>Gains attributed largely to LLINs</a:t>
            </a:r>
          </a:p>
          <a:p>
            <a:pPr marL="285750" indent="-285750">
              <a:lnSpc>
                <a:spcPct val="90000"/>
              </a:lnSpc>
            </a:pPr>
            <a:r>
              <a:rPr lang="en-CH" dirty="0"/>
              <a:t>effectiveness of </a:t>
            </a:r>
            <a:r>
              <a:rPr lang="en-CH" dirty="0" err="1"/>
              <a:t>LLINs</a:t>
            </a:r>
            <a:r>
              <a:rPr lang="en-CH" dirty="0"/>
              <a:t> arises from two complementary mechanisms: </a:t>
            </a:r>
            <a:endParaRPr lang="en-US" dirty="0"/>
          </a:p>
          <a:p>
            <a:pPr marL="563563" lvl="1" indent="-285750">
              <a:lnSpc>
                <a:spcPct val="90000"/>
              </a:lnSpc>
            </a:pPr>
            <a:r>
              <a:rPr lang="en-CH" dirty="0"/>
              <a:t>physical prevention of mosquito bites </a:t>
            </a:r>
            <a:endParaRPr lang="en-US" dirty="0"/>
          </a:p>
          <a:p>
            <a:pPr marL="563563" lvl="1" indent="-285750">
              <a:lnSpc>
                <a:spcPct val="90000"/>
              </a:lnSpc>
            </a:pPr>
            <a:r>
              <a:rPr lang="en-CH" dirty="0"/>
              <a:t>insecticidal action that kills or deters mosquitoes</a:t>
            </a:r>
            <a:endParaRPr lang="en-US" sz="1500" dirty="0"/>
          </a:p>
        </p:txBody>
      </p:sp>
      <p:sp>
        <p:nvSpPr>
          <p:cNvPr id="14" name="Footer Placeholder 3">
            <a:extLst>
              <a:ext uri="{FF2B5EF4-FFF2-40B4-BE49-F238E27FC236}">
                <a16:creationId xmlns:a16="http://schemas.microsoft.com/office/drawing/2014/main" id="{9F6356F2-9C7B-F6C1-6943-F8C58B48B61C}"/>
              </a:ext>
            </a:extLst>
          </p:cNvPr>
          <p:cNvSpPr>
            <a:spLocks noGrp="1"/>
          </p:cNvSpPr>
          <p:nvPr>
            <p:ph type="ftr" sz="quarter" idx="16"/>
          </p:nvPr>
        </p:nvSpPr>
        <p:spPr>
          <a:xfrm>
            <a:off x="4728625" y="4067661"/>
            <a:ext cx="3915313" cy="174157"/>
          </a:xfrm>
        </p:spPr>
        <p:txBody>
          <a:bodyPr/>
          <a:lstStyle/>
          <a:p>
            <a:r>
              <a:rPr lang="en-US" sz="1000" dirty="0"/>
              <a:t>Source: https://link.springer.com/article/10.1186/s12936-020-03321-6</a:t>
            </a:r>
          </a:p>
        </p:txBody>
      </p:sp>
      <p:pic>
        <p:nvPicPr>
          <p:cNvPr id="9" name="Picture 8">
            <a:extLst>
              <a:ext uri="{FF2B5EF4-FFF2-40B4-BE49-F238E27FC236}">
                <a16:creationId xmlns:a16="http://schemas.microsoft.com/office/drawing/2014/main" id="{89E9DB58-5F74-4E5A-2B46-65D4EC005FE3}"/>
              </a:ext>
            </a:extLst>
          </p:cNvPr>
          <p:cNvPicPr>
            <a:picLocks noChangeAspect="1"/>
          </p:cNvPicPr>
          <p:nvPr/>
        </p:nvPicPr>
        <p:blipFill>
          <a:blip r:embed="rId2"/>
          <a:srcRect l="17278" r="12394" b="-3"/>
          <a:stretch>
            <a:fillRect/>
          </a:stretch>
        </p:blipFill>
        <p:spPr>
          <a:xfrm>
            <a:off x="4889405" y="1021927"/>
            <a:ext cx="3740099" cy="3031398"/>
          </a:xfrm>
          <a:prstGeom prst="rect">
            <a:avLst/>
          </a:prstGeom>
          <a:noFill/>
        </p:spPr>
      </p:pic>
    </p:spTree>
    <p:extLst>
      <p:ext uri="{BB962C8B-B14F-4D97-AF65-F5344CB8AC3E}">
        <p14:creationId xmlns:p14="http://schemas.microsoft.com/office/powerpoint/2010/main" val="47556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A3B87-EA06-ABD0-871F-C9102C5540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EAB802-58EE-66A4-7689-ED17211B5B2E}"/>
              </a:ext>
            </a:extLst>
          </p:cNvPr>
          <p:cNvSpPr>
            <a:spLocks noGrp="1"/>
          </p:cNvSpPr>
          <p:nvPr>
            <p:ph type="title"/>
          </p:nvPr>
        </p:nvSpPr>
        <p:spPr>
          <a:xfrm>
            <a:off x="500063" y="274639"/>
            <a:ext cx="8137525" cy="558795"/>
          </a:xfrm>
        </p:spPr>
        <p:txBody>
          <a:bodyPr anchor="ctr">
            <a:normAutofit/>
          </a:bodyPr>
          <a:lstStyle/>
          <a:p>
            <a:r>
              <a:rPr lang="en-GB" sz="2000" dirty="0"/>
              <a:t>the concept of community protection</a:t>
            </a:r>
          </a:p>
        </p:txBody>
      </p:sp>
      <p:sp>
        <p:nvSpPr>
          <p:cNvPr id="5" name="Content Placeholder 4">
            <a:extLst>
              <a:ext uri="{FF2B5EF4-FFF2-40B4-BE49-F238E27FC236}">
                <a16:creationId xmlns:a16="http://schemas.microsoft.com/office/drawing/2014/main" id="{BBD22F94-3C52-7039-109D-B226E9A54E7B}"/>
              </a:ext>
            </a:extLst>
          </p:cNvPr>
          <p:cNvSpPr>
            <a:spLocks noGrp="1"/>
          </p:cNvSpPr>
          <p:nvPr>
            <p:ph sz="quarter" idx="15"/>
          </p:nvPr>
        </p:nvSpPr>
        <p:spPr>
          <a:xfrm>
            <a:off x="500061" y="1014415"/>
            <a:ext cx="6304185" cy="1773360"/>
          </a:xfrm>
        </p:spPr>
        <p:txBody>
          <a:bodyPr>
            <a:normAutofit/>
          </a:bodyPr>
          <a:lstStyle/>
          <a:p>
            <a:pPr marL="457200" indent="-285750"/>
            <a:r>
              <a:rPr lang="en-US" dirty="0"/>
              <a:t>LLINs offer different benefits for users and non-users within a population</a:t>
            </a:r>
          </a:p>
          <a:p>
            <a:pPr indent="0">
              <a:buNone/>
            </a:pPr>
            <a:endParaRPr lang="en-US" dirty="0"/>
          </a:p>
          <a:p>
            <a:pPr marL="457200" indent="-285750"/>
            <a:endParaRPr lang="en-US" dirty="0"/>
          </a:p>
        </p:txBody>
      </p:sp>
      <p:sp>
        <p:nvSpPr>
          <p:cNvPr id="6" name="Content Placeholder 4">
            <a:extLst>
              <a:ext uri="{FF2B5EF4-FFF2-40B4-BE49-F238E27FC236}">
                <a16:creationId xmlns:a16="http://schemas.microsoft.com/office/drawing/2014/main" id="{BA614B88-8F13-1779-EA9D-1C54FF8C97F7}"/>
              </a:ext>
            </a:extLst>
          </p:cNvPr>
          <p:cNvSpPr txBox="1">
            <a:spLocks/>
          </p:cNvSpPr>
          <p:nvPr/>
        </p:nvSpPr>
        <p:spPr>
          <a:xfrm>
            <a:off x="7020273" y="1707653"/>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No LLIN use</a:t>
            </a:r>
            <a:endParaRPr lang="en-GB" sz="1000" dirty="0"/>
          </a:p>
        </p:txBody>
      </p:sp>
      <p:pic>
        <p:nvPicPr>
          <p:cNvPr id="17" name="Picture 16">
            <a:extLst>
              <a:ext uri="{FF2B5EF4-FFF2-40B4-BE49-F238E27FC236}">
                <a16:creationId xmlns:a16="http://schemas.microsoft.com/office/drawing/2014/main" id="{FF234DF1-6E95-FC2C-537D-A5DFE57E09A1}"/>
              </a:ext>
            </a:extLst>
          </p:cNvPr>
          <p:cNvPicPr>
            <a:picLocks noChangeAspect="1"/>
          </p:cNvPicPr>
          <p:nvPr/>
        </p:nvPicPr>
        <p:blipFill>
          <a:blip r:embed="rId2"/>
          <a:stretch>
            <a:fillRect/>
          </a:stretch>
        </p:blipFill>
        <p:spPr>
          <a:xfrm>
            <a:off x="6924900" y="942019"/>
            <a:ext cx="920797" cy="838243"/>
          </a:xfrm>
          <a:prstGeom prst="rect">
            <a:avLst/>
          </a:prstGeom>
        </p:spPr>
      </p:pic>
    </p:spTree>
    <p:extLst>
      <p:ext uri="{BB962C8B-B14F-4D97-AF65-F5344CB8AC3E}">
        <p14:creationId xmlns:p14="http://schemas.microsoft.com/office/powerpoint/2010/main" val="2445638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FEF8-AD96-3C1B-6FDC-8474D45B20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BD948E-3DCE-A271-15B1-DA382E43AAC9}"/>
              </a:ext>
            </a:extLst>
          </p:cNvPr>
          <p:cNvSpPr>
            <a:spLocks noGrp="1"/>
          </p:cNvSpPr>
          <p:nvPr>
            <p:ph type="title"/>
          </p:nvPr>
        </p:nvSpPr>
        <p:spPr>
          <a:xfrm>
            <a:off x="500063" y="274639"/>
            <a:ext cx="8137525" cy="558795"/>
          </a:xfrm>
        </p:spPr>
        <p:txBody>
          <a:bodyPr anchor="ctr">
            <a:normAutofit/>
          </a:bodyPr>
          <a:lstStyle/>
          <a:p>
            <a:r>
              <a:rPr lang="en-GB" sz="2000" dirty="0"/>
              <a:t>the concept of community protection</a:t>
            </a:r>
          </a:p>
        </p:txBody>
      </p:sp>
      <p:sp>
        <p:nvSpPr>
          <p:cNvPr id="5" name="Content Placeholder 4">
            <a:extLst>
              <a:ext uri="{FF2B5EF4-FFF2-40B4-BE49-F238E27FC236}">
                <a16:creationId xmlns:a16="http://schemas.microsoft.com/office/drawing/2014/main" id="{76985DAA-A86D-D01C-BCDC-7F10BBA31FCC}"/>
              </a:ext>
            </a:extLst>
          </p:cNvPr>
          <p:cNvSpPr>
            <a:spLocks noGrp="1"/>
          </p:cNvSpPr>
          <p:nvPr>
            <p:ph sz="quarter" idx="15"/>
          </p:nvPr>
        </p:nvSpPr>
        <p:spPr>
          <a:xfrm>
            <a:off x="500061" y="1014414"/>
            <a:ext cx="6304185" cy="3053247"/>
          </a:xfrm>
        </p:spPr>
        <p:txBody>
          <a:bodyPr>
            <a:normAutofit/>
          </a:bodyPr>
          <a:lstStyle/>
          <a:p>
            <a:pPr marL="457200" indent="-285750"/>
            <a:r>
              <a:rPr lang="en-US" dirty="0"/>
              <a:t>LLINs offer different benefits for users and non-users within a population</a:t>
            </a:r>
          </a:p>
          <a:p>
            <a:pPr marL="735013" lvl="1" indent="-285750"/>
            <a:r>
              <a:rPr lang="en-US" dirty="0"/>
              <a:t>net-users receive personal protection while both users </a:t>
            </a:r>
          </a:p>
          <a:p>
            <a:pPr marL="735013" lvl="1" indent="-285750"/>
            <a:r>
              <a:rPr lang="en-US" dirty="0"/>
              <a:t>non-users benefit from indirect </a:t>
            </a:r>
            <a:r>
              <a:rPr lang="en-CH" dirty="0"/>
              <a:t>(community-level) </a:t>
            </a:r>
            <a:r>
              <a:rPr lang="en-US" dirty="0"/>
              <a:t>protection</a:t>
            </a:r>
          </a:p>
          <a:p>
            <a:pPr marL="1004888" lvl="2" indent="-285750"/>
            <a:r>
              <a:rPr lang="en-CH" dirty="0"/>
              <a:t>reduced mosquito density, lifespan, and proportion of infectious mosquitoes</a:t>
            </a:r>
            <a:endParaRPr lang="en-US" dirty="0"/>
          </a:p>
          <a:p>
            <a:pPr indent="0">
              <a:buNone/>
            </a:pPr>
            <a:endParaRPr lang="en-US" dirty="0"/>
          </a:p>
          <a:p>
            <a:pPr marL="457200" indent="-285750"/>
            <a:endParaRPr lang="en-US" dirty="0"/>
          </a:p>
        </p:txBody>
      </p:sp>
      <p:sp>
        <p:nvSpPr>
          <p:cNvPr id="6" name="Content Placeholder 4">
            <a:extLst>
              <a:ext uri="{FF2B5EF4-FFF2-40B4-BE49-F238E27FC236}">
                <a16:creationId xmlns:a16="http://schemas.microsoft.com/office/drawing/2014/main" id="{CCFA797D-E8B4-60CD-D5BE-41FC6037F479}"/>
              </a:ext>
            </a:extLst>
          </p:cNvPr>
          <p:cNvSpPr txBox="1">
            <a:spLocks/>
          </p:cNvSpPr>
          <p:nvPr/>
        </p:nvSpPr>
        <p:spPr>
          <a:xfrm>
            <a:off x="7020273" y="1707653"/>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No LLIN use</a:t>
            </a:r>
            <a:endParaRPr lang="en-GB" sz="1000" dirty="0"/>
          </a:p>
        </p:txBody>
      </p:sp>
      <p:sp>
        <p:nvSpPr>
          <p:cNvPr id="7" name="Content Placeholder 4">
            <a:extLst>
              <a:ext uri="{FF2B5EF4-FFF2-40B4-BE49-F238E27FC236}">
                <a16:creationId xmlns:a16="http://schemas.microsoft.com/office/drawing/2014/main" id="{DE80BF9F-4A8C-8732-2629-A8A4185FCBEB}"/>
              </a:ext>
            </a:extLst>
          </p:cNvPr>
          <p:cNvSpPr txBox="1">
            <a:spLocks/>
          </p:cNvSpPr>
          <p:nvPr/>
        </p:nvSpPr>
        <p:spPr>
          <a:xfrm>
            <a:off x="7043696" y="2868420"/>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X% LLIN use</a:t>
            </a:r>
            <a:endParaRPr lang="en-GB" sz="1000" dirty="0"/>
          </a:p>
        </p:txBody>
      </p:sp>
      <p:cxnSp>
        <p:nvCxnSpPr>
          <p:cNvPr id="10" name="Straight Arrow Connector 9">
            <a:extLst>
              <a:ext uri="{FF2B5EF4-FFF2-40B4-BE49-F238E27FC236}">
                <a16:creationId xmlns:a16="http://schemas.microsoft.com/office/drawing/2014/main" id="{3B0840FF-73DE-A4D3-7524-8D82E13A82CE}"/>
              </a:ext>
            </a:extLst>
          </p:cNvPr>
          <p:cNvCxnSpPr>
            <a:cxnSpLocks/>
            <a:stCxn id="6" idx="2"/>
          </p:cNvCxnSpPr>
          <p:nvPr/>
        </p:nvCxnSpPr>
        <p:spPr>
          <a:xfrm flipH="1">
            <a:off x="7452320" y="1923678"/>
            <a:ext cx="1" cy="1602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7" name="Picture 16">
            <a:extLst>
              <a:ext uri="{FF2B5EF4-FFF2-40B4-BE49-F238E27FC236}">
                <a16:creationId xmlns:a16="http://schemas.microsoft.com/office/drawing/2014/main" id="{A3721E3E-3580-3ED9-1A0C-52463D88BFAC}"/>
              </a:ext>
            </a:extLst>
          </p:cNvPr>
          <p:cNvPicPr>
            <a:picLocks noChangeAspect="1"/>
          </p:cNvPicPr>
          <p:nvPr/>
        </p:nvPicPr>
        <p:blipFill>
          <a:blip r:embed="rId2"/>
          <a:stretch>
            <a:fillRect/>
          </a:stretch>
        </p:blipFill>
        <p:spPr>
          <a:xfrm>
            <a:off x="6924900" y="942019"/>
            <a:ext cx="920797" cy="838243"/>
          </a:xfrm>
          <a:prstGeom prst="rect">
            <a:avLst/>
          </a:prstGeom>
        </p:spPr>
      </p:pic>
      <p:pic>
        <p:nvPicPr>
          <p:cNvPr id="19" name="Picture 18">
            <a:extLst>
              <a:ext uri="{FF2B5EF4-FFF2-40B4-BE49-F238E27FC236}">
                <a16:creationId xmlns:a16="http://schemas.microsoft.com/office/drawing/2014/main" id="{00499B16-9B20-C9B2-A8ED-F846D4012D57}"/>
              </a:ext>
            </a:extLst>
          </p:cNvPr>
          <p:cNvPicPr>
            <a:picLocks noChangeAspect="1"/>
          </p:cNvPicPr>
          <p:nvPr/>
        </p:nvPicPr>
        <p:blipFill>
          <a:blip r:embed="rId3"/>
          <a:stretch>
            <a:fillRect/>
          </a:stretch>
        </p:blipFill>
        <p:spPr>
          <a:xfrm>
            <a:off x="6918549" y="2067094"/>
            <a:ext cx="933498" cy="844593"/>
          </a:xfrm>
          <a:prstGeom prst="rect">
            <a:avLst/>
          </a:prstGeom>
        </p:spPr>
      </p:pic>
    </p:spTree>
    <p:extLst>
      <p:ext uri="{BB962C8B-B14F-4D97-AF65-F5344CB8AC3E}">
        <p14:creationId xmlns:p14="http://schemas.microsoft.com/office/powerpoint/2010/main" val="486811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AFEC9-C4E8-7933-C6DD-BEB76E32AD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B75764-FE2D-BE4D-8A11-376987832B04}"/>
              </a:ext>
            </a:extLst>
          </p:cNvPr>
          <p:cNvSpPr>
            <a:spLocks noGrp="1"/>
          </p:cNvSpPr>
          <p:nvPr>
            <p:ph type="title"/>
          </p:nvPr>
        </p:nvSpPr>
        <p:spPr>
          <a:xfrm>
            <a:off x="500063" y="274639"/>
            <a:ext cx="8137525" cy="558795"/>
          </a:xfrm>
        </p:spPr>
        <p:txBody>
          <a:bodyPr anchor="ctr">
            <a:normAutofit/>
          </a:bodyPr>
          <a:lstStyle/>
          <a:p>
            <a:r>
              <a:rPr lang="en-GB" sz="2000" dirty="0"/>
              <a:t>the concept of community protection</a:t>
            </a:r>
            <a:endParaRPr lang="en-GB" dirty="0"/>
          </a:p>
        </p:txBody>
      </p:sp>
      <p:sp>
        <p:nvSpPr>
          <p:cNvPr id="5" name="Content Placeholder 4">
            <a:extLst>
              <a:ext uri="{FF2B5EF4-FFF2-40B4-BE49-F238E27FC236}">
                <a16:creationId xmlns:a16="http://schemas.microsoft.com/office/drawing/2014/main" id="{299DD356-C4AB-5DE7-3653-A87A124749B9}"/>
              </a:ext>
            </a:extLst>
          </p:cNvPr>
          <p:cNvSpPr>
            <a:spLocks noGrp="1"/>
          </p:cNvSpPr>
          <p:nvPr>
            <p:ph sz="quarter" idx="15"/>
          </p:nvPr>
        </p:nvSpPr>
        <p:spPr>
          <a:xfrm>
            <a:off x="500061" y="1014415"/>
            <a:ext cx="6304185" cy="2637456"/>
          </a:xfrm>
        </p:spPr>
        <p:txBody>
          <a:bodyPr>
            <a:normAutofit/>
          </a:bodyPr>
          <a:lstStyle/>
          <a:p>
            <a:pPr marL="457200" indent="-285750"/>
            <a:r>
              <a:rPr lang="en-US" dirty="0"/>
              <a:t>LLINs offer different benefits for users and non-users within a population</a:t>
            </a:r>
          </a:p>
          <a:p>
            <a:pPr marL="735013" lvl="1" indent="-285750"/>
            <a:r>
              <a:rPr lang="en-US" dirty="0"/>
              <a:t>net-users receive personal protection while both users </a:t>
            </a:r>
          </a:p>
          <a:p>
            <a:pPr marL="735013" lvl="1" indent="-285750"/>
            <a:r>
              <a:rPr lang="en-US" dirty="0"/>
              <a:t>non-users benefit from indirect </a:t>
            </a:r>
            <a:r>
              <a:rPr lang="en-CH" dirty="0"/>
              <a:t>(community-level) </a:t>
            </a:r>
            <a:r>
              <a:rPr lang="en-US" dirty="0"/>
              <a:t>protection</a:t>
            </a:r>
          </a:p>
          <a:p>
            <a:pPr marL="1004888" lvl="2" indent="-285750"/>
            <a:r>
              <a:rPr lang="en-CH" dirty="0"/>
              <a:t>reduced mosquito density, lifespan, and proportion of infectious mosquitoes</a:t>
            </a:r>
            <a:endParaRPr lang="en-US" dirty="0"/>
          </a:p>
          <a:p>
            <a:pPr marL="457200" indent="-285750"/>
            <a:r>
              <a:rPr lang="en-US" dirty="0"/>
              <a:t>non-</a:t>
            </a:r>
            <a:r>
              <a:rPr lang="en-CH" dirty="0"/>
              <a:t>use</a:t>
            </a:r>
            <a:r>
              <a:rPr lang="en-US" dirty="0" err="1"/>
              <a:t>rs</a:t>
            </a:r>
            <a:r>
              <a:rPr lang="en-CH" dirty="0"/>
              <a:t> may experience reduced malaria risk due to decreased transmission intensity in </a:t>
            </a:r>
            <a:r>
              <a:rPr lang="en-US" dirty="0"/>
              <a:t>the</a:t>
            </a:r>
            <a:r>
              <a:rPr lang="en-CH" dirty="0"/>
              <a:t> </a:t>
            </a:r>
            <a:r>
              <a:rPr lang="en-US" dirty="0"/>
              <a:t>population</a:t>
            </a:r>
          </a:p>
          <a:p>
            <a:pPr marL="457200" indent="-285750"/>
            <a:r>
              <a:rPr lang="en-US" dirty="0"/>
              <a:t>This concept is known as community protection</a:t>
            </a:r>
          </a:p>
          <a:p>
            <a:pPr marL="457200" indent="-285750"/>
            <a:endParaRPr lang="en-US" dirty="0"/>
          </a:p>
        </p:txBody>
      </p:sp>
      <p:sp>
        <p:nvSpPr>
          <p:cNvPr id="14" name="Footer Placeholder 3">
            <a:extLst>
              <a:ext uri="{FF2B5EF4-FFF2-40B4-BE49-F238E27FC236}">
                <a16:creationId xmlns:a16="http://schemas.microsoft.com/office/drawing/2014/main" id="{FBEAB7FF-32D4-6C0C-7332-03B358B09BF0}"/>
              </a:ext>
            </a:extLst>
          </p:cNvPr>
          <p:cNvSpPr>
            <a:spLocks noGrp="1"/>
          </p:cNvSpPr>
          <p:nvPr>
            <p:ph type="ftr" sz="quarter" idx="16"/>
          </p:nvPr>
        </p:nvSpPr>
        <p:spPr>
          <a:xfrm>
            <a:off x="6804246" y="4287886"/>
            <a:ext cx="2007609" cy="216025"/>
          </a:xfrm>
        </p:spPr>
        <p:txBody>
          <a:bodyPr/>
          <a:lstStyle/>
          <a:p>
            <a:r>
              <a:rPr lang="en-US" sz="1000" dirty="0"/>
              <a:t>Source: Adapted from Unwin et. al</a:t>
            </a:r>
          </a:p>
        </p:txBody>
      </p:sp>
      <p:sp>
        <p:nvSpPr>
          <p:cNvPr id="6" name="Content Placeholder 4">
            <a:extLst>
              <a:ext uri="{FF2B5EF4-FFF2-40B4-BE49-F238E27FC236}">
                <a16:creationId xmlns:a16="http://schemas.microsoft.com/office/drawing/2014/main" id="{7B6C4640-9491-C49C-9B0E-C49CB6400298}"/>
              </a:ext>
            </a:extLst>
          </p:cNvPr>
          <p:cNvSpPr txBox="1">
            <a:spLocks/>
          </p:cNvSpPr>
          <p:nvPr/>
        </p:nvSpPr>
        <p:spPr>
          <a:xfrm>
            <a:off x="7020273" y="1707653"/>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No LLIN use</a:t>
            </a:r>
            <a:endParaRPr lang="en-GB" sz="1000" dirty="0"/>
          </a:p>
        </p:txBody>
      </p:sp>
      <p:sp>
        <p:nvSpPr>
          <p:cNvPr id="7" name="Content Placeholder 4">
            <a:extLst>
              <a:ext uri="{FF2B5EF4-FFF2-40B4-BE49-F238E27FC236}">
                <a16:creationId xmlns:a16="http://schemas.microsoft.com/office/drawing/2014/main" id="{2E34E315-89C4-A764-F525-B04AD9EBAFC1}"/>
              </a:ext>
            </a:extLst>
          </p:cNvPr>
          <p:cNvSpPr txBox="1">
            <a:spLocks/>
          </p:cNvSpPr>
          <p:nvPr/>
        </p:nvSpPr>
        <p:spPr>
          <a:xfrm>
            <a:off x="7043696" y="2868420"/>
            <a:ext cx="864096" cy="216025"/>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X% LLIN use</a:t>
            </a:r>
            <a:endParaRPr lang="en-GB" sz="1000" dirty="0"/>
          </a:p>
        </p:txBody>
      </p:sp>
      <p:cxnSp>
        <p:nvCxnSpPr>
          <p:cNvPr id="10" name="Straight Arrow Connector 9">
            <a:extLst>
              <a:ext uri="{FF2B5EF4-FFF2-40B4-BE49-F238E27FC236}">
                <a16:creationId xmlns:a16="http://schemas.microsoft.com/office/drawing/2014/main" id="{44F1D428-BF7B-92F8-4401-E9A16AFFF5E0}"/>
              </a:ext>
            </a:extLst>
          </p:cNvPr>
          <p:cNvCxnSpPr>
            <a:cxnSpLocks/>
            <a:stCxn id="6" idx="2"/>
          </p:cNvCxnSpPr>
          <p:nvPr/>
        </p:nvCxnSpPr>
        <p:spPr>
          <a:xfrm flipH="1">
            <a:off x="7452320" y="1923678"/>
            <a:ext cx="1" cy="1602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5159AF29-86CE-D572-C67F-BFDFD5AF820B}"/>
              </a:ext>
            </a:extLst>
          </p:cNvPr>
          <p:cNvCxnSpPr>
            <a:cxnSpLocks/>
          </p:cNvCxnSpPr>
          <p:nvPr/>
        </p:nvCxnSpPr>
        <p:spPr>
          <a:xfrm flipH="1">
            <a:off x="7477403" y="3067167"/>
            <a:ext cx="1" cy="1602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7" name="Picture 16">
            <a:extLst>
              <a:ext uri="{FF2B5EF4-FFF2-40B4-BE49-F238E27FC236}">
                <a16:creationId xmlns:a16="http://schemas.microsoft.com/office/drawing/2014/main" id="{60C1399F-B1EF-DD64-DEA7-C5CCC163B305}"/>
              </a:ext>
            </a:extLst>
          </p:cNvPr>
          <p:cNvPicPr>
            <a:picLocks noChangeAspect="1"/>
          </p:cNvPicPr>
          <p:nvPr/>
        </p:nvPicPr>
        <p:blipFill>
          <a:blip r:embed="rId2"/>
          <a:stretch>
            <a:fillRect/>
          </a:stretch>
        </p:blipFill>
        <p:spPr>
          <a:xfrm>
            <a:off x="6924900" y="942019"/>
            <a:ext cx="920797" cy="838243"/>
          </a:xfrm>
          <a:prstGeom prst="rect">
            <a:avLst/>
          </a:prstGeom>
        </p:spPr>
      </p:pic>
      <p:pic>
        <p:nvPicPr>
          <p:cNvPr id="19" name="Picture 18">
            <a:extLst>
              <a:ext uri="{FF2B5EF4-FFF2-40B4-BE49-F238E27FC236}">
                <a16:creationId xmlns:a16="http://schemas.microsoft.com/office/drawing/2014/main" id="{0BDAA832-F57C-E57A-C8DE-9E4D038427FB}"/>
              </a:ext>
            </a:extLst>
          </p:cNvPr>
          <p:cNvPicPr>
            <a:picLocks noChangeAspect="1"/>
          </p:cNvPicPr>
          <p:nvPr/>
        </p:nvPicPr>
        <p:blipFill>
          <a:blip r:embed="rId3"/>
          <a:stretch>
            <a:fillRect/>
          </a:stretch>
        </p:blipFill>
        <p:spPr>
          <a:xfrm>
            <a:off x="6918549" y="2067094"/>
            <a:ext cx="933498" cy="844593"/>
          </a:xfrm>
          <a:prstGeom prst="rect">
            <a:avLst/>
          </a:prstGeom>
        </p:spPr>
      </p:pic>
      <p:pic>
        <p:nvPicPr>
          <p:cNvPr id="21" name="Picture 20">
            <a:extLst>
              <a:ext uri="{FF2B5EF4-FFF2-40B4-BE49-F238E27FC236}">
                <a16:creationId xmlns:a16="http://schemas.microsoft.com/office/drawing/2014/main" id="{F87B83AA-3E68-A357-4BB0-5BB15F687F94}"/>
              </a:ext>
            </a:extLst>
          </p:cNvPr>
          <p:cNvPicPr>
            <a:picLocks noChangeAspect="1"/>
          </p:cNvPicPr>
          <p:nvPr/>
        </p:nvPicPr>
        <p:blipFill>
          <a:blip r:embed="rId4"/>
          <a:stretch>
            <a:fillRect/>
          </a:stretch>
        </p:blipFill>
        <p:spPr>
          <a:xfrm>
            <a:off x="6945100" y="3239925"/>
            <a:ext cx="920797" cy="806491"/>
          </a:xfrm>
          <a:prstGeom prst="rect">
            <a:avLst/>
          </a:prstGeom>
        </p:spPr>
      </p:pic>
      <p:sp>
        <p:nvSpPr>
          <p:cNvPr id="22" name="Content Placeholder 4">
            <a:extLst>
              <a:ext uri="{FF2B5EF4-FFF2-40B4-BE49-F238E27FC236}">
                <a16:creationId xmlns:a16="http://schemas.microsoft.com/office/drawing/2014/main" id="{DF2BC150-F9E1-29FD-A636-75E64BFF825A}"/>
              </a:ext>
            </a:extLst>
          </p:cNvPr>
          <p:cNvSpPr txBox="1">
            <a:spLocks/>
          </p:cNvSpPr>
          <p:nvPr/>
        </p:nvSpPr>
        <p:spPr>
          <a:xfrm>
            <a:off x="7001800" y="4016318"/>
            <a:ext cx="1242607" cy="232323"/>
          </a:xfrm>
          <a:prstGeom prst="rect">
            <a:avLst/>
          </a:prstGeom>
        </p:spPr>
        <p:txBody>
          <a:bodyPr vert="horz" lIns="0" tIns="45720" rIns="91440" bIns="45720" rtlCol="0">
            <a:noAutofit/>
          </a:bodyPr>
          <a:lstStyle>
            <a:lvl1pPr marL="171450" indent="-171450" algn="l" defTabSz="914400" rtl="0" eaLnBrk="1" latinLnBrk="0" hangingPunct="1">
              <a:lnSpc>
                <a:spcPct val="100000"/>
              </a:lnSpc>
              <a:spcBef>
                <a:spcPts val="300"/>
              </a:spcBef>
              <a:buClr>
                <a:srgbClr val="BF3227"/>
              </a:buClr>
              <a:buSzPct val="125000"/>
              <a:buFont typeface="Arial" panose="020B0604020202020204" pitchFamily="34" charset="0"/>
              <a:buChar char="•"/>
              <a:defRPr sz="1800" b="0" i="0" kern="1200">
                <a:solidFill>
                  <a:schemeClr val="tx1"/>
                </a:solidFill>
                <a:latin typeface="Arial" panose="020B0604020202020204" pitchFamily="34" charset="0"/>
                <a:ea typeface="+mn-ea"/>
                <a:cs typeface="+mn-cs"/>
              </a:defRPr>
            </a:lvl1pPr>
            <a:lvl2pPr marL="449263" indent="-171450" algn="l" defTabSz="914400" rtl="0" eaLnBrk="1" latinLnBrk="0" hangingPunct="1">
              <a:lnSpc>
                <a:spcPct val="100000"/>
              </a:lnSpc>
              <a:spcBef>
                <a:spcPts val="300"/>
              </a:spcBef>
              <a:buClr>
                <a:srgbClr val="BF3227"/>
              </a:buClr>
              <a:buSzPct val="125000"/>
              <a:buFont typeface="System Font Regular"/>
              <a:buChar char="-"/>
              <a:defRPr sz="1600" b="0" i="0" kern="1200">
                <a:solidFill>
                  <a:schemeClr val="tx1"/>
                </a:solidFill>
                <a:latin typeface="Arial" panose="020B0604020202020204" pitchFamily="34" charset="0"/>
                <a:ea typeface="+mn-ea"/>
                <a:cs typeface="+mn-cs"/>
              </a:defRPr>
            </a:lvl2pPr>
            <a:lvl3pPr marL="719138" indent="-171450" algn="l" defTabSz="914400" rtl="0" eaLnBrk="1" latinLnBrk="0" hangingPunct="1">
              <a:lnSpc>
                <a:spcPct val="100000"/>
              </a:lnSpc>
              <a:spcBef>
                <a:spcPts val="300"/>
              </a:spcBef>
              <a:buClr>
                <a:srgbClr val="BF3227"/>
              </a:buClr>
              <a:buSzPct val="125000"/>
              <a:buFont typeface="Wingdings" panose="05000000000000000000" pitchFamily="2" charset="2"/>
              <a:buChar char="§"/>
              <a:defRPr sz="1600" b="0" i="0" kern="1200">
                <a:solidFill>
                  <a:schemeClr val="tx1"/>
                </a:solidFill>
                <a:latin typeface="Arial" panose="020B0604020202020204" pitchFamily="34" charset="0"/>
                <a:ea typeface="+mn-ea"/>
                <a:cs typeface="+mn-cs"/>
              </a:defRPr>
            </a:lvl3pPr>
            <a:lvl4pPr marL="987425" indent="-171450" algn="l" defTabSz="914400" rtl="0" eaLnBrk="1" latinLnBrk="0" hangingPunct="1">
              <a:lnSpc>
                <a:spcPct val="100000"/>
              </a:lnSpc>
              <a:spcBef>
                <a:spcPts val="300"/>
              </a:spcBef>
              <a:buClr>
                <a:schemeClr val="accent2"/>
              </a:buClr>
              <a:buSzPct val="125000"/>
              <a:buFont typeface="System Font Regular"/>
              <a:buChar char="-"/>
              <a:defRPr sz="1600" b="0" i="0" kern="1200">
                <a:solidFill>
                  <a:schemeClr val="accent1"/>
                </a:solidFill>
                <a:latin typeface="Arial" panose="020B0604020202020204" pitchFamily="34" charset="0"/>
                <a:ea typeface="+mn-ea"/>
                <a:cs typeface="+mn-cs"/>
              </a:defRPr>
            </a:lvl4pPr>
            <a:lvl5pPr marL="1680210" indent="-171450" algn="l" defTabSz="914400" rtl="0" eaLnBrk="1" latinLnBrk="0" hangingPunct="1">
              <a:lnSpc>
                <a:spcPct val="100000"/>
              </a:lnSpc>
              <a:spcBef>
                <a:spcPts val="300"/>
              </a:spcBef>
              <a:buClr>
                <a:schemeClr val="accent2"/>
              </a:buClr>
              <a:buSzPct val="125000"/>
              <a:buFont typeface="System Font Regular"/>
              <a:buChar char="-"/>
              <a:defRPr sz="105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Increased LLIN use</a:t>
            </a:r>
            <a:endParaRPr lang="en-GB" sz="1000" dirty="0"/>
          </a:p>
        </p:txBody>
      </p:sp>
    </p:spTree>
    <p:extLst>
      <p:ext uri="{BB962C8B-B14F-4D97-AF65-F5344CB8AC3E}">
        <p14:creationId xmlns:p14="http://schemas.microsoft.com/office/powerpoint/2010/main" val="3904473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1DBF9B-A5D4-27A2-78BF-639908CB84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549DB6-EA6B-67AA-EA01-ED29704FD115}"/>
              </a:ext>
            </a:extLst>
          </p:cNvPr>
          <p:cNvSpPr>
            <a:spLocks noGrp="1"/>
          </p:cNvSpPr>
          <p:nvPr>
            <p:ph type="title"/>
          </p:nvPr>
        </p:nvSpPr>
        <p:spPr/>
        <p:txBody>
          <a:bodyPr/>
          <a:lstStyle/>
          <a:p>
            <a:r>
              <a:rPr lang="en-GB" dirty="0">
                <a:solidFill>
                  <a:schemeClr val="accent1">
                    <a:lumMod val="100000"/>
                  </a:schemeClr>
                </a:solidFill>
              </a:rPr>
              <a:t>Rough work</a:t>
            </a:r>
          </a:p>
        </p:txBody>
      </p:sp>
      <p:pic>
        <p:nvPicPr>
          <p:cNvPr id="8" name="Picture 7">
            <a:extLst>
              <a:ext uri="{FF2B5EF4-FFF2-40B4-BE49-F238E27FC236}">
                <a16:creationId xmlns:a16="http://schemas.microsoft.com/office/drawing/2014/main" id="{70A08DAE-E42D-190A-4FAE-3CAB1DE652F8}"/>
              </a:ext>
            </a:extLst>
          </p:cNvPr>
          <p:cNvPicPr>
            <a:picLocks noChangeAspect="1"/>
          </p:cNvPicPr>
          <p:nvPr/>
        </p:nvPicPr>
        <p:blipFill>
          <a:blip r:embed="rId3"/>
          <a:stretch>
            <a:fillRect/>
          </a:stretch>
        </p:blipFill>
        <p:spPr>
          <a:xfrm>
            <a:off x="6012160" y="2006151"/>
            <a:ext cx="864096" cy="650739"/>
          </a:xfrm>
          <a:prstGeom prst="rect">
            <a:avLst/>
          </a:prstGeom>
        </p:spPr>
      </p:pic>
      <p:sp>
        <p:nvSpPr>
          <p:cNvPr id="11" name="Rectangle 10">
            <a:extLst>
              <a:ext uri="{FF2B5EF4-FFF2-40B4-BE49-F238E27FC236}">
                <a16:creationId xmlns:a16="http://schemas.microsoft.com/office/drawing/2014/main" id="{6D413851-0B93-DC63-6DA6-14FAB869EA9E}"/>
              </a:ext>
            </a:extLst>
          </p:cNvPr>
          <p:cNvSpPr/>
          <p:nvPr/>
        </p:nvSpPr>
        <p:spPr>
          <a:xfrm>
            <a:off x="2018728" y="1923678"/>
            <a:ext cx="1073840" cy="936104"/>
          </a:xfrm>
          <a:prstGeom prst="rect">
            <a:avLst/>
          </a:prstGeom>
          <a:solidFill>
            <a:srgbClr val="F1F2F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3" name="Graphic 12" descr="Man with solid fill">
            <a:extLst>
              <a:ext uri="{FF2B5EF4-FFF2-40B4-BE49-F238E27FC236}">
                <a16:creationId xmlns:a16="http://schemas.microsoft.com/office/drawing/2014/main" id="{A2A1339B-80A3-ED27-5957-420DE4E28E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40826" y="2006151"/>
            <a:ext cx="241176" cy="241176"/>
          </a:xfrm>
          <a:prstGeom prst="rect">
            <a:avLst/>
          </a:prstGeom>
        </p:spPr>
      </p:pic>
      <p:pic>
        <p:nvPicPr>
          <p:cNvPr id="14" name="Graphic 13" descr="Man with solid fill">
            <a:extLst>
              <a:ext uri="{FF2B5EF4-FFF2-40B4-BE49-F238E27FC236}">
                <a16:creationId xmlns:a16="http://schemas.microsoft.com/office/drawing/2014/main" id="{D284835F-4E2C-FFB3-FD71-4FE17622838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76056" y="2566313"/>
            <a:ext cx="241176" cy="241176"/>
          </a:xfrm>
          <a:prstGeom prst="rect">
            <a:avLst/>
          </a:prstGeom>
        </p:spPr>
      </p:pic>
      <p:pic>
        <p:nvPicPr>
          <p:cNvPr id="15" name="Graphic 14" descr="Man with solid fill">
            <a:extLst>
              <a:ext uri="{FF2B5EF4-FFF2-40B4-BE49-F238E27FC236}">
                <a16:creationId xmlns:a16="http://schemas.microsoft.com/office/drawing/2014/main" id="{468BE7B1-1F14-1438-2C27-C9F2A1C450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56468" y="2298188"/>
            <a:ext cx="241176" cy="241176"/>
          </a:xfrm>
          <a:prstGeom prst="rect">
            <a:avLst/>
          </a:prstGeom>
        </p:spPr>
      </p:pic>
      <p:pic>
        <p:nvPicPr>
          <p:cNvPr id="16" name="Graphic 15" descr="Man with solid fill">
            <a:extLst>
              <a:ext uri="{FF2B5EF4-FFF2-40B4-BE49-F238E27FC236}">
                <a16:creationId xmlns:a16="http://schemas.microsoft.com/office/drawing/2014/main" id="{EEF3BDD3-CADC-2D05-2A68-FDACEE3FEA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11760" y="2006528"/>
            <a:ext cx="241176" cy="241176"/>
          </a:xfrm>
          <a:prstGeom prst="rect">
            <a:avLst/>
          </a:prstGeom>
        </p:spPr>
      </p:pic>
      <p:pic>
        <p:nvPicPr>
          <p:cNvPr id="17" name="Graphic 16" descr="Man with solid fill">
            <a:extLst>
              <a:ext uri="{FF2B5EF4-FFF2-40B4-BE49-F238E27FC236}">
                <a16:creationId xmlns:a16="http://schemas.microsoft.com/office/drawing/2014/main" id="{99A5A245-63A9-8861-A737-232207ACED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82238" y="2323713"/>
            <a:ext cx="241176" cy="241176"/>
          </a:xfrm>
          <a:prstGeom prst="rect">
            <a:avLst/>
          </a:prstGeom>
        </p:spPr>
      </p:pic>
      <p:pic>
        <p:nvPicPr>
          <p:cNvPr id="18" name="Graphic 17" descr="Man with solid fill">
            <a:extLst>
              <a:ext uri="{FF2B5EF4-FFF2-40B4-BE49-F238E27FC236}">
                <a16:creationId xmlns:a16="http://schemas.microsoft.com/office/drawing/2014/main" id="{9CB50E52-E995-3FFB-4AB5-26BD8A5925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18728" y="2518773"/>
            <a:ext cx="241176" cy="241176"/>
          </a:xfrm>
          <a:prstGeom prst="rect">
            <a:avLst/>
          </a:prstGeom>
        </p:spPr>
      </p:pic>
      <p:pic>
        <p:nvPicPr>
          <p:cNvPr id="19" name="Graphic 18" descr="Man with solid fill">
            <a:extLst>
              <a:ext uri="{FF2B5EF4-FFF2-40B4-BE49-F238E27FC236}">
                <a16:creationId xmlns:a16="http://schemas.microsoft.com/office/drawing/2014/main" id="{956527F5-11D7-0EAF-D6DA-D0AF453E902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41062" y="2006151"/>
            <a:ext cx="241176" cy="241176"/>
          </a:xfrm>
          <a:prstGeom prst="rect">
            <a:avLst/>
          </a:prstGeom>
        </p:spPr>
      </p:pic>
      <p:pic>
        <p:nvPicPr>
          <p:cNvPr id="21" name="Graphic 20" descr="Mosquito outline">
            <a:extLst>
              <a:ext uri="{FF2B5EF4-FFF2-40B4-BE49-F238E27FC236}">
                <a16:creationId xmlns:a16="http://schemas.microsoft.com/office/drawing/2014/main" id="{1F611E1F-0152-5121-48B6-F27B6A37776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56468" y="1963186"/>
            <a:ext cx="244596" cy="244596"/>
          </a:xfrm>
          <a:prstGeom prst="rect">
            <a:avLst/>
          </a:prstGeom>
        </p:spPr>
      </p:pic>
      <p:pic>
        <p:nvPicPr>
          <p:cNvPr id="22" name="Graphic 21" descr="Mosquito outline">
            <a:extLst>
              <a:ext uri="{FF2B5EF4-FFF2-40B4-BE49-F238E27FC236}">
                <a16:creationId xmlns:a16="http://schemas.microsoft.com/office/drawing/2014/main" id="{8D42F08D-9374-7214-E2E0-6FD0FB793C5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24701" y="2006055"/>
            <a:ext cx="244596" cy="244596"/>
          </a:xfrm>
          <a:prstGeom prst="rect">
            <a:avLst/>
          </a:prstGeom>
        </p:spPr>
      </p:pic>
      <p:pic>
        <p:nvPicPr>
          <p:cNvPr id="23" name="Graphic 22" descr="Mosquito outline">
            <a:extLst>
              <a:ext uri="{FF2B5EF4-FFF2-40B4-BE49-F238E27FC236}">
                <a16:creationId xmlns:a16="http://schemas.microsoft.com/office/drawing/2014/main" id="{34DD0980-5982-288E-0332-F0F9C27B2D3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23148" y="2260752"/>
            <a:ext cx="244596" cy="244596"/>
          </a:xfrm>
          <a:prstGeom prst="rect">
            <a:avLst/>
          </a:prstGeom>
        </p:spPr>
      </p:pic>
      <p:pic>
        <p:nvPicPr>
          <p:cNvPr id="24" name="Graphic 23" descr="Mosquito outline">
            <a:extLst>
              <a:ext uri="{FF2B5EF4-FFF2-40B4-BE49-F238E27FC236}">
                <a16:creationId xmlns:a16="http://schemas.microsoft.com/office/drawing/2014/main" id="{4F82C295-90F3-0E6F-3DBF-051B13D7D0F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52338" y="2294672"/>
            <a:ext cx="244596" cy="244596"/>
          </a:xfrm>
          <a:prstGeom prst="rect">
            <a:avLst/>
          </a:prstGeom>
        </p:spPr>
      </p:pic>
      <p:pic>
        <p:nvPicPr>
          <p:cNvPr id="25" name="Graphic 24" descr="Mosquito outline">
            <a:extLst>
              <a:ext uri="{FF2B5EF4-FFF2-40B4-BE49-F238E27FC236}">
                <a16:creationId xmlns:a16="http://schemas.microsoft.com/office/drawing/2014/main" id="{8AD8997E-023D-AE4B-C9C3-511A0E16B99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47972" y="2331520"/>
            <a:ext cx="244596" cy="244596"/>
          </a:xfrm>
          <a:prstGeom prst="rect">
            <a:avLst/>
          </a:prstGeom>
        </p:spPr>
      </p:pic>
      <p:pic>
        <p:nvPicPr>
          <p:cNvPr id="26" name="Graphic 25" descr="Mosquito outline">
            <a:extLst>
              <a:ext uri="{FF2B5EF4-FFF2-40B4-BE49-F238E27FC236}">
                <a16:creationId xmlns:a16="http://schemas.microsoft.com/office/drawing/2014/main" id="{987BAAFE-FA84-2A70-C1CF-F8C19DBC2E9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45682" y="2529990"/>
            <a:ext cx="244596" cy="244596"/>
          </a:xfrm>
          <a:prstGeom prst="rect">
            <a:avLst/>
          </a:prstGeom>
        </p:spPr>
      </p:pic>
      <p:pic>
        <p:nvPicPr>
          <p:cNvPr id="27" name="Graphic 26" descr="Mosquito outline">
            <a:extLst>
              <a:ext uri="{FF2B5EF4-FFF2-40B4-BE49-F238E27FC236}">
                <a16:creationId xmlns:a16="http://schemas.microsoft.com/office/drawing/2014/main" id="{83595628-C397-FF15-ED32-C5C79AD106C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00024" y="2557678"/>
            <a:ext cx="244596" cy="244596"/>
          </a:xfrm>
          <a:prstGeom prst="rect">
            <a:avLst/>
          </a:prstGeom>
        </p:spPr>
      </p:pic>
      <p:pic>
        <p:nvPicPr>
          <p:cNvPr id="28" name="Graphic 27" descr="Man with solid fill">
            <a:extLst>
              <a:ext uri="{FF2B5EF4-FFF2-40B4-BE49-F238E27FC236}">
                <a16:creationId xmlns:a16="http://schemas.microsoft.com/office/drawing/2014/main" id="{0BB8F8F2-D4CB-01F5-F841-2345286A078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91984" y="2557678"/>
            <a:ext cx="241176" cy="241176"/>
          </a:xfrm>
          <a:prstGeom prst="rect">
            <a:avLst/>
          </a:prstGeom>
        </p:spPr>
      </p:pic>
      <p:sp>
        <p:nvSpPr>
          <p:cNvPr id="29" name="Rectangle 28">
            <a:extLst>
              <a:ext uri="{FF2B5EF4-FFF2-40B4-BE49-F238E27FC236}">
                <a16:creationId xmlns:a16="http://schemas.microsoft.com/office/drawing/2014/main" id="{9D6ECA66-59A2-2614-28F1-77FEB9A5B65B}"/>
              </a:ext>
            </a:extLst>
          </p:cNvPr>
          <p:cNvSpPr/>
          <p:nvPr/>
        </p:nvSpPr>
        <p:spPr>
          <a:xfrm>
            <a:off x="2465641" y="2001638"/>
            <a:ext cx="191217" cy="260131"/>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0" name="Rectangle 29">
            <a:extLst>
              <a:ext uri="{FF2B5EF4-FFF2-40B4-BE49-F238E27FC236}">
                <a16:creationId xmlns:a16="http://schemas.microsoft.com/office/drawing/2014/main" id="{511AEA89-0C82-30E1-D331-7354C93E2654}"/>
              </a:ext>
            </a:extLst>
          </p:cNvPr>
          <p:cNvSpPr/>
          <p:nvPr/>
        </p:nvSpPr>
        <p:spPr>
          <a:xfrm>
            <a:off x="2501465" y="2547358"/>
            <a:ext cx="191217" cy="260131"/>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1" name="Rectangle 30">
            <a:extLst>
              <a:ext uri="{FF2B5EF4-FFF2-40B4-BE49-F238E27FC236}">
                <a16:creationId xmlns:a16="http://schemas.microsoft.com/office/drawing/2014/main" id="{70ABFBD3-456A-18F3-97FF-7FD5F0EF4F92}"/>
              </a:ext>
            </a:extLst>
          </p:cNvPr>
          <p:cNvSpPr/>
          <p:nvPr/>
        </p:nvSpPr>
        <p:spPr>
          <a:xfrm>
            <a:off x="2710563" y="2323752"/>
            <a:ext cx="191217" cy="260131"/>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2" name="Rectangle 31">
            <a:extLst>
              <a:ext uri="{FF2B5EF4-FFF2-40B4-BE49-F238E27FC236}">
                <a16:creationId xmlns:a16="http://schemas.microsoft.com/office/drawing/2014/main" id="{82551080-B5E4-E14C-EB3F-8B1B26E16C8D}"/>
              </a:ext>
            </a:extLst>
          </p:cNvPr>
          <p:cNvSpPr/>
          <p:nvPr/>
        </p:nvSpPr>
        <p:spPr>
          <a:xfrm>
            <a:off x="2292367" y="2300573"/>
            <a:ext cx="191217" cy="260131"/>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730656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7BD42-A7CF-F430-7EE6-6592E055D4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B9C126-65A5-FA25-E29A-CB2E514240D9}"/>
              </a:ext>
            </a:extLst>
          </p:cNvPr>
          <p:cNvSpPr>
            <a:spLocks noGrp="1"/>
          </p:cNvSpPr>
          <p:nvPr>
            <p:ph type="title"/>
          </p:nvPr>
        </p:nvSpPr>
        <p:spPr/>
        <p:txBody>
          <a:bodyPr/>
          <a:lstStyle/>
          <a:p>
            <a:r>
              <a:rPr lang="en-GB" sz="2000" dirty="0">
                <a:solidFill>
                  <a:schemeClr val="accent1">
                    <a:lumMod val="100000"/>
                  </a:schemeClr>
                </a:solidFill>
              </a:rPr>
              <a:t>evidence of community protection</a:t>
            </a:r>
          </a:p>
        </p:txBody>
      </p:sp>
      <p:sp>
        <p:nvSpPr>
          <p:cNvPr id="6" name="Content Placeholder 5">
            <a:extLst>
              <a:ext uri="{FF2B5EF4-FFF2-40B4-BE49-F238E27FC236}">
                <a16:creationId xmlns:a16="http://schemas.microsoft.com/office/drawing/2014/main" id="{D089F501-0CD5-893C-75D4-D68F204C7C81}"/>
              </a:ext>
            </a:extLst>
          </p:cNvPr>
          <p:cNvSpPr>
            <a:spLocks noGrp="1"/>
          </p:cNvSpPr>
          <p:nvPr>
            <p:ph sz="quarter" idx="15"/>
          </p:nvPr>
        </p:nvSpPr>
        <p:spPr>
          <a:xfrm>
            <a:off x="458676" y="987574"/>
            <a:ext cx="8137525" cy="3384376"/>
          </a:xfrm>
        </p:spPr>
        <p:txBody>
          <a:bodyPr/>
          <a:lstStyle/>
          <a:p>
            <a:r>
              <a:rPr lang="en-CH" dirty="0"/>
              <a:t>Evidence from both empirical and modelling studies</a:t>
            </a:r>
            <a:endParaRPr lang="en-US" dirty="0"/>
          </a:p>
          <a:p>
            <a:r>
              <a:rPr lang="en-US" dirty="0"/>
              <a:t>These </a:t>
            </a:r>
            <a:r>
              <a:rPr lang="en-CH" dirty="0"/>
              <a:t>evidence</a:t>
            </a:r>
            <a:r>
              <a:rPr lang="en-US" dirty="0"/>
              <a:t>s</a:t>
            </a:r>
            <a:r>
              <a:rPr lang="en-CH" dirty="0"/>
              <a:t> indicate that </a:t>
            </a:r>
            <a:endParaRPr lang="en-US" dirty="0"/>
          </a:p>
          <a:p>
            <a:pPr marL="285750" indent="-285750">
              <a:buFont typeface="Arial" panose="020B0604020202020204" pitchFamily="34" charset="0"/>
              <a:buChar char="•"/>
            </a:pPr>
            <a:r>
              <a:rPr lang="en-CH" dirty="0"/>
              <a:t>indirect effects are heterogeneous and sensitive to local transmission dynamics, intervention coverage, and vector ecology</a:t>
            </a:r>
            <a:endParaRPr lang="en-US" dirty="0"/>
          </a:p>
          <a:p>
            <a:pPr marL="285750" indent="-285750">
              <a:buFont typeface="Arial" panose="020B0604020202020204" pitchFamily="34" charset="0"/>
              <a:buChar char="•"/>
            </a:pPr>
            <a:r>
              <a:rPr lang="en-CH" dirty="0"/>
              <a:t>community protection from nets varying by spatial scale and local coverage levels in multiple African settings </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52954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A1B0B-0F46-A0B8-4814-F9BE44CC1C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932026-FA93-6281-DDA9-847CFDB85AAB}"/>
              </a:ext>
            </a:extLst>
          </p:cNvPr>
          <p:cNvSpPr>
            <a:spLocks noGrp="1"/>
          </p:cNvSpPr>
          <p:nvPr>
            <p:ph type="title"/>
          </p:nvPr>
        </p:nvSpPr>
        <p:spPr/>
        <p:txBody>
          <a:bodyPr/>
          <a:lstStyle/>
          <a:p>
            <a:r>
              <a:rPr lang="en-GB" sz="2000" dirty="0">
                <a:solidFill>
                  <a:schemeClr val="accent1">
                    <a:lumMod val="100000"/>
                  </a:schemeClr>
                </a:solidFill>
              </a:rPr>
              <a:t>what this study </a:t>
            </a:r>
            <a:r>
              <a:rPr lang="en-GB" sz="2000" dirty="0"/>
              <a:t>focuses on</a:t>
            </a:r>
            <a:endParaRPr lang="en-GB" sz="2000" dirty="0">
              <a:solidFill>
                <a:schemeClr val="accent1">
                  <a:lumMod val="100000"/>
                </a:schemeClr>
              </a:solidFill>
            </a:endParaRPr>
          </a:p>
        </p:txBody>
      </p:sp>
      <p:sp>
        <p:nvSpPr>
          <p:cNvPr id="6" name="Content Placeholder 5">
            <a:extLst>
              <a:ext uri="{FF2B5EF4-FFF2-40B4-BE49-F238E27FC236}">
                <a16:creationId xmlns:a16="http://schemas.microsoft.com/office/drawing/2014/main" id="{6B952E21-F850-CBC8-895E-1D20073D6800}"/>
              </a:ext>
            </a:extLst>
          </p:cNvPr>
          <p:cNvSpPr>
            <a:spLocks noGrp="1"/>
          </p:cNvSpPr>
          <p:nvPr>
            <p:ph sz="quarter" idx="15"/>
          </p:nvPr>
        </p:nvSpPr>
        <p:spPr>
          <a:xfrm>
            <a:off x="458676" y="987574"/>
            <a:ext cx="8137525" cy="3384376"/>
          </a:xfrm>
        </p:spPr>
        <p:txBody>
          <a:bodyPr/>
          <a:lstStyle/>
          <a:p>
            <a:pPr marL="285750" indent="-285750">
              <a:buFont typeface="Arial" panose="020B0604020202020204" pitchFamily="34" charset="0"/>
              <a:buChar char="•"/>
            </a:pPr>
            <a:r>
              <a:rPr lang="en-CH" dirty="0"/>
              <a:t>the magnitude and reliability of community protection from </a:t>
            </a:r>
            <a:r>
              <a:rPr lang="en-CH" dirty="0" err="1"/>
              <a:t>LLINs</a:t>
            </a:r>
            <a:r>
              <a:rPr lang="en-CH" dirty="0"/>
              <a:t> remain incompletely characterized across epidemiological settings</a:t>
            </a:r>
            <a:endParaRPr lang="en-US" dirty="0"/>
          </a:p>
          <a:p>
            <a:pPr marL="285750" indent="-285750">
              <a:buFont typeface="Arial" panose="020B0604020202020204" pitchFamily="34" charset="0"/>
              <a:buChar char="•"/>
            </a:pPr>
            <a:r>
              <a:rPr lang="en-CH" dirty="0"/>
              <a:t>we use a transmission-dynamic malaria model in this study to quantify the direct and indirect effects of LLIN usage across a wide range of transmission intensities</a:t>
            </a:r>
            <a:endParaRPr lang="en-US" dirty="0"/>
          </a:p>
          <a:p>
            <a:endParaRPr lang="en-CH" dirty="0"/>
          </a:p>
        </p:txBody>
      </p:sp>
    </p:spTree>
    <p:extLst>
      <p:ext uri="{BB962C8B-B14F-4D97-AF65-F5344CB8AC3E}">
        <p14:creationId xmlns:p14="http://schemas.microsoft.com/office/powerpoint/2010/main" val="1879171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9E66-FEBC-4BDE-B78F-B9CF293F3FB3}"/>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7646B847-D41E-EE34-EEA9-96994CF1BFAD}"/>
              </a:ext>
            </a:extLst>
          </p:cNvPr>
          <p:cNvSpPr>
            <a:spLocks noGrp="1"/>
          </p:cNvSpPr>
          <p:nvPr>
            <p:ph type="body" sz="quarter" idx="11"/>
          </p:nvPr>
        </p:nvSpPr>
        <p:spPr/>
        <p:txBody>
          <a:bodyPr/>
          <a:lstStyle/>
          <a:p>
            <a:pPr lvl="0"/>
            <a:r>
              <a:rPr lang="en-GB" dirty="0"/>
              <a:t>Approach</a:t>
            </a:r>
          </a:p>
        </p:txBody>
      </p:sp>
    </p:spTree>
    <p:extLst>
      <p:ext uri="{BB962C8B-B14F-4D97-AF65-F5344CB8AC3E}">
        <p14:creationId xmlns:p14="http://schemas.microsoft.com/office/powerpoint/2010/main" val="1445443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9E814-1FD6-31C1-33EF-12CB5ED9A40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EE9F401-EDED-8654-A393-B0D3BE75FF7A}"/>
              </a:ext>
            </a:extLst>
          </p:cNvPr>
          <p:cNvSpPr>
            <a:spLocks noGrp="1"/>
          </p:cNvSpPr>
          <p:nvPr>
            <p:ph type="title"/>
          </p:nvPr>
        </p:nvSpPr>
        <p:spPr/>
        <p:txBody>
          <a:bodyPr/>
          <a:lstStyle/>
          <a:p>
            <a:r>
              <a:rPr lang="en-GB" sz="2000" dirty="0">
                <a:solidFill>
                  <a:schemeClr val="accent1">
                    <a:lumMod val="100000"/>
                  </a:schemeClr>
                </a:solidFill>
              </a:rPr>
              <a:t>Approach</a:t>
            </a:r>
          </a:p>
        </p:txBody>
      </p:sp>
      <p:pic>
        <p:nvPicPr>
          <p:cNvPr id="7" name="Content Placeholder 6">
            <a:extLst>
              <a:ext uri="{FF2B5EF4-FFF2-40B4-BE49-F238E27FC236}">
                <a16:creationId xmlns:a16="http://schemas.microsoft.com/office/drawing/2014/main" id="{3C7775D7-5BDB-9E69-C643-D2C96DE0B825}"/>
              </a:ext>
            </a:extLst>
          </p:cNvPr>
          <p:cNvPicPr>
            <a:picLocks noGrp="1" noChangeAspect="1"/>
          </p:cNvPicPr>
          <p:nvPr>
            <p:ph sz="quarter" idx="15"/>
          </p:nvPr>
        </p:nvPicPr>
        <p:blipFill>
          <a:blip r:embed="rId3" cstate="print">
            <a:extLst>
              <a:ext uri="{28A0092B-C50C-407E-A947-70E740481C1C}">
                <a14:useLocalDpi xmlns:a14="http://schemas.microsoft.com/office/drawing/2010/main" val="0"/>
              </a:ext>
            </a:extLst>
          </a:blip>
          <a:stretch>
            <a:fillRect/>
          </a:stretch>
        </p:blipFill>
        <p:spPr>
          <a:xfrm>
            <a:off x="3419872" y="485290"/>
            <a:ext cx="2463783" cy="4380060"/>
          </a:xfrm>
        </p:spPr>
      </p:pic>
    </p:spTree>
    <p:extLst>
      <p:ext uri="{BB962C8B-B14F-4D97-AF65-F5344CB8AC3E}">
        <p14:creationId xmlns:p14="http://schemas.microsoft.com/office/powerpoint/2010/main" val="3105468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7ADE-0E5B-D077-CC31-58C83E3C2EC0}"/>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F0C6B649-235C-6031-F3B0-E74684FADDC8}"/>
              </a:ext>
            </a:extLst>
          </p:cNvPr>
          <p:cNvSpPr>
            <a:spLocks noGrp="1"/>
          </p:cNvSpPr>
          <p:nvPr>
            <p:ph type="body" sz="quarter" idx="11"/>
          </p:nvPr>
        </p:nvSpPr>
        <p:spPr/>
        <p:txBody>
          <a:bodyPr/>
          <a:lstStyle/>
          <a:p>
            <a:pPr lvl="0"/>
            <a:r>
              <a:rPr lang="en-GB" dirty="0"/>
              <a:t>Results</a:t>
            </a:r>
          </a:p>
        </p:txBody>
      </p:sp>
    </p:spTree>
    <p:extLst>
      <p:ext uri="{BB962C8B-B14F-4D97-AF65-F5344CB8AC3E}">
        <p14:creationId xmlns:p14="http://schemas.microsoft.com/office/powerpoint/2010/main" val="55555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65D84F-FE82-2344-8C17-3529B171ADD2}"/>
              </a:ext>
            </a:extLst>
          </p:cNvPr>
          <p:cNvSpPr>
            <a:spLocks noGrp="1"/>
          </p:cNvSpPr>
          <p:nvPr>
            <p:ph type="body" sz="quarter" idx="13"/>
          </p:nvPr>
        </p:nvSpPr>
        <p:spPr>
          <a:xfrm>
            <a:off x="500063" y="4155926"/>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9AA2A118-A717-0947-B00C-1D3AAA34902A}"/>
              </a:ext>
            </a:extLst>
          </p:cNvPr>
          <p:cNvSpPr>
            <a:spLocks noGrp="1"/>
          </p:cNvSpPr>
          <p:nvPr>
            <p:ph type="title"/>
          </p:nvPr>
        </p:nvSpPr>
        <p:spPr/>
        <p:txBody>
          <a:bodyPr/>
          <a:lstStyle/>
          <a:p>
            <a:r>
              <a:rPr lang="en-US" sz="2000" dirty="0"/>
              <a:t>An increase in LLIN usage leads to a decline in prevalence across transmission intensities for both users and non-users</a:t>
            </a:r>
            <a:endParaRPr lang="en-US" sz="1800" dirty="0">
              <a:solidFill>
                <a:schemeClr val="accent1">
                  <a:lumMod val="100000"/>
                </a:schemeClr>
              </a:solidFill>
            </a:endParaRPr>
          </a:p>
        </p:txBody>
      </p:sp>
      <p:pic>
        <p:nvPicPr>
          <p:cNvPr id="6" name="Picture 5">
            <a:extLst>
              <a:ext uri="{FF2B5EF4-FFF2-40B4-BE49-F238E27FC236}">
                <a16:creationId xmlns:a16="http://schemas.microsoft.com/office/drawing/2014/main" id="{3872C82F-6E91-3812-D0F6-CC108B8C6D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852369"/>
            <a:ext cx="6770382" cy="4161481"/>
          </a:xfrm>
          <a:prstGeom prst="rect">
            <a:avLst/>
          </a:prstGeom>
        </p:spPr>
      </p:pic>
    </p:spTree>
    <p:extLst>
      <p:ext uri="{BB962C8B-B14F-4D97-AF65-F5344CB8AC3E}">
        <p14:creationId xmlns:p14="http://schemas.microsoft.com/office/powerpoint/2010/main" val="1849877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5FFA-7B98-ADF6-5C1D-DAABA839A35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F6FAD74-6102-2E6C-614D-66B59C872F1C}"/>
              </a:ext>
            </a:extLst>
          </p:cNvPr>
          <p:cNvSpPr>
            <a:spLocks noGrp="1"/>
          </p:cNvSpPr>
          <p:nvPr>
            <p:ph type="body" sz="quarter" idx="13"/>
          </p:nvPr>
        </p:nvSpPr>
        <p:spPr>
          <a:xfrm>
            <a:off x="500063" y="4155926"/>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8D15223C-F1C2-42CD-72F1-0FC0C6324C9D}"/>
              </a:ext>
            </a:extLst>
          </p:cNvPr>
          <p:cNvSpPr>
            <a:spLocks noGrp="1"/>
          </p:cNvSpPr>
          <p:nvPr>
            <p:ph type="title"/>
          </p:nvPr>
        </p:nvSpPr>
        <p:spPr/>
        <p:txBody>
          <a:bodyPr/>
          <a:lstStyle/>
          <a:p>
            <a:r>
              <a:rPr lang="en-US" sz="2000" dirty="0">
                <a:cs typeface="Arial" panose="020B0604020202020204" pitchFamily="34" charset="0"/>
                <a:sym typeface="Helvetica Neue"/>
              </a:rPr>
              <a:t>Malaria prevalence </a:t>
            </a:r>
            <a:r>
              <a:rPr lang="en-CH" sz="2000" dirty="0">
                <a:cs typeface="Arial" panose="020B0604020202020204" pitchFamily="34" charset="0"/>
                <a:sym typeface="Helvetica Neue"/>
              </a:rPr>
              <a:t>declined over time with increasing LLIN usage </a:t>
            </a:r>
            <a:r>
              <a:rPr lang="en-US" sz="2000" dirty="0">
                <a:cs typeface="Arial" panose="020B0604020202020204" pitchFamily="34" charset="0"/>
                <a:sym typeface="Helvetica Neue"/>
              </a:rPr>
              <a:t>-</a:t>
            </a:r>
            <a:r>
              <a:rPr lang="en-CH" sz="2000" dirty="0">
                <a:cs typeface="Arial" panose="020B0604020202020204" pitchFamily="34" charset="0"/>
                <a:sym typeface="Helvetica Neue"/>
              </a:rPr>
              <a:t> t</a:t>
            </a:r>
            <a:r>
              <a:rPr lang="en-US" sz="2000" dirty="0" err="1">
                <a:cs typeface="Arial" panose="020B0604020202020204" pitchFamily="34" charset="0"/>
                <a:sym typeface="Helvetica Neue"/>
              </a:rPr>
              <a:t>hree</a:t>
            </a:r>
            <a:r>
              <a:rPr lang="en-CH" sz="2000" dirty="0">
                <a:cs typeface="Arial" panose="020B0604020202020204" pitchFamily="34" charset="0"/>
                <a:sym typeface="Helvetica Neue"/>
              </a:rPr>
              <a:t> LLIN distribution cycles (in 202</a:t>
            </a:r>
            <a:r>
              <a:rPr lang="en-US" sz="2000" dirty="0">
                <a:cs typeface="Arial" panose="020B0604020202020204" pitchFamily="34" charset="0"/>
                <a:sym typeface="Helvetica Neue"/>
              </a:rPr>
              <a:t>3, 2026</a:t>
            </a:r>
            <a:r>
              <a:rPr lang="en-CH" sz="2000" dirty="0">
                <a:cs typeface="Arial" panose="020B0604020202020204" pitchFamily="34" charset="0"/>
                <a:sym typeface="Helvetica Neue"/>
              </a:rPr>
              <a:t> and 2027)</a:t>
            </a:r>
            <a:endParaRPr lang="en-US" sz="2000" dirty="0">
              <a:solidFill>
                <a:schemeClr val="accent1">
                  <a:lumMod val="100000"/>
                </a:schemeClr>
              </a:solidFill>
            </a:endParaRPr>
          </a:p>
        </p:txBody>
      </p:sp>
      <p:pic>
        <p:nvPicPr>
          <p:cNvPr id="6" name="Picture 5">
            <a:extLst>
              <a:ext uri="{FF2B5EF4-FFF2-40B4-BE49-F238E27FC236}">
                <a16:creationId xmlns:a16="http://schemas.microsoft.com/office/drawing/2014/main" id="{43A759E5-70E1-BBEB-F4DD-54EA55CDB9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861020"/>
            <a:ext cx="6759135" cy="4156901"/>
          </a:xfrm>
          <a:prstGeom prst="rect">
            <a:avLst/>
          </a:prstGeom>
        </p:spPr>
      </p:pic>
    </p:spTree>
    <p:extLst>
      <p:ext uri="{BB962C8B-B14F-4D97-AF65-F5344CB8AC3E}">
        <p14:creationId xmlns:p14="http://schemas.microsoft.com/office/powerpoint/2010/main" val="3237281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75B7E8-DF24-A211-5FC9-DDEF8E8C7B2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296BB6A-F686-8ABB-46FA-01CFAB2D514A}"/>
              </a:ext>
            </a:extLst>
          </p:cNvPr>
          <p:cNvSpPr>
            <a:spLocks noGrp="1"/>
          </p:cNvSpPr>
          <p:nvPr>
            <p:ph type="body" sz="quarter" idx="13"/>
          </p:nvPr>
        </p:nvSpPr>
        <p:spPr>
          <a:xfrm>
            <a:off x="500063" y="4129087"/>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57026AAF-616F-A442-BD5E-D81AAE4684C6}"/>
              </a:ext>
            </a:extLst>
          </p:cNvPr>
          <p:cNvSpPr>
            <a:spLocks noGrp="1"/>
          </p:cNvSpPr>
          <p:nvPr>
            <p:ph type="title"/>
          </p:nvPr>
        </p:nvSpPr>
        <p:spPr/>
        <p:txBody>
          <a:bodyPr/>
          <a:lstStyle/>
          <a:p>
            <a:r>
              <a:rPr lang="en-US" dirty="0">
                <a:cs typeface="Arial" panose="020B0604020202020204" pitchFamily="34" charset="0"/>
                <a:sym typeface="Helvetica Neue"/>
              </a:rPr>
              <a:t>Malaria prevalence</a:t>
            </a:r>
            <a:endParaRPr lang="en-US" dirty="0">
              <a:solidFill>
                <a:schemeClr val="accent1">
                  <a:lumMod val="100000"/>
                </a:schemeClr>
              </a:solidFill>
            </a:endParaRPr>
          </a:p>
        </p:txBody>
      </p:sp>
      <p:pic>
        <p:nvPicPr>
          <p:cNvPr id="5" name="Picture 4">
            <a:extLst>
              <a:ext uri="{FF2B5EF4-FFF2-40B4-BE49-F238E27FC236}">
                <a16:creationId xmlns:a16="http://schemas.microsoft.com/office/drawing/2014/main" id="{40B3B769-EB17-3105-6EB0-7C4FB7989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771550"/>
            <a:ext cx="6904416" cy="4224990"/>
          </a:xfrm>
          <a:prstGeom prst="rect">
            <a:avLst/>
          </a:prstGeom>
        </p:spPr>
      </p:pic>
    </p:spTree>
    <p:extLst>
      <p:ext uri="{BB962C8B-B14F-4D97-AF65-F5344CB8AC3E}">
        <p14:creationId xmlns:p14="http://schemas.microsoft.com/office/powerpoint/2010/main" val="1121576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E244-A3BD-B8AE-426F-0E08BB6F522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7BDA24-C090-DABC-BE0A-0F97DC60F796}"/>
              </a:ext>
            </a:extLst>
          </p:cNvPr>
          <p:cNvSpPr>
            <a:spLocks noGrp="1"/>
          </p:cNvSpPr>
          <p:nvPr>
            <p:ph type="body" sz="quarter" idx="13"/>
          </p:nvPr>
        </p:nvSpPr>
        <p:spPr>
          <a:xfrm>
            <a:off x="500063" y="4129087"/>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64609A62-3049-1D5D-5704-D226339A8DD9}"/>
              </a:ext>
            </a:extLst>
          </p:cNvPr>
          <p:cNvSpPr>
            <a:spLocks noGrp="1"/>
          </p:cNvSpPr>
          <p:nvPr>
            <p:ph type="title"/>
          </p:nvPr>
        </p:nvSpPr>
        <p:spPr/>
        <p:txBody>
          <a:bodyPr/>
          <a:lstStyle/>
          <a:p>
            <a:r>
              <a:rPr lang="en-US" sz="2000" dirty="0">
                <a:cs typeface="Arial" panose="020B0604020202020204" pitchFamily="34" charset="0"/>
                <a:sym typeface="Helvetica Neue"/>
              </a:rPr>
              <a:t>Malaria prevalence reduction</a:t>
            </a:r>
            <a:endParaRPr lang="en-US" sz="2000" dirty="0">
              <a:solidFill>
                <a:schemeClr val="accent1">
                  <a:lumMod val="100000"/>
                </a:schemeClr>
              </a:solidFill>
            </a:endParaRPr>
          </a:p>
        </p:txBody>
      </p:sp>
      <p:pic>
        <p:nvPicPr>
          <p:cNvPr id="4" name="Picture 3">
            <a:extLst>
              <a:ext uri="{FF2B5EF4-FFF2-40B4-BE49-F238E27FC236}">
                <a16:creationId xmlns:a16="http://schemas.microsoft.com/office/drawing/2014/main" id="{7C5A9781-151C-8B6A-00BB-C107F2DE08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771550"/>
            <a:ext cx="6945218" cy="4267303"/>
          </a:xfrm>
          <a:prstGeom prst="rect">
            <a:avLst/>
          </a:prstGeom>
        </p:spPr>
      </p:pic>
    </p:spTree>
    <p:extLst>
      <p:ext uri="{BB962C8B-B14F-4D97-AF65-F5344CB8AC3E}">
        <p14:creationId xmlns:p14="http://schemas.microsoft.com/office/powerpoint/2010/main" val="1008452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61EBA1-DF11-8487-0B05-79F8605F61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E5A7358-4D0B-F997-D2B4-0E2EFE184D9F}"/>
              </a:ext>
            </a:extLst>
          </p:cNvPr>
          <p:cNvSpPr>
            <a:spLocks noGrp="1"/>
          </p:cNvSpPr>
          <p:nvPr>
            <p:ph type="body" sz="quarter" idx="13"/>
          </p:nvPr>
        </p:nvSpPr>
        <p:spPr>
          <a:xfrm>
            <a:off x="500063" y="4129087"/>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C3567D15-CAFD-DB49-3AC4-4F8CA2C6B113}"/>
              </a:ext>
            </a:extLst>
          </p:cNvPr>
          <p:cNvSpPr>
            <a:spLocks noGrp="1"/>
          </p:cNvSpPr>
          <p:nvPr>
            <p:ph type="title"/>
          </p:nvPr>
        </p:nvSpPr>
        <p:spPr/>
        <p:txBody>
          <a:bodyPr/>
          <a:lstStyle/>
          <a:p>
            <a:r>
              <a:rPr lang="en-US" sz="2000" dirty="0">
                <a:cs typeface="Arial" panose="020B0604020202020204" pitchFamily="34" charset="0"/>
                <a:sym typeface="Helvetica Neue"/>
              </a:rPr>
              <a:t>Malaria prevalence reduction</a:t>
            </a:r>
            <a:endParaRPr lang="en-US" sz="2000" dirty="0">
              <a:solidFill>
                <a:schemeClr val="accent1">
                  <a:lumMod val="100000"/>
                </a:schemeClr>
              </a:solidFill>
            </a:endParaRPr>
          </a:p>
        </p:txBody>
      </p:sp>
      <p:pic>
        <p:nvPicPr>
          <p:cNvPr id="7" name="Picture 6">
            <a:extLst>
              <a:ext uri="{FF2B5EF4-FFF2-40B4-BE49-F238E27FC236}">
                <a16:creationId xmlns:a16="http://schemas.microsoft.com/office/drawing/2014/main" id="{DE32272D-6FEE-ED8F-A4F8-BBC63CB8C8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5376" y="699542"/>
            <a:ext cx="7072462" cy="4353542"/>
          </a:xfrm>
          <a:prstGeom prst="rect">
            <a:avLst/>
          </a:prstGeom>
        </p:spPr>
      </p:pic>
    </p:spTree>
    <p:extLst>
      <p:ext uri="{BB962C8B-B14F-4D97-AF65-F5344CB8AC3E}">
        <p14:creationId xmlns:p14="http://schemas.microsoft.com/office/powerpoint/2010/main" val="1777254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BECFFF-7FA3-7165-692B-3DBC6E6F59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F3A760-1611-238A-07EC-E753CF44FD8D}"/>
              </a:ext>
            </a:extLst>
          </p:cNvPr>
          <p:cNvSpPr>
            <a:spLocks noGrp="1"/>
          </p:cNvSpPr>
          <p:nvPr>
            <p:ph type="body" sz="quarter" idx="13"/>
          </p:nvPr>
        </p:nvSpPr>
        <p:spPr>
          <a:xfrm>
            <a:off x="500063" y="4129087"/>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5DDD536C-D3D0-20D9-9217-E0090949E546}"/>
              </a:ext>
            </a:extLst>
          </p:cNvPr>
          <p:cNvSpPr>
            <a:spLocks noGrp="1"/>
          </p:cNvSpPr>
          <p:nvPr>
            <p:ph type="title"/>
          </p:nvPr>
        </p:nvSpPr>
        <p:spPr/>
        <p:txBody>
          <a:bodyPr/>
          <a:lstStyle/>
          <a:p>
            <a:r>
              <a:rPr lang="en-US" sz="2000" dirty="0">
                <a:cs typeface="Arial" panose="020B0604020202020204" pitchFamily="34" charset="0"/>
                <a:sym typeface="Helvetica Neue"/>
              </a:rPr>
              <a:t>Malaria prevalence reduction</a:t>
            </a:r>
            <a:endParaRPr lang="en-US" sz="2000" dirty="0">
              <a:solidFill>
                <a:schemeClr val="accent1">
                  <a:lumMod val="100000"/>
                </a:schemeClr>
              </a:solidFill>
            </a:endParaRPr>
          </a:p>
        </p:txBody>
      </p:sp>
      <p:pic>
        <p:nvPicPr>
          <p:cNvPr id="4" name="Picture 3">
            <a:extLst>
              <a:ext uri="{FF2B5EF4-FFF2-40B4-BE49-F238E27FC236}">
                <a16:creationId xmlns:a16="http://schemas.microsoft.com/office/drawing/2014/main" id="{3CD71642-4DB0-E951-D87D-41882B49E39D}"/>
              </a:ext>
            </a:extLst>
          </p:cNvPr>
          <p:cNvPicPr>
            <a:picLocks noChangeAspect="1"/>
          </p:cNvPicPr>
          <p:nvPr/>
        </p:nvPicPr>
        <p:blipFill>
          <a:blip r:embed="rId3"/>
          <a:stretch>
            <a:fillRect/>
          </a:stretch>
        </p:blipFill>
        <p:spPr>
          <a:xfrm>
            <a:off x="1043608" y="833434"/>
            <a:ext cx="5538251" cy="3099197"/>
          </a:xfrm>
          <a:prstGeom prst="rect">
            <a:avLst/>
          </a:prstGeom>
        </p:spPr>
      </p:pic>
    </p:spTree>
    <p:extLst>
      <p:ext uri="{BB962C8B-B14F-4D97-AF65-F5344CB8AC3E}">
        <p14:creationId xmlns:p14="http://schemas.microsoft.com/office/powerpoint/2010/main" val="2042481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7E37-7A10-4D0D-A356-426F95B3B23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24F641A-67EF-AF86-09E4-F0A9FF84B1C5}"/>
              </a:ext>
            </a:extLst>
          </p:cNvPr>
          <p:cNvSpPr>
            <a:spLocks noGrp="1"/>
          </p:cNvSpPr>
          <p:nvPr>
            <p:ph type="body" sz="quarter" idx="13"/>
          </p:nvPr>
        </p:nvSpPr>
        <p:spPr>
          <a:xfrm>
            <a:off x="500063" y="4129087"/>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24D880D5-05AC-2E26-782A-DD2F2551F8DC}"/>
              </a:ext>
            </a:extLst>
          </p:cNvPr>
          <p:cNvSpPr>
            <a:spLocks noGrp="1"/>
          </p:cNvSpPr>
          <p:nvPr>
            <p:ph type="title"/>
          </p:nvPr>
        </p:nvSpPr>
        <p:spPr/>
        <p:txBody>
          <a:bodyPr/>
          <a:lstStyle/>
          <a:p>
            <a:r>
              <a:rPr lang="en-US" sz="2000" dirty="0">
                <a:cs typeface="Arial" panose="020B0604020202020204" pitchFamily="34" charset="0"/>
                <a:sym typeface="Helvetica Neue"/>
              </a:rPr>
              <a:t>Coverage required to obtain 10% and 20% reductions among non-users</a:t>
            </a:r>
            <a:endParaRPr lang="en-US" sz="2000" dirty="0">
              <a:solidFill>
                <a:schemeClr val="accent1">
                  <a:lumMod val="100000"/>
                </a:schemeClr>
              </a:solidFill>
            </a:endParaRPr>
          </a:p>
        </p:txBody>
      </p:sp>
      <p:pic>
        <p:nvPicPr>
          <p:cNvPr id="5" name="Picture 4">
            <a:extLst>
              <a:ext uri="{FF2B5EF4-FFF2-40B4-BE49-F238E27FC236}">
                <a16:creationId xmlns:a16="http://schemas.microsoft.com/office/drawing/2014/main" id="{745DA709-64C9-C0D5-5CC7-C0A0C3113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833434"/>
            <a:ext cx="6852197" cy="4203677"/>
          </a:xfrm>
          <a:prstGeom prst="rect">
            <a:avLst/>
          </a:prstGeom>
        </p:spPr>
      </p:pic>
    </p:spTree>
    <p:extLst>
      <p:ext uri="{BB962C8B-B14F-4D97-AF65-F5344CB8AC3E}">
        <p14:creationId xmlns:p14="http://schemas.microsoft.com/office/powerpoint/2010/main" val="3975393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2228-4DB6-69CE-4E79-C0F1D0CDAE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8A4673E-7BBC-ACE2-BD4A-DB8408353E14}"/>
              </a:ext>
            </a:extLst>
          </p:cNvPr>
          <p:cNvSpPr>
            <a:spLocks noGrp="1"/>
          </p:cNvSpPr>
          <p:nvPr>
            <p:ph type="body" sz="quarter" idx="13"/>
          </p:nvPr>
        </p:nvSpPr>
        <p:spPr>
          <a:xfrm>
            <a:off x="500063" y="4129087"/>
            <a:ext cx="8145533" cy="422628"/>
          </a:xfrm>
        </p:spPr>
        <p:txBody>
          <a:bodyPr/>
          <a:lstStyle/>
          <a:p>
            <a:r>
              <a:rPr lang="en-GB" dirty="0"/>
              <a:t>Image caption title.</a:t>
            </a:r>
          </a:p>
        </p:txBody>
      </p:sp>
      <p:sp>
        <p:nvSpPr>
          <p:cNvPr id="8" name="Title 7">
            <a:extLst>
              <a:ext uri="{FF2B5EF4-FFF2-40B4-BE49-F238E27FC236}">
                <a16:creationId xmlns:a16="http://schemas.microsoft.com/office/drawing/2014/main" id="{8B9DAD72-D493-AEC9-3F0E-5D20C79464C3}"/>
              </a:ext>
            </a:extLst>
          </p:cNvPr>
          <p:cNvSpPr>
            <a:spLocks noGrp="1"/>
          </p:cNvSpPr>
          <p:nvPr>
            <p:ph type="title"/>
          </p:nvPr>
        </p:nvSpPr>
        <p:spPr/>
        <p:txBody>
          <a:bodyPr/>
          <a:lstStyle/>
          <a:p>
            <a:r>
              <a:rPr lang="en-US" sz="2000" dirty="0">
                <a:cs typeface="Arial" panose="020B0604020202020204" pitchFamily="34" charset="0"/>
                <a:sym typeface="Helvetica Neue"/>
              </a:rPr>
              <a:t>Coverage required to obtain 10% and 20% reductions among non-users</a:t>
            </a:r>
            <a:endParaRPr lang="en-US" sz="2000" dirty="0">
              <a:solidFill>
                <a:schemeClr val="accent1">
                  <a:lumMod val="100000"/>
                </a:schemeClr>
              </a:solidFill>
            </a:endParaRPr>
          </a:p>
        </p:txBody>
      </p:sp>
      <p:pic>
        <p:nvPicPr>
          <p:cNvPr id="5" name="Picture 4">
            <a:extLst>
              <a:ext uri="{FF2B5EF4-FFF2-40B4-BE49-F238E27FC236}">
                <a16:creationId xmlns:a16="http://schemas.microsoft.com/office/drawing/2014/main" id="{56E4107C-2442-2BB2-4CFC-263F54F2D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833434"/>
            <a:ext cx="6826078" cy="4194017"/>
          </a:xfrm>
          <a:prstGeom prst="rect">
            <a:avLst/>
          </a:prstGeom>
        </p:spPr>
      </p:pic>
    </p:spTree>
    <p:extLst>
      <p:ext uri="{BB962C8B-B14F-4D97-AF65-F5344CB8AC3E}">
        <p14:creationId xmlns:p14="http://schemas.microsoft.com/office/powerpoint/2010/main" val="245141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30C325-7ACD-8B41-8EB5-F9572D6E947F}"/>
              </a:ext>
            </a:extLst>
          </p:cNvPr>
          <p:cNvSpPr txBox="1"/>
          <p:nvPr/>
        </p:nvSpPr>
        <p:spPr>
          <a:xfrm>
            <a:off x="500063" y="2606238"/>
            <a:ext cx="3927921" cy="542845"/>
          </a:xfrm>
          <a:prstGeom prst="rect">
            <a:avLst/>
          </a:prstGeom>
        </p:spPr>
        <p:txBody>
          <a:bodyPr vert="horz" wrap="none" lIns="0" tIns="45720" rIns="91440" bIns="45720" rtlCol="0">
            <a:noAutofit/>
          </a:bodyPr>
          <a:lstStyle/>
          <a:p>
            <a:pPr marL="0" indent="0" algn="l">
              <a:buNone/>
            </a:pPr>
            <a:endParaRPr lang="en-US" sz="2400" b="0" i="0" dirty="0">
              <a:solidFill>
                <a:schemeClr val="accent3"/>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D6B562F6-E45C-4B36-922E-D0C1B0B5A3DE}"/>
              </a:ext>
            </a:extLst>
          </p:cNvPr>
          <p:cNvSpPr>
            <a:spLocks noGrp="1"/>
          </p:cNvSpPr>
          <p:nvPr>
            <p:ph type="body" sz="quarter" idx="11"/>
          </p:nvPr>
        </p:nvSpPr>
        <p:spPr>
          <a:xfrm>
            <a:off x="500062" y="2673719"/>
            <a:ext cx="8137525" cy="618111"/>
          </a:xfrm>
        </p:spPr>
        <p:txBody>
          <a:bodyPr anchor="ctr" anchorCtr="0"/>
          <a:lstStyle/>
          <a:p>
            <a:r>
              <a:rPr lang="en-US" dirty="0">
                <a:solidFill>
                  <a:schemeClr val="accent1">
                    <a:lumMod val="100000"/>
                  </a:schemeClr>
                </a:solidFill>
              </a:rPr>
              <a:t>Thank you for your attention</a:t>
            </a:r>
          </a:p>
        </p:txBody>
      </p:sp>
      <p:sp>
        <p:nvSpPr>
          <p:cNvPr id="2" name="Text Placeholder 1"/>
          <p:cNvSpPr>
            <a:spLocks noGrp="1"/>
          </p:cNvSpPr>
          <p:nvPr>
            <p:ph type="body" sz="quarter" idx="10"/>
          </p:nvPr>
        </p:nvSpPr>
        <p:spPr/>
        <p:txBody>
          <a:bodyPr/>
          <a:lstStyle/>
          <a:p>
            <a:r>
              <a:rPr lang="en-GB" dirty="0"/>
              <a:t>Zenabu Suboi</a:t>
            </a:r>
          </a:p>
        </p:txBody>
      </p:sp>
      <p:sp>
        <p:nvSpPr>
          <p:cNvPr id="5" name="Text Placeholder 4"/>
          <p:cNvSpPr>
            <a:spLocks noGrp="1"/>
          </p:cNvSpPr>
          <p:nvPr>
            <p:ph type="body" sz="quarter" idx="12"/>
          </p:nvPr>
        </p:nvSpPr>
        <p:spPr/>
        <p:txBody>
          <a:bodyPr/>
          <a:lstStyle/>
          <a:p>
            <a:r>
              <a:rPr lang="en-GB" dirty="0"/>
              <a:t>AIM Group</a:t>
            </a:r>
          </a:p>
        </p:txBody>
      </p:sp>
    </p:spTree>
    <p:extLst>
      <p:ext uri="{BB962C8B-B14F-4D97-AF65-F5344CB8AC3E}">
        <p14:creationId xmlns:p14="http://schemas.microsoft.com/office/powerpoint/2010/main" val="654008510"/>
      </p:ext>
    </p:extLst>
  </p:cSld>
  <p:clrMapOvr>
    <a:masterClrMapping/>
  </p:clrMapOvr>
</p:sld>
</file>

<file path=ppt/theme/theme1.xml><?xml version="1.0" encoding="utf-8"?>
<a:theme xmlns:a="http://schemas.openxmlformats.org/drawingml/2006/main" name="Custom Design">
  <a:themeElements>
    <a:clrScheme name="Swiss_TPH_New">
      <a:dk1>
        <a:srgbClr val="000000"/>
      </a:dk1>
      <a:lt1>
        <a:srgbClr val="FFFFFF"/>
      </a:lt1>
      <a:dk2>
        <a:srgbClr val="BABCBE"/>
      </a:dk2>
      <a:lt2>
        <a:srgbClr val="717073"/>
      </a:lt2>
      <a:accent1>
        <a:srgbClr val="468AB2"/>
      </a:accent1>
      <a:accent2>
        <a:srgbClr val="BF3227"/>
      </a:accent2>
      <a:accent3>
        <a:srgbClr val="B5C751"/>
      </a:accent3>
      <a:accent4>
        <a:srgbClr val="EDCD64"/>
      </a:accent4>
      <a:accent5>
        <a:srgbClr val="868686"/>
      </a:accent5>
      <a:accent6>
        <a:srgbClr val="C5D3E5"/>
      </a:accent6>
      <a:hlink>
        <a:srgbClr val="B2C654"/>
      </a:hlink>
      <a:folHlink>
        <a:srgbClr val="EBD7A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noFill/>
        </a:ln>
      </a:spPr>
      <a:bodyPr vert="horz" wrap="square" lIns="91440" tIns="45720" rIns="91440" bIns="45720" rtlCol="0">
        <a:noAutofit/>
      </a:bodyPr>
      <a:lstStyle>
        <a:defPPr marL="0" indent="0" algn="l">
          <a:buNone/>
          <a:defRPr sz="1600" b="0" dirty="0" smtClean="0">
            <a:solidFill>
              <a:schemeClr val="accent1"/>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PT 16x9 Swiss TPH.potx" id="{20373BB4-0324-4F16-A9B5-2460B8191979}" vid="{F2F1BD85-56D1-46D2-AF66-9996211A2EE6}"/>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363800" rtl="0" fontAlgn="auto" latinLnBrk="1" hangingPunct="0">
          <a:lnSpc>
            <a:spcPct val="93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363800" rtl="0" fontAlgn="auto" latinLnBrk="1" hangingPunct="0">
          <a:lnSpc>
            <a:spcPct val="93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C2F69649366542805CCBAF42E8EFB7" ma:contentTypeVersion="4" ma:contentTypeDescription="Create a new document." ma:contentTypeScope="" ma:versionID="60d978b5935bf3a2213058135cad3411">
  <xsd:schema xmlns:xsd="http://www.w3.org/2001/XMLSchema" xmlns:xs="http://www.w3.org/2001/XMLSchema" xmlns:p="http://schemas.microsoft.com/office/2006/metadata/properties" xmlns:ns2="63ffaa22-7d8e-4240-a944-afc297a842b9" targetNamespace="http://schemas.microsoft.com/office/2006/metadata/properties" ma:root="true" ma:fieldsID="12af3a03e5a82617190befc2b4010dba" ns2:_="">
    <xsd:import namespace="63ffaa22-7d8e-4240-a944-afc297a842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ffaa22-7d8e-4240-a944-afc297a84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52B23B-406F-4086-AB28-ADDD85E5DF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ffaa22-7d8e-4240-a944-afc297a842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CC74DA-16BA-48DE-83B2-C2637755DE44}">
  <ds:schemaRefs>
    <ds:schemaRef ds:uri="http://schemas.microsoft.com/sharepoint/v3/contenttype/forms"/>
  </ds:schemaRefs>
</ds:datastoreItem>
</file>

<file path=customXml/itemProps3.xml><?xml version="1.0" encoding="utf-8"?>
<ds:datastoreItem xmlns:ds="http://schemas.openxmlformats.org/officeDocument/2006/customXml" ds:itemID="{DB2E5366-1342-4EF4-920B-721B408001A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PPT 16x9 Swiss TPH</Template>
  <TotalTime>0</TotalTime>
  <Words>739</Words>
  <Application>Microsoft Office PowerPoint</Application>
  <PresentationFormat>On-screen Show (16:9)</PresentationFormat>
  <Paragraphs>79</Paragraphs>
  <Slides>22</Slides>
  <Notes>10</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Simplon Norm</vt:lpstr>
      <vt:lpstr>System Font Regular</vt:lpstr>
      <vt:lpstr>Wingdings</vt:lpstr>
      <vt:lpstr>Custom Design</vt:lpstr>
      <vt:lpstr>PowerPoint Presentation</vt:lpstr>
      <vt:lpstr>Outline</vt:lpstr>
      <vt:lpstr>PowerPoint Presentation</vt:lpstr>
      <vt:lpstr>Background – LLIN effectiveness</vt:lpstr>
      <vt:lpstr>the concept of community protection</vt:lpstr>
      <vt:lpstr>the concept of community protection</vt:lpstr>
      <vt:lpstr>the concept of community protection</vt:lpstr>
      <vt:lpstr>Rough work</vt:lpstr>
      <vt:lpstr>evidence of community protection</vt:lpstr>
      <vt:lpstr>what this study focuses on</vt:lpstr>
      <vt:lpstr>PowerPoint Presentation</vt:lpstr>
      <vt:lpstr>Approach</vt:lpstr>
      <vt:lpstr>PowerPoint Presentation</vt:lpstr>
      <vt:lpstr>An increase in LLIN usage leads to a decline in prevalence across transmission intensities for both users and non-users</vt:lpstr>
      <vt:lpstr>Malaria prevalence declined over time with increasing LLIN usage - three LLIN distribution cycles (in 2023, 2026 and 2027)</vt:lpstr>
      <vt:lpstr>Malaria prevalence</vt:lpstr>
      <vt:lpstr>Malaria prevalence reduction</vt:lpstr>
      <vt:lpstr>Malaria prevalence reduction</vt:lpstr>
      <vt:lpstr>Malaria prevalence reduction</vt:lpstr>
      <vt:lpstr>Coverage required to obtain 10% and 20% reductions among non-users</vt:lpstr>
      <vt:lpstr>Coverage required to obtain 10% and 20% reductions among non-users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Zenabu Suboi</dc:creator>
  <cp:lastModifiedBy>Zenabu Suboi</cp:lastModifiedBy>
  <cp:revision>52</cp:revision>
  <cp:lastPrinted>2019-06-11T17:14:57Z</cp:lastPrinted>
  <dcterms:created xsi:type="dcterms:W3CDTF">2026-02-15T20:49:34Z</dcterms:created>
  <dcterms:modified xsi:type="dcterms:W3CDTF">2026-02-26T11:31:25Z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0x010100FCC2F69649366542805CCBAF42E8EFB7</vt:lpwstr>
  </property>
</Properties>
</file>