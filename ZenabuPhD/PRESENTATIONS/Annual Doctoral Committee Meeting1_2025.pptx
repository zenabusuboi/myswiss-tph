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0"/>
  </p:notesMasterIdLst>
  <p:sldIdLst>
    <p:sldId id="257" r:id="rId3"/>
    <p:sldId id="285" r:id="rId4"/>
    <p:sldId id="286" r:id="rId5"/>
    <p:sldId id="290" r:id="rId6"/>
    <p:sldId id="258" r:id="rId7"/>
    <p:sldId id="259" r:id="rId8"/>
    <p:sldId id="260" r:id="rId9"/>
    <p:sldId id="261" r:id="rId10"/>
    <p:sldId id="262" r:id="rId11"/>
    <p:sldId id="263" r:id="rId12"/>
    <p:sldId id="271" r:id="rId13"/>
    <p:sldId id="278" r:id="rId14"/>
    <p:sldId id="279" r:id="rId15"/>
    <p:sldId id="276" r:id="rId16"/>
    <p:sldId id="277" r:id="rId17"/>
    <p:sldId id="288" r:id="rId18"/>
    <p:sldId id="289"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A6BD"/>
    <a:srgbClr val="F9CB9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0" autoAdjust="0"/>
    <p:restoredTop sz="94660"/>
  </p:normalViewPr>
  <p:slideViewPr>
    <p:cSldViewPr snapToGrid="0">
      <p:cViewPr>
        <p:scale>
          <a:sx n="74" d="100"/>
          <a:sy n="74" d="100"/>
        </p:scale>
        <p:origin x="34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EBB7A9-639C-433D-AD86-ABD1A08D0DFB}" type="doc">
      <dgm:prSet loTypeId="urn:microsoft.com/office/officeart/2005/8/layout/funnel1" loCatId="process" qsTypeId="urn:microsoft.com/office/officeart/2005/8/quickstyle/3d4" qsCatId="3D" csTypeId="urn:microsoft.com/office/officeart/2005/8/colors/accent1_2" csCatId="accent1" phldr="1"/>
      <dgm:spPr/>
      <dgm:t>
        <a:bodyPr/>
        <a:lstStyle/>
        <a:p>
          <a:endParaRPr lang="en-US"/>
        </a:p>
      </dgm:t>
    </dgm:pt>
    <dgm:pt modelId="{2AB6660C-CA1C-442D-B8DC-EA526E686EAC}">
      <dgm:prSet phldrT="[Text]" custT="1"/>
      <dgm:spPr/>
      <dgm:t>
        <a:bodyPr/>
        <a:lstStyle/>
        <a:p>
          <a:r>
            <a:rPr lang="en-US" sz="1800" dirty="0"/>
            <a:t>Stochastic uncertainty</a:t>
          </a:r>
        </a:p>
      </dgm:t>
    </dgm:pt>
    <dgm:pt modelId="{93AD3E00-EFDE-4C4D-BDC1-1D1EC4DDDA9B}" type="parTrans" cxnId="{07362480-7872-4B83-8C6A-BA707C2F4EBD}">
      <dgm:prSet/>
      <dgm:spPr/>
      <dgm:t>
        <a:bodyPr/>
        <a:lstStyle/>
        <a:p>
          <a:endParaRPr lang="en-US"/>
        </a:p>
      </dgm:t>
    </dgm:pt>
    <dgm:pt modelId="{BC10C2BA-FF6E-43C1-A789-3A26792C959E}" type="sibTrans" cxnId="{07362480-7872-4B83-8C6A-BA707C2F4EBD}">
      <dgm:prSet/>
      <dgm:spPr/>
      <dgm:t>
        <a:bodyPr/>
        <a:lstStyle/>
        <a:p>
          <a:endParaRPr lang="en-US"/>
        </a:p>
      </dgm:t>
    </dgm:pt>
    <dgm:pt modelId="{BFA5B54B-E3C9-488F-9D12-20464E250A83}">
      <dgm:prSet phldrT="[Text]" custT="1"/>
      <dgm:spPr>
        <a:solidFill>
          <a:srgbClr val="C00000"/>
        </a:solidFill>
      </dgm:spPr>
      <dgm:t>
        <a:bodyPr/>
        <a:lstStyle/>
        <a:p>
          <a:r>
            <a:rPr lang="de-CH" sz="1800" dirty="0"/>
            <a:t>Parameter uncertainty</a:t>
          </a:r>
          <a:endParaRPr lang="en-US" sz="1800" dirty="0"/>
        </a:p>
      </dgm:t>
    </dgm:pt>
    <dgm:pt modelId="{CF8094FD-C536-4FDB-8C9D-03D7F3E2A3B4}" type="parTrans" cxnId="{96A3E9A3-0196-4481-9520-A2F4142E8D11}">
      <dgm:prSet/>
      <dgm:spPr/>
      <dgm:t>
        <a:bodyPr/>
        <a:lstStyle/>
        <a:p>
          <a:endParaRPr lang="en-US"/>
        </a:p>
      </dgm:t>
    </dgm:pt>
    <dgm:pt modelId="{54F6258E-FA7E-4A4D-9FAE-23B34ED95312}" type="sibTrans" cxnId="{96A3E9A3-0196-4481-9520-A2F4142E8D11}">
      <dgm:prSet/>
      <dgm:spPr/>
      <dgm:t>
        <a:bodyPr/>
        <a:lstStyle/>
        <a:p>
          <a:endParaRPr lang="en-US"/>
        </a:p>
      </dgm:t>
    </dgm:pt>
    <dgm:pt modelId="{EFA8F9EC-0026-41A2-9BC9-0DC913983FD3}">
      <dgm:prSet phldrT="[Text]" custT="1"/>
      <dgm:spPr/>
      <dgm:t>
        <a:bodyPr/>
        <a:lstStyle/>
        <a:p>
          <a:r>
            <a:rPr lang="en-US" sz="1800" dirty="0"/>
            <a:t>Observation uncertainty</a:t>
          </a:r>
        </a:p>
      </dgm:t>
    </dgm:pt>
    <dgm:pt modelId="{76519805-CA40-4FAE-A0EA-756C25DA61F6}" type="parTrans" cxnId="{B0848E58-1C12-4D8C-8AA6-C2C0B62FE952}">
      <dgm:prSet/>
      <dgm:spPr/>
      <dgm:t>
        <a:bodyPr/>
        <a:lstStyle/>
        <a:p>
          <a:endParaRPr lang="en-US"/>
        </a:p>
      </dgm:t>
    </dgm:pt>
    <dgm:pt modelId="{CC699950-0BB8-4688-BBF3-2CAF0CD473B6}" type="sibTrans" cxnId="{B0848E58-1C12-4D8C-8AA6-C2C0B62FE952}">
      <dgm:prSet/>
      <dgm:spPr/>
      <dgm:t>
        <a:bodyPr/>
        <a:lstStyle/>
        <a:p>
          <a:endParaRPr lang="en-US"/>
        </a:p>
      </dgm:t>
    </dgm:pt>
    <dgm:pt modelId="{EA889E3C-27F9-4860-A3C1-0C4474CFB1EF}">
      <dgm:prSet phldrT="[Text]">
        <dgm:style>
          <a:lnRef idx="1">
            <a:schemeClr val="accent2"/>
          </a:lnRef>
          <a:fillRef idx="2">
            <a:schemeClr val="accent2"/>
          </a:fillRef>
          <a:effectRef idx="1">
            <a:schemeClr val="accent2"/>
          </a:effectRef>
          <a:fontRef idx="minor">
            <a:schemeClr val="dk1"/>
          </a:fontRef>
        </dgm:style>
      </dgm:prSet>
      <dgm:spPr/>
      <dgm:t>
        <a:bodyPr/>
        <a:lstStyle/>
        <a:p>
          <a:r>
            <a:rPr lang="en-US" b="1" dirty="0"/>
            <a:t>Model output</a:t>
          </a:r>
        </a:p>
      </dgm:t>
    </dgm:pt>
    <dgm:pt modelId="{FC498E5E-56D7-4FA9-BD9D-8A71EC48422D}" type="parTrans" cxnId="{177C382B-B2E4-47A1-AA7B-1981BAC87565}">
      <dgm:prSet/>
      <dgm:spPr/>
      <dgm:t>
        <a:bodyPr/>
        <a:lstStyle/>
        <a:p>
          <a:endParaRPr lang="en-US"/>
        </a:p>
      </dgm:t>
    </dgm:pt>
    <dgm:pt modelId="{001655EE-7820-428B-8BA0-58686DB31CEE}" type="sibTrans" cxnId="{177C382B-B2E4-47A1-AA7B-1981BAC87565}">
      <dgm:prSet/>
      <dgm:spPr/>
      <dgm:t>
        <a:bodyPr/>
        <a:lstStyle/>
        <a:p>
          <a:endParaRPr lang="en-US"/>
        </a:p>
      </dgm:t>
    </dgm:pt>
    <dgm:pt modelId="{4843BD31-1265-401A-AF03-8D35E04468BE}">
      <dgm:prSet phldrT="[Text]"/>
      <dgm:spPr/>
      <dgm:t>
        <a:bodyPr/>
        <a:lstStyle/>
        <a:p>
          <a:endParaRPr lang="en-US"/>
        </a:p>
      </dgm:t>
    </dgm:pt>
    <dgm:pt modelId="{FF9BF031-B268-4AE0-A9F9-E3E6F8951D66}" type="parTrans" cxnId="{812969DD-EF6E-4020-8EE7-F7AA79149894}">
      <dgm:prSet/>
      <dgm:spPr/>
      <dgm:t>
        <a:bodyPr/>
        <a:lstStyle/>
        <a:p>
          <a:endParaRPr lang="en-US"/>
        </a:p>
      </dgm:t>
    </dgm:pt>
    <dgm:pt modelId="{9347537C-65E9-4B4A-A3B4-7B451CC9E2E2}" type="sibTrans" cxnId="{812969DD-EF6E-4020-8EE7-F7AA79149894}">
      <dgm:prSet/>
      <dgm:spPr/>
      <dgm:t>
        <a:bodyPr/>
        <a:lstStyle/>
        <a:p>
          <a:endParaRPr lang="en-US"/>
        </a:p>
      </dgm:t>
    </dgm:pt>
    <dgm:pt modelId="{4351CD10-AD7E-4A4F-96C1-8D6BA62696EF}">
      <dgm:prSet phldrT="[Text]"/>
      <dgm:spPr/>
      <dgm:t>
        <a:bodyPr/>
        <a:lstStyle/>
        <a:p>
          <a:endParaRPr lang="en-US"/>
        </a:p>
      </dgm:t>
    </dgm:pt>
    <dgm:pt modelId="{8D702E36-BB2F-4BDB-AF41-825856FCC5F1}" type="parTrans" cxnId="{DF39F156-49D8-4A61-95F6-13E4797AE526}">
      <dgm:prSet/>
      <dgm:spPr/>
      <dgm:t>
        <a:bodyPr/>
        <a:lstStyle/>
        <a:p>
          <a:endParaRPr lang="en-US"/>
        </a:p>
      </dgm:t>
    </dgm:pt>
    <dgm:pt modelId="{FCA90A99-4935-445B-9015-F671A9DE6FAE}" type="sibTrans" cxnId="{DF39F156-49D8-4A61-95F6-13E4797AE526}">
      <dgm:prSet/>
      <dgm:spPr/>
      <dgm:t>
        <a:bodyPr/>
        <a:lstStyle/>
        <a:p>
          <a:endParaRPr lang="en-US"/>
        </a:p>
      </dgm:t>
    </dgm:pt>
    <dgm:pt modelId="{A87646CD-5340-4056-82D3-F0704E92B0CB}">
      <dgm:prSet phldrT="[Text]"/>
      <dgm:spPr/>
      <dgm:t>
        <a:bodyPr/>
        <a:lstStyle/>
        <a:p>
          <a:endParaRPr lang="en-US"/>
        </a:p>
      </dgm:t>
    </dgm:pt>
    <dgm:pt modelId="{DF7B2379-0F20-42C0-A957-4309A1BBCB17}" type="parTrans" cxnId="{A190F906-40D3-4096-8098-B20DDF74DFDC}">
      <dgm:prSet/>
      <dgm:spPr/>
      <dgm:t>
        <a:bodyPr/>
        <a:lstStyle/>
        <a:p>
          <a:endParaRPr lang="en-US"/>
        </a:p>
      </dgm:t>
    </dgm:pt>
    <dgm:pt modelId="{024E1755-A4C5-4B76-AF68-AE441E8803B3}" type="sibTrans" cxnId="{A190F906-40D3-4096-8098-B20DDF74DFDC}">
      <dgm:prSet/>
      <dgm:spPr/>
      <dgm:t>
        <a:bodyPr/>
        <a:lstStyle/>
        <a:p>
          <a:endParaRPr lang="en-US"/>
        </a:p>
      </dgm:t>
    </dgm:pt>
    <dgm:pt modelId="{AC1D0FFB-A0BA-45E0-9DC2-D61290E2BE68}">
      <dgm:prSet phldrT="[Text]"/>
      <dgm:spPr/>
      <dgm:t>
        <a:bodyPr/>
        <a:lstStyle/>
        <a:p>
          <a:endParaRPr lang="en-US"/>
        </a:p>
      </dgm:t>
    </dgm:pt>
    <dgm:pt modelId="{A3F1B3F4-ABC9-4BA1-95AC-064F42CB9BDC}" type="parTrans" cxnId="{895D8410-1024-4346-8150-F818B42B8D3C}">
      <dgm:prSet/>
      <dgm:spPr/>
      <dgm:t>
        <a:bodyPr/>
        <a:lstStyle/>
        <a:p>
          <a:endParaRPr lang="en-US"/>
        </a:p>
      </dgm:t>
    </dgm:pt>
    <dgm:pt modelId="{F8EA7188-1EC8-441B-91B8-8AAA06374A16}" type="sibTrans" cxnId="{895D8410-1024-4346-8150-F818B42B8D3C}">
      <dgm:prSet/>
      <dgm:spPr/>
      <dgm:t>
        <a:bodyPr/>
        <a:lstStyle/>
        <a:p>
          <a:endParaRPr lang="en-US"/>
        </a:p>
      </dgm:t>
    </dgm:pt>
    <dgm:pt modelId="{3C8D4E16-0D1E-4562-B484-A5F8CA170C49}">
      <dgm:prSet phldrT="[Text]"/>
      <dgm:spPr/>
      <dgm:t>
        <a:bodyPr/>
        <a:lstStyle/>
        <a:p>
          <a:endParaRPr lang="en-US"/>
        </a:p>
      </dgm:t>
    </dgm:pt>
    <dgm:pt modelId="{C3205081-2957-4A53-887E-C02222A87D6A}" type="parTrans" cxnId="{C8AFFC5B-C73F-4F62-82B3-5059D45DDFAF}">
      <dgm:prSet/>
      <dgm:spPr/>
      <dgm:t>
        <a:bodyPr/>
        <a:lstStyle/>
        <a:p>
          <a:endParaRPr lang="en-US"/>
        </a:p>
      </dgm:t>
    </dgm:pt>
    <dgm:pt modelId="{C3A0E5FE-B4F9-43D7-BBBC-C1CF24CE7782}" type="sibTrans" cxnId="{C8AFFC5B-C73F-4F62-82B3-5059D45DDFAF}">
      <dgm:prSet/>
      <dgm:spPr/>
      <dgm:t>
        <a:bodyPr/>
        <a:lstStyle/>
        <a:p>
          <a:endParaRPr lang="en-US"/>
        </a:p>
      </dgm:t>
    </dgm:pt>
    <dgm:pt modelId="{D3A58B72-0D9D-4FB0-ACF6-76ABA25CC1EF}" type="pres">
      <dgm:prSet presAssocID="{30EBB7A9-639C-433D-AD86-ABD1A08D0DFB}" presName="Name0" presStyleCnt="0">
        <dgm:presLayoutVars>
          <dgm:chMax val="4"/>
          <dgm:resizeHandles val="exact"/>
        </dgm:presLayoutVars>
      </dgm:prSet>
      <dgm:spPr/>
    </dgm:pt>
    <dgm:pt modelId="{02A94B04-561F-4A3F-8A13-B44A66714783}" type="pres">
      <dgm:prSet presAssocID="{30EBB7A9-639C-433D-AD86-ABD1A08D0DFB}" presName="ellipse" presStyleLbl="trBgShp" presStyleIdx="0" presStyleCnt="1"/>
      <dgm:spPr/>
    </dgm:pt>
    <dgm:pt modelId="{C1014973-C0C6-4B89-8792-C5B357FF1720}" type="pres">
      <dgm:prSet presAssocID="{30EBB7A9-639C-433D-AD86-ABD1A08D0DFB}" presName="arrow1" presStyleLbl="fgShp" presStyleIdx="0" presStyleCnt="1"/>
      <dgm:spPr/>
    </dgm:pt>
    <dgm:pt modelId="{157FB8B2-163E-43AA-9EC8-EEB7D217E086}" type="pres">
      <dgm:prSet presAssocID="{30EBB7A9-639C-433D-AD86-ABD1A08D0DFB}" presName="rectangle" presStyleLbl="revTx" presStyleIdx="0" presStyleCnt="1" custScaleX="86828" custScaleY="82889">
        <dgm:presLayoutVars>
          <dgm:bulletEnabled val="1"/>
        </dgm:presLayoutVars>
      </dgm:prSet>
      <dgm:spPr/>
    </dgm:pt>
    <dgm:pt modelId="{7EB7BEDA-EAA0-4588-9965-61DB484A81FA}" type="pres">
      <dgm:prSet presAssocID="{BFA5B54B-E3C9-488F-9D12-20464E250A83}" presName="item1" presStyleLbl="node1" presStyleIdx="0" presStyleCnt="3" custScaleX="109981" custScaleY="102022">
        <dgm:presLayoutVars>
          <dgm:bulletEnabled val="1"/>
        </dgm:presLayoutVars>
      </dgm:prSet>
      <dgm:spPr/>
    </dgm:pt>
    <dgm:pt modelId="{D34CBCCF-7B05-46AA-9DEC-C91D8F452F47}" type="pres">
      <dgm:prSet presAssocID="{EFA8F9EC-0026-41A2-9BC9-0DC913983FD3}" presName="item2" presStyleLbl="node1" presStyleIdx="1" presStyleCnt="3">
        <dgm:presLayoutVars>
          <dgm:bulletEnabled val="1"/>
        </dgm:presLayoutVars>
      </dgm:prSet>
      <dgm:spPr/>
    </dgm:pt>
    <dgm:pt modelId="{F5C58BDE-6AAD-48C2-92F8-600F87DDA1E7}" type="pres">
      <dgm:prSet presAssocID="{EA889E3C-27F9-4860-A3C1-0C4474CFB1EF}" presName="item3" presStyleLbl="node1" presStyleIdx="2" presStyleCnt="3" custLinFactNeighborX="34143" custLinFactNeighborY="14488">
        <dgm:presLayoutVars>
          <dgm:bulletEnabled val="1"/>
        </dgm:presLayoutVars>
      </dgm:prSet>
      <dgm:spPr/>
    </dgm:pt>
    <dgm:pt modelId="{4510A7FD-85AA-4037-BBEA-3F9A69AB7F58}" type="pres">
      <dgm:prSet presAssocID="{30EBB7A9-639C-433D-AD86-ABD1A08D0DFB}" presName="funnel" presStyleLbl="trAlignAcc1" presStyleIdx="0" presStyleCnt="1" custLinFactNeighborX="-257" custLinFactNeighborY="-350"/>
      <dgm:spPr/>
    </dgm:pt>
  </dgm:ptLst>
  <dgm:cxnLst>
    <dgm:cxn modelId="{A190F906-40D3-4096-8098-B20DDF74DFDC}" srcId="{30EBB7A9-639C-433D-AD86-ABD1A08D0DFB}" destId="{A87646CD-5340-4056-82D3-F0704E92B0CB}" srcOrd="6" destOrd="0" parTransId="{DF7B2379-0F20-42C0-A957-4309A1BBCB17}" sibTransId="{024E1755-A4C5-4B76-AF68-AE441E8803B3}"/>
    <dgm:cxn modelId="{895D8410-1024-4346-8150-F818B42B8D3C}" srcId="{30EBB7A9-639C-433D-AD86-ABD1A08D0DFB}" destId="{AC1D0FFB-A0BA-45E0-9DC2-D61290E2BE68}" srcOrd="7" destOrd="0" parTransId="{A3F1B3F4-ABC9-4BA1-95AC-064F42CB9BDC}" sibTransId="{F8EA7188-1EC8-441B-91B8-8AAA06374A16}"/>
    <dgm:cxn modelId="{177C382B-B2E4-47A1-AA7B-1981BAC87565}" srcId="{30EBB7A9-639C-433D-AD86-ABD1A08D0DFB}" destId="{EA889E3C-27F9-4860-A3C1-0C4474CFB1EF}" srcOrd="3" destOrd="0" parTransId="{FC498E5E-56D7-4FA9-BD9D-8A71EC48422D}" sibTransId="{001655EE-7820-428B-8BA0-58686DB31CEE}"/>
    <dgm:cxn modelId="{8F21F931-6938-4FE9-939A-F6F40D0FCF9F}" type="presOf" srcId="{2AB6660C-CA1C-442D-B8DC-EA526E686EAC}" destId="{F5C58BDE-6AAD-48C2-92F8-600F87DDA1E7}" srcOrd="0" destOrd="0" presId="urn:microsoft.com/office/officeart/2005/8/layout/funnel1"/>
    <dgm:cxn modelId="{C8AFFC5B-C73F-4F62-82B3-5059D45DDFAF}" srcId="{30EBB7A9-639C-433D-AD86-ABD1A08D0DFB}" destId="{3C8D4E16-0D1E-4562-B484-A5F8CA170C49}" srcOrd="8" destOrd="0" parTransId="{C3205081-2957-4A53-887E-C02222A87D6A}" sibTransId="{C3A0E5FE-B4F9-43D7-BBBC-C1CF24CE7782}"/>
    <dgm:cxn modelId="{DF39F156-49D8-4A61-95F6-13E4797AE526}" srcId="{30EBB7A9-639C-433D-AD86-ABD1A08D0DFB}" destId="{4351CD10-AD7E-4A4F-96C1-8D6BA62696EF}" srcOrd="5" destOrd="0" parTransId="{8D702E36-BB2F-4BDB-AF41-825856FCC5F1}" sibTransId="{FCA90A99-4935-445B-9015-F671A9DE6FAE}"/>
    <dgm:cxn modelId="{B0848E58-1C12-4D8C-8AA6-C2C0B62FE952}" srcId="{30EBB7A9-639C-433D-AD86-ABD1A08D0DFB}" destId="{EFA8F9EC-0026-41A2-9BC9-0DC913983FD3}" srcOrd="2" destOrd="0" parTransId="{76519805-CA40-4FAE-A0EA-756C25DA61F6}" sibTransId="{CC699950-0BB8-4688-BBF3-2CAF0CD473B6}"/>
    <dgm:cxn modelId="{07362480-7872-4B83-8C6A-BA707C2F4EBD}" srcId="{30EBB7A9-639C-433D-AD86-ABD1A08D0DFB}" destId="{2AB6660C-CA1C-442D-B8DC-EA526E686EAC}" srcOrd="0" destOrd="0" parTransId="{93AD3E00-EFDE-4C4D-BDC1-1D1EC4DDDA9B}" sibTransId="{BC10C2BA-FF6E-43C1-A789-3A26792C959E}"/>
    <dgm:cxn modelId="{96A3E9A3-0196-4481-9520-A2F4142E8D11}" srcId="{30EBB7A9-639C-433D-AD86-ABD1A08D0DFB}" destId="{BFA5B54B-E3C9-488F-9D12-20464E250A83}" srcOrd="1" destOrd="0" parTransId="{CF8094FD-C536-4FDB-8C9D-03D7F3E2A3B4}" sibTransId="{54F6258E-FA7E-4A4D-9FAE-23B34ED95312}"/>
    <dgm:cxn modelId="{152F2EA7-F674-4F54-BF70-9D4203199550}" type="presOf" srcId="{EFA8F9EC-0026-41A2-9BC9-0DC913983FD3}" destId="{7EB7BEDA-EAA0-4588-9965-61DB484A81FA}" srcOrd="0" destOrd="0" presId="urn:microsoft.com/office/officeart/2005/8/layout/funnel1"/>
    <dgm:cxn modelId="{0C0374BE-01D8-408B-9250-368FEADC9E02}" type="presOf" srcId="{EA889E3C-27F9-4860-A3C1-0C4474CFB1EF}" destId="{157FB8B2-163E-43AA-9EC8-EEB7D217E086}" srcOrd="0" destOrd="0" presId="urn:microsoft.com/office/officeart/2005/8/layout/funnel1"/>
    <dgm:cxn modelId="{812969DD-EF6E-4020-8EE7-F7AA79149894}" srcId="{30EBB7A9-639C-433D-AD86-ABD1A08D0DFB}" destId="{4843BD31-1265-401A-AF03-8D35E04468BE}" srcOrd="4" destOrd="0" parTransId="{FF9BF031-B268-4AE0-A9F9-E3E6F8951D66}" sibTransId="{9347537C-65E9-4B4A-A3B4-7B451CC9E2E2}"/>
    <dgm:cxn modelId="{BE8A1DF6-4FEC-4D21-B8B5-0BCE7C4B4CD0}" type="presOf" srcId="{BFA5B54B-E3C9-488F-9D12-20464E250A83}" destId="{D34CBCCF-7B05-46AA-9DEC-C91D8F452F47}" srcOrd="0" destOrd="0" presId="urn:microsoft.com/office/officeart/2005/8/layout/funnel1"/>
    <dgm:cxn modelId="{A49C3CF9-3E67-4BEE-A2EF-A875F8022B5E}" type="presOf" srcId="{30EBB7A9-639C-433D-AD86-ABD1A08D0DFB}" destId="{D3A58B72-0D9D-4FB0-ACF6-76ABA25CC1EF}" srcOrd="0" destOrd="0" presId="urn:microsoft.com/office/officeart/2005/8/layout/funnel1"/>
    <dgm:cxn modelId="{90C014CC-0733-4935-ADF3-BE36F8EF5632}" type="presParOf" srcId="{D3A58B72-0D9D-4FB0-ACF6-76ABA25CC1EF}" destId="{02A94B04-561F-4A3F-8A13-B44A66714783}" srcOrd="0" destOrd="0" presId="urn:microsoft.com/office/officeart/2005/8/layout/funnel1"/>
    <dgm:cxn modelId="{B2C9A602-04B5-410B-8AC7-F2F5D07B7580}" type="presParOf" srcId="{D3A58B72-0D9D-4FB0-ACF6-76ABA25CC1EF}" destId="{C1014973-C0C6-4B89-8792-C5B357FF1720}" srcOrd="1" destOrd="0" presId="urn:microsoft.com/office/officeart/2005/8/layout/funnel1"/>
    <dgm:cxn modelId="{56E203FE-116B-4879-A10F-D318389A1AD3}" type="presParOf" srcId="{D3A58B72-0D9D-4FB0-ACF6-76ABA25CC1EF}" destId="{157FB8B2-163E-43AA-9EC8-EEB7D217E086}" srcOrd="2" destOrd="0" presId="urn:microsoft.com/office/officeart/2005/8/layout/funnel1"/>
    <dgm:cxn modelId="{38C2BB9D-0DA4-4C62-8DE3-48D1D91F9CE6}" type="presParOf" srcId="{D3A58B72-0D9D-4FB0-ACF6-76ABA25CC1EF}" destId="{7EB7BEDA-EAA0-4588-9965-61DB484A81FA}" srcOrd="3" destOrd="0" presId="urn:microsoft.com/office/officeart/2005/8/layout/funnel1"/>
    <dgm:cxn modelId="{6AAB75D4-2B3D-46AC-85E5-E1D8E4B63973}" type="presParOf" srcId="{D3A58B72-0D9D-4FB0-ACF6-76ABA25CC1EF}" destId="{D34CBCCF-7B05-46AA-9DEC-C91D8F452F47}" srcOrd="4" destOrd="0" presId="urn:microsoft.com/office/officeart/2005/8/layout/funnel1"/>
    <dgm:cxn modelId="{83582748-A9CD-4AEB-AB95-C57C206CCDC2}" type="presParOf" srcId="{D3A58B72-0D9D-4FB0-ACF6-76ABA25CC1EF}" destId="{F5C58BDE-6AAD-48C2-92F8-600F87DDA1E7}" srcOrd="5" destOrd="0" presId="urn:microsoft.com/office/officeart/2005/8/layout/funnel1"/>
    <dgm:cxn modelId="{3BE89256-882D-44EC-ABE2-FF1FD57A54DF}" type="presParOf" srcId="{D3A58B72-0D9D-4FB0-ACF6-76ABA25CC1EF}" destId="{4510A7FD-85AA-4037-BBEA-3F9A69AB7F58}"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7982B6-261F-4E0D-85CF-AFB8898FA926}" type="doc">
      <dgm:prSet loTypeId="urn:microsoft.com/office/officeart/2005/8/layout/vList6" loCatId="list" qsTypeId="urn:microsoft.com/office/officeart/2005/8/quickstyle/simple3" qsCatId="simple" csTypeId="urn:microsoft.com/office/officeart/2005/8/colors/accent1_2" csCatId="accent1" phldr="1"/>
      <dgm:spPr/>
      <dgm:t>
        <a:bodyPr/>
        <a:lstStyle/>
        <a:p>
          <a:endParaRPr lang="en-US"/>
        </a:p>
      </dgm:t>
    </dgm:pt>
    <dgm:pt modelId="{6BD30B86-6E63-484E-9CF9-D5C6180BE587}">
      <dgm:prSet phldrT="[Text]" custT="1"/>
      <dgm:spPr/>
      <dgm:t>
        <a:bodyPr/>
        <a:lstStyle/>
        <a:p>
          <a:r>
            <a:rPr lang="en-US" sz="2800" dirty="0"/>
            <a:t>Forward Propagation of Uncertainty</a:t>
          </a:r>
        </a:p>
      </dgm:t>
    </dgm:pt>
    <dgm:pt modelId="{E550FB3D-3EE7-453C-9528-C2A578C98294}" type="parTrans" cxnId="{4C1FD9F4-5CD8-42FF-ACF4-CE191FA36AEB}">
      <dgm:prSet/>
      <dgm:spPr/>
      <dgm:t>
        <a:bodyPr/>
        <a:lstStyle/>
        <a:p>
          <a:endParaRPr lang="en-US"/>
        </a:p>
      </dgm:t>
    </dgm:pt>
    <dgm:pt modelId="{C3B58F22-DF41-4CBC-A43D-5B82C008BEF1}" type="sibTrans" cxnId="{4C1FD9F4-5CD8-42FF-ACF4-CE191FA36AEB}">
      <dgm:prSet/>
      <dgm:spPr/>
      <dgm:t>
        <a:bodyPr/>
        <a:lstStyle/>
        <a:p>
          <a:endParaRPr lang="en-US"/>
        </a:p>
      </dgm:t>
    </dgm:pt>
    <dgm:pt modelId="{6B2FAED9-D35B-40EF-8571-857622692A77}">
      <dgm:prSet phldrT="[Text]" custT="1"/>
      <dgm:spPr/>
      <dgm:t>
        <a:bodyPr/>
        <a:lstStyle/>
        <a:p>
          <a:r>
            <a:rPr lang="en-US" sz="2800" dirty="0"/>
            <a:t>Investigates the impacts of random input values of model parameters on model outputs</a:t>
          </a:r>
        </a:p>
      </dgm:t>
    </dgm:pt>
    <dgm:pt modelId="{36446724-EDA3-4799-BE41-305A8FE567CC}" type="parTrans" cxnId="{412359B2-18DB-4350-846A-9E645FB4A7EF}">
      <dgm:prSet/>
      <dgm:spPr/>
      <dgm:t>
        <a:bodyPr/>
        <a:lstStyle/>
        <a:p>
          <a:endParaRPr lang="en-US"/>
        </a:p>
      </dgm:t>
    </dgm:pt>
    <dgm:pt modelId="{9C197227-3985-4A0F-8C70-6DA014A00B96}" type="sibTrans" cxnId="{412359B2-18DB-4350-846A-9E645FB4A7EF}">
      <dgm:prSet/>
      <dgm:spPr/>
      <dgm:t>
        <a:bodyPr/>
        <a:lstStyle/>
        <a:p>
          <a:endParaRPr lang="en-US"/>
        </a:p>
      </dgm:t>
    </dgm:pt>
    <dgm:pt modelId="{8813CC15-E3AF-4EE9-8CC3-08E0DF124B2B}">
      <dgm:prSet phldrT="[Text]" custT="1"/>
      <dgm:spPr/>
      <dgm:t>
        <a:bodyPr/>
        <a:lstStyle/>
        <a:p>
          <a:r>
            <a:rPr lang="en-US" sz="2800" dirty="0"/>
            <a:t>Inverse Uncertainty Quantification</a:t>
          </a:r>
        </a:p>
      </dgm:t>
    </dgm:pt>
    <dgm:pt modelId="{CE7CB66D-843B-4D82-ACAE-307F659C6710}" type="parTrans" cxnId="{EA2C217A-5BBF-4435-9F5B-0883B361B148}">
      <dgm:prSet/>
      <dgm:spPr/>
      <dgm:t>
        <a:bodyPr/>
        <a:lstStyle/>
        <a:p>
          <a:endParaRPr lang="en-US"/>
        </a:p>
      </dgm:t>
    </dgm:pt>
    <dgm:pt modelId="{1ED23F48-7363-4CE9-8B2C-FED4F4DB44AD}" type="sibTrans" cxnId="{EA2C217A-5BBF-4435-9F5B-0883B361B148}">
      <dgm:prSet/>
      <dgm:spPr/>
      <dgm:t>
        <a:bodyPr/>
        <a:lstStyle/>
        <a:p>
          <a:endParaRPr lang="en-US"/>
        </a:p>
      </dgm:t>
    </dgm:pt>
    <dgm:pt modelId="{53A706F1-7BE7-4B65-8C79-64D92BB217B0}">
      <dgm:prSet phldrT="[Text]" custT="1"/>
      <dgm:spPr/>
      <dgm:t>
        <a:bodyPr/>
        <a:lstStyle/>
        <a:p>
          <a:r>
            <a:rPr lang="en-US" sz="2800" dirty="0"/>
            <a:t>using experimental data to learn about the sources of modeling uncertainty</a:t>
          </a:r>
        </a:p>
      </dgm:t>
    </dgm:pt>
    <dgm:pt modelId="{84C15831-477D-44C5-8EF7-3058C1722A7A}" type="parTrans" cxnId="{3517BC94-0B70-4749-8E13-46F75F6A0C6C}">
      <dgm:prSet/>
      <dgm:spPr/>
      <dgm:t>
        <a:bodyPr/>
        <a:lstStyle/>
        <a:p>
          <a:endParaRPr lang="en-US"/>
        </a:p>
      </dgm:t>
    </dgm:pt>
    <dgm:pt modelId="{F24A94F5-7CF3-43C4-BDCF-42C4BCCE841B}" type="sibTrans" cxnId="{3517BC94-0B70-4749-8E13-46F75F6A0C6C}">
      <dgm:prSet/>
      <dgm:spPr/>
      <dgm:t>
        <a:bodyPr/>
        <a:lstStyle/>
        <a:p>
          <a:endParaRPr lang="en-US"/>
        </a:p>
      </dgm:t>
    </dgm:pt>
    <dgm:pt modelId="{F6BC2A56-8E24-4633-9F0F-74F252669F27}" type="pres">
      <dgm:prSet presAssocID="{1E7982B6-261F-4E0D-85CF-AFB8898FA926}" presName="Name0" presStyleCnt="0">
        <dgm:presLayoutVars>
          <dgm:dir/>
          <dgm:animLvl val="lvl"/>
          <dgm:resizeHandles/>
        </dgm:presLayoutVars>
      </dgm:prSet>
      <dgm:spPr/>
    </dgm:pt>
    <dgm:pt modelId="{5C9A9BF0-147B-4478-A0E6-6DFE025FBCAC}" type="pres">
      <dgm:prSet presAssocID="{6BD30B86-6E63-484E-9CF9-D5C6180BE587}" presName="linNode" presStyleCnt="0"/>
      <dgm:spPr/>
    </dgm:pt>
    <dgm:pt modelId="{40BCD131-2073-4EDE-9795-02928553C85F}" type="pres">
      <dgm:prSet presAssocID="{6BD30B86-6E63-484E-9CF9-D5C6180BE587}" presName="parentShp" presStyleLbl="node1" presStyleIdx="0" presStyleCnt="2" custLinFactNeighborY="-26">
        <dgm:presLayoutVars>
          <dgm:bulletEnabled val="1"/>
        </dgm:presLayoutVars>
      </dgm:prSet>
      <dgm:spPr/>
    </dgm:pt>
    <dgm:pt modelId="{234E15B5-1992-433F-AE7A-2BD232D5F9C1}" type="pres">
      <dgm:prSet presAssocID="{6BD30B86-6E63-484E-9CF9-D5C6180BE587}" presName="childShp" presStyleLbl="bgAccFollowNode1" presStyleIdx="0" presStyleCnt="2" custLinFactNeighborX="-358" custLinFactNeighborY="-26">
        <dgm:presLayoutVars>
          <dgm:bulletEnabled val="1"/>
        </dgm:presLayoutVars>
      </dgm:prSet>
      <dgm:spPr/>
    </dgm:pt>
    <dgm:pt modelId="{147B896B-C0B3-4FD6-BB5D-C71145D3502F}" type="pres">
      <dgm:prSet presAssocID="{C3B58F22-DF41-4CBC-A43D-5B82C008BEF1}" presName="spacing" presStyleCnt="0"/>
      <dgm:spPr/>
    </dgm:pt>
    <dgm:pt modelId="{C8195DB9-FD51-4F69-B60F-250E8247B09B}" type="pres">
      <dgm:prSet presAssocID="{8813CC15-E3AF-4EE9-8CC3-08E0DF124B2B}" presName="linNode" presStyleCnt="0"/>
      <dgm:spPr/>
    </dgm:pt>
    <dgm:pt modelId="{116AF5B1-E45C-4738-8EBC-F071EB4E45FD}" type="pres">
      <dgm:prSet presAssocID="{8813CC15-E3AF-4EE9-8CC3-08E0DF124B2B}" presName="parentShp" presStyleLbl="node1" presStyleIdx="1" presStyleCnt="2">
        <dgm:presLayoutVars>
          <dgm:bulletEnabled val="1"/>
        </dgm:presLayoutVars>
      </dgm:prSet>
      <dgm:spPr/>
    </dgm:pt>
    <dgm:pt modelId="{AF97286F-DE4D-4D21-923A-0C8E3289DDB2}" type="pres">
      <dgm:prSet presAssocID="{8813CC15-E3AF-4EE9-8CC3-08E0DF124B2B}" presName="childShp" presStyleLbl="bgAccFollowNode1" presStyleIdx="1" presStyleCnt="2">
        <dgm:presLayoutVars>
          <dgm:bulletEnabled val="1"/>
        </dgm:presLayoutVars>
      </dgm:prSet>
      <dgm:spPr/>
    </dgm:pt>
  </dgm:ptLst>
  <dgm:cxnLst>
    <dgm:cxn modelId="{51D2EB02-6BD6-422D-9314-1F385B053707}" type="presOf" srcId="{6BD30B86-6E63-484E-9CF9-D5C6180BE587}" destId="{40BCD131-2073-4EDE-9795-02928553C85F}" srcOrd="0" destOrd="0" presId="urn:microsoft.com/office/officeart/2005/8/layout/vList6"/>
    <dgm:cxn modelId="{DA6BDA08-0FC6-4E53-AB47-241F6623AEF4}" type="presOf" srcId="{1E7982B6-261F-4E0D-85CF-AFB8898FA926}" destId="{F6BC2A56-8E24-4633-9F0F-74F252669F27}" srcOrd="0" destOrd="0" presId="urn:microsoft.com/office/officeart/2005/8/layout/vList6"/>
    <dgm:cxn modelId="{A4404D18-9CBF-4384-8998-477683FAA36D}" type="presOf" srcId="{6B2FAED9-D35B-40EF-8571-857622692A77}" destId="{234E15B5-1992-433F-AE7A-2BD232D5F9C1}" srcOrd="0" destOrd="0" presId="urn:microsoft.com/office/officeart/2005/8/layout/vList6"/>
    <dgm:cxn modelId="{EA2C217A-5BBF-4435-9F5B-0883B361B148}" srcId="{1E7982B6-261F-4E0D-85CF-AFB8898FA926}" destId="{8813CC15-E3AF-4EE9-8CC3-08E0DF124B2B}" srcOrd="1" destOrd="0" parTransId="{CE7CB66D-843B-4D82-ACAE-307F659C6710}" sibTransId="{1ED23F48-7363-4CE9-8B2C-FED4F4DB44AD}"/>
    <dgm:cxn modelId="{3517BC94-0B70-4749-8E13-46F75F6A0C6C}" srcId="{8813CC15-E3AF-4EE9-8CC3-08E0DF124B2B}" destId="{53A706F1-7BE7-4B65-8C79-64D92BB217B0}" srcOrd="0" destOrd="0" parTransId="{84C15831-477D-44C5-8EF7-3058C1722A7A}" sibTransId="{F24A94F5-7CF3-43C4-BDCF-42C4BCCE841B}"/>
    <dgm:cxn modelId="{A1F09CA7-7683-4B05-9E24-EA96970D0CE2}" type="presOf" srcId="{53A706F1-7BE7-4B65-8C79-64D92BB217B0}" destId="{AF97286F-DE4D-4D21-923A-0C8E3289DDB2}" srcOrd="0" destOrd="0" presId="urn:microsoft.com/office/officeart/2005/8/layout/vList6"/>
    <dgm:cxn modelId="{A0405EAE-990B-4F20-B289-67131FB4278D}" type="presOf" srcId="{8813CC15-E3AF-4EE9-8CC3-08E0DF124B2B}" destId="{116AF5B1-E45C-4738-8EBC-F071EB4E45FD}" srcOrd="0" destOrd="0" presId="urn:microsoft.com/office/officeart/2005/8/layout/vList6"/>
    <dgm:cxn modelId="{412359B2-18DB-4350-846A-9E645FB4A7EF}" srcId="{6BD30B86-6E63-484E-9CF9-D5C6180BE587}" destId="{6B2FAED9-D35B-40EF-8571-857622692A77}" srcOrd="0" destOrd="0" parTransId="{36446724-EDA3-4799-BE41-305A8FE567CC}" sibTransId="{9C197227-3985-4A0F-8C70-6DA014A00B96}"/>
    <dgm:cxn modelId="{4C1FD9F4-5CD8-42FF-ACF4-CE191FA36AEB}" srcId="{1E7982B6-261F-4E0D-85CF-AFB8898FA926}" destId="{6BD30B86-6E63-484E-9CF9-D5C6180BE587}" srcOrd="0" destOrd="0" parTransId="{E550FB3D-3EE7-453C-9528-C2A578C98294}" sibTransId="{C3B58F22-DF41-4CBC-A43D-5B82C008BEF1}"/>
    <dgm:cxn modelId="{36754631-76C3-48D8-9A08-076AD0002927}" type="presParOf" srcId="{F6BC2A56-8E24-4633-9F0F-74F252669F27}" destId="{5C9A9BF0-147B-4478-A0E6-6DFE025FBCAC}" srcOrd="0" destOrd="0" presId="urn:microsoft.com/office/officeart/2005/8/layout/vList6"/>
    <dgm:cxn modelId="{B62D4D64-F963-4188-9EBB-A1FCD2D788A1}" type="presParOf" srcId="{5C9A9BF0-147B-4478-A0E6-6DFE025FBCAC}" destId="{40BCD131-2073-4EDE-9795-02928553C85F}" srcOrd="0" destOrd="0" presId="urn:microsoft.com/office/officeart/2005/8/layout/vList6"/>
    <dgm:cxn modelId="{D79D9F45-60D5-4931-8000-F4313BB970EC}" type="presParOf" srcId="{5C9A9BF0-147B-4478-A0E6-6DFE025FBCAC}" destId="{234E15B5-1992-433F-AE7A-2BD232D5F9C1}" srcOrd="1" destOrd="0" presId="urn:microsoft.com/office/officeart/2005/8/layout/vList6"/>
    <dgm:cxn modelId="{C96FDB45-8DA8-4286-99A5-492ABF5FC4B2}" type="presParOf" srcId="{F6BC2A56-8E24-4633-9F0F-74F252669F27}" destId="{147B896B-C0B3-4FD6-BB5D-C71145D3502F}" srcOrd="1" destOrd="0" presId="urn:microsoft.com/office/officeart/2005/8/layout/vList6"/>
    <dgm:cxn modelId="{F7BFAE50-D638-4DE9-A0B3-E3CE5E5F8963}" type="presParOf" srcId="{F6BC2A56-8E24-4633-9F0F-74F252669F27}" destId="{C8195DB9-FD51-4F69-B60F-250E8247B09B}" srcOrd="2" destOrd="0" presId="urn:microsoft.com/office/officeart/2005/8/layout/vList6"/>
    <dgm:cxn modelId="{854C853F-1733-4F57-9FAA-5E4AC053F8A2}" type="presParOf" srcId="{C8195DB9-FD51-4F69-B60F-250E8247B09B}" destId="{116AF5B1-E45C-4738-8EBC-F071EB4E45FD}" srcOrd="0" destOrd="0" presId="urn:microsoft.com/office/officeart/2005/8/layout/vList6"/>
    <dgm:cxn modelId="{BC2874F3-D691-486F-BE9C-33A6E7CBEBAE}" type="presParOf" srcId="{C8195DB9-FD51-4F69-B60F-250E8247B09B}" destId="{AF97286F-DE4D-4D21-923A-0C8E3289DDB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dgm:t>
        <a:bodyPr/>
        <a:lstStyle/>
        <a:p>
          <a:r>
            <a:rPr lang="en-US" sz="1600" dirty="0"/>
            <a:t>Objective 1: Understand the key drivers of impact of malaria interventions in Ghana</a:t>
          </a:r>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a:t>Objective 3: Simulate the impact of malaria interventions in Ghana in order to support decisions for strategic planning </a:t>
          </a:r>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a:t>Objective 2: Develop a novel inference framework for calibrating the OpenMalaria model at a higher spatial resolution</a:t>
          </a:r>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pt>
  </dgm:ptLst>
  <dgm:cxnLst>
    <dgm:cxn modelId="{F22C7F00-EA54-4BAA-BAA8-3902A209A289}" srcId="{34DA2E1C-0015-4D0A-9271-50F46B3BC8A9}" destId="{B7A7EA82-523F-4CF9-A5EE-B7644BD728C8}" srcOrd="0" destOrd="0" parTransId="{74C039AF-64ED-4098-99B1-96742542C3A1}" sibTransId="{1EEF7536-549D-4C4C-8608-47F7B5BFA429}"/>
    <dgm:cxn modelId="{2B570D05-5E16-42D3-A705-6150C885FD22}" srcId="{34DA2E1C-0015-4D0A-9271-50F46B3BC8A9}" destId="{39C5026A-70DB-44B0-99E9-240E7EE12322}" srcOrd="1" destOrd="0" parTransId="{3B4B5825-9D1B-4EF7-BEB4-501FFF1212B7}" sibTransId="{2E5475A2-F899-4FAB-AB3A-0505D18E2C8F}"/>
    <dgm:cxn modelId="{0D3DD417-99A7-4A01-9843-B35F2D94E5D7}" type="presOf" srcId="{B7A7EA82-523F-4CF9-A5EE-B7644BD728C8}" destId="{5E73E2A8-82C3-489B-9C27-4D9F4835CBBB}" srcOrd="0" destOrd="0" presId="urn:microsoft.com/office/officeart/2005/8/layout/chevron1"/>
    <dgm:cxn modelId="{AF9BBD6B-0C50-431F-B4DF-CBEB99E89DF6}" type="presOf" srcId="{92D4D07F-124D-4D0D-B352-090442024928}" destId="{DA19C7B6-2CC0-4AB1-8ECC-BCAA75C85DFF}" srcOrd="0" destOrd="0" presId="urn:microsoft.com/office/officeart/2005/8/layout/chevron1"/>
    <dgm:cxn modelId="{A5DCE7AF-5239-4BE8-8E4E-F610BF93D11F}" type="presOf" srcId="{34DA2E1C-0015-4D0A-9271-50F46B3BC8A9}" destId="{6B655AFE-4055-452C-91A1-35373C7D485F}"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2CCFB7E1-532E-4E32-9FC4-1D51D8325541}" type="presOf" srcId="{39C5026A-70DB-44B0-99E9-240E7EE12322}" destId="{5796A450-ACCF-47F3-AB14-58D05BC160FC}" srcOrd="0" destOrd="0" presId="urn:microsoft.com/office/officeart/2005/8/layout/chevron1"/>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a:solidFill>
          <a:schemeClr val="bg2">
            <a:lumMod val="40000"/>
            <a:lumOff val="60000"/>
          </a:schemeClr>
        </a:solidFill>
      </dgm:spPr>
      <dgm:t>
        <a:bodyPr/>
        <a:lstStyle/>
        <a:p>
          <a:r>
            <a:rPr lang="en-US" sz="1600" dirty="0"/>
            <a:t>Objective 1: Understand the key drivers of impact of interventions in Ghana</a:t>
          </a:r>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a:t>Objective 3: Simulate the impact of malaria interventions in Ghana in order to support decisions for strategic planning </a:t>
          </a:r>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accent2">
            <a:lumMod val="75000"/>
          </a:schemeClr>
        </a:solidFill>
      </dgm:spPr>
      <dgm:t>
        <a:bodyPr/>
        <a:lstStyle/>
        <a:p>
          <a:r>
            <a:rPr lang="en-US" sz="1600" dirty="0"/>
            <a:t>Objective 2: Develop an efficient inference framework for calibrating the OpenMalaria model at a higher spatial resolution</a:t>
          </a:r>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pt>
  </dgm:ptLst>
  <dgm:cxnLst>
    <dgm:cxn modelId="{F22C7F00-EA54-4BAA-BAA8-3902A209A289}" srcId="{34DA2E1C-0015-4D0A-9271-50F46B3BC8A9}" destId="{B7A7EA82-523F-4CF9-A5EE-B7644BD728C8}" srcOrd="0" destOrd="0" parTransId="{74C039AF-64ED-4098-99B1-96742542C3A1}" sibTransId="{1EEF7536-549D-4C4C-8608-47F7B5BFA429}"/>
    <dgm:cxn modelId="{2B570D05-5E16-42D3-A705-6150C885FD22}" srcId="{34DA2E1C-0015-4D0A-9271-50F46B3BC8A9}" destId="{39C5026A-70DB-44B0-99E9-240E7EE12322}" srcOrd="1" destOrd="0" parTransId="{3B4B5825-9D1B-4EF7-BEB4-501FFF1212B7}" sibTransId="{2E5475A2-F899-4FAB-AB3A-0505D18E2C8F}"/>
    <dgm:cxn modelId="{0D3DD417-99A7-4A01-9843-B35F2D94E5D7}" type="presOf" srcId="{B7A7EA82-523F-4CF9-A5EE-B7644BD728C8}" destId="{5E73E2A8-82C3-489B-9C27-4D9F4835CBBB}" srcOrd="0" destOrd="0" presId="urn:microsoft.com/office/officeart/2005/8/layout/chevron1"/>
    <dgm:cxn modelId="{AF9BBD6B-0C50-431F-B4DF-CBEB99E89DF6}" type="presOf" srcId="{92D4D07F-124D-4D0D-B352-090442024928}" destId="{DA19C7B6-2CC0-4AB1-8ECC-BCAA75C85DFF}" srcOrd="0" destOrd="0" presId="urn:microsoft.com/office/officeart/2005/8/layout/chevron1"/>
    <dgm:cxn modelId="{A5DCE7AF-5239-4BE8-8E4E-F610BF93D11F}" type="presOf" srcId="{34DA2E1C-0015-4D0A-9271-50F46B3BC8A9}" destId="{6B655AFE-4055-452C-91A1-35373C7D485F}"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2CCFB7E1-532E-4E32-9FC4-1D51D8325541}" type="presOf" srcId="{39C5026A-70DB-44B0-99E9-240E7EE12322}" destId="{5796A450-ACCF-47F3-AB14-58D05BC160FC}" srcOrd="0" destOrd="0" presId="urn:microsoft.com/office/officeart/2005/8/layout/chevron1"/>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a:solidFill>
          <a:schemeClr val="bg2">
            <a:lumMod val="40000"/>
            <a:lumOff val="60000"/>
          </a:schemeClr>
        </a:solidFill>
      </dgm:spPr>
      <dgm:t>
        <a:bodyPr/>
        <a:lstStyle/>
        <a:p>
          <a:r>
            <a:rPr lang="en-US" sz="1600" dirty="0"/>
            <a:t>Objective 1: Understand the key drivers of impact of interventions in Ghana</a:t>
          </a:r>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accent2">
            <a:lumMod val="75000"/>
          </a:schemeClr>
        </a:solidFill>
      </dgm:spPr>
      <dgm:t>
        <a:bodyPr/>
        <a:lstStyle/>
        <a:p>
          <a:r>
            <a:rPr lang="en-US" sz="1600" dirty="0"/>
            <a:t>Objective 3: Simulate the impact of malaria interventions in Ghana in order to support decisions for strategic planning </a:t>
          </a:r>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a:t>Objective 2: Develop a novel inference framework for calibrating the OpenMalaria model at a higher spatial resolution</a:t>
          </a:r>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pt>
  </dgm:ptLst>
  <dgm:cxnLst>
    <dgm:cxn modelId="{F22C7F00-EA54-4BAA-BAA8-3902A209A289}" srcId="{34DA2E1C-0015-4D0A-9271-50F46B3BC8A9}" destId="{B7A7EA82-523F-4CF9-A5EE-B7644BD728C8}" srcOrd="0" destOrd="0" parTransId="{74C039AF-64ED-4098-99B1-96742542C3A1}" sibTransId="{1EEF7536-549D-4C4C-8608-47F7B5BFA429}"/>
    <dgm:cxn modelId="{2B570D05-5E16-42D3-A705-6150C885FD22}" srcId="{34DA2E1C-0015-4D0A-9271-50F46B3BC8A9}" destId="{39C5026A-70DB-44B0-99E9-240E7EE12322}" srcOrd="1" destOrd="0" parTransId="{3B4B5825-9D1B-4EF7-BEB4-501FFF1212B7}" sibTransId="{2E5475A2-F899-4FAB-AB3A-0505D18E2C8F}"/>
    <dgm:cxn modelId="{0D3DD417-99A7-4A01-9843-B35F2D94E5D7}" type="presOf" srcId="{B7A7EA82-523F-4CF9-A5EE-B7644BD728C8}" destId="{5E73E2A8-82C3-489B-9C27-4D9F4835CBBB}" srcOrd="0" destOrd="0" presId="urn:microsoft.com/office/officeart/2005/8/layout/chevron1"/>
    <dgm:cxn modelId="{AF9BBD6B-0C50-431F-B4DF-CBEB99E89DF6}" type="presOf" srcId="{92D4D07F-124D-4D0D-B352-090442024928}" destId="{DA19C7B6-2CC0-4AB1-8ECC-BCAA75C85DFF}" srcOrd="0" destOrd="0" presId="urn:microsoft.com/office/officeart/2005/8/layout/chevron1"/>
    <dgm:cxn modelId="{A5DCE7AF-5239-4BE8-8E4E-F610BF93D11F}" type="presOf" srcId="{34DA2E1C-0015-4D0A-9271-50F46B3BC8A9}" destId="{6B655AFE-4055-452C-91A1-35373C7D485F}"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2CCFB7E1-532E-4E32-9FC4-1D51D8325541}" type="presOf" srcId="{39C5026A-70DB-44B0-99E9-240E7EE12322}" destId="{5796A450-ACCF-47F3-AB14-58D05BC160FC}" srcOrd="0" destOrd="0" presId="urn:microsoft.com/office/officeart/2005/8/layout/chevron1"/>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A94B04-561F-4A3F-8A13-B44A66714783}">
      <dsp:nvSpPr>
        <dsp:cNvPr id="0" name=""/>
        <dsp:cNvSpPr/>
      </dsp:nvSpPr>
      <dsp:spPr>
        <a:xfrm>
          <a:off x="1872300" y="288891"/>
          <a:ext cx="4788063" cy="1662831"/>
        </a:xfrm>
        <a:prstGeom prst="ellipse">
          <a:avLst/>
        </a:prstGeom>
        <a:solidFill>
          <a:schemeClr val="accent1">
            <a:tint val="50000"/>
            <a:alpha val="40000"/>
            <a:hueOff val="0"/>
            <a:satOff val="0"/>
            <a:lumOff val="0"/>
            <a:alphaOff val="0"/>
          </a:schemeClr>
        </a:solidFill>
        <a:ln>
          <a:noFill/>
        </a:ln>
        <a:effectLst/>
        <a:scene3d>
          <a:camera prst="orthographicFront"/>
          <a:lightRig rig="chilly" dir="t"/>
        </a:scene3d>
        <a:sp3d z="-152400" prstMaterial="matte"/>
      </dsp:spPr>
      <dsp:style>
        <a:lnRef idx="0">
          <a:scrgbClr r="0" g="0" b="0"/>
        </a:lnRef>
        <a:fillRef idx="1">
          <a:scrgbClr r="0" g="0" b="0"/>
        </a:fillRef>
        <a:effectRef idx="0">
          <a:scrgbClr r="0" g="0" b="0"/>
        </a:effectRef>
        <a:fontRef idx="minor"/>
      </dsp:style>
    </dsp:sp>
    <dsp:sp modelId="{C1014973-C0C6-4B89-8792-C5B357FF1720}">
      <dsp:nvSpPr>
        <dsp:cNvPr id="0" name=""/>
        <dsp:cNvSpPr/>
      </dsp:nvSpPr>
      <dsp:spPr>
        <a:xfrm>
          <a:off x="3809795" y="4360601"/>
          <a:ext cx="927919" cy="593868"/>
        </a:xfrm>
        <a:prstGeom prst="downArrow">
          <a:avLst/>
        </a:prstGeom>
        <a:solidFill>
          <a:schemeClr val="accent1">
            <a:tint val="6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157FB8B2-163E-43AA-9EC8-EEB7D217E086}">
      <dsp:nvSpPr>
        <dsp:cNvPr id="0" name=""/>
        <dsp:cNvSpPr/>
      </dsp:nvSpPr>
      <dsp:spPr>
        <a:xfrm>
          <a:off x="2340090" y="4930961"/>
          <a:ext cx="3867329" cy="922971"/>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234696" tIns="234696" rIns="234696" bIns="234696" numCol="1" spcCol="1270" anchor="ctr" anchorCtr="0">
          <a:noAutofit/>
        </a:bodyPr>
        <a:lstStyle/>
        <a:p>
          <a:pPr marL="0" lvl="0" indent="0" algn="ctr" defTabSz="1466850">
            <a:lnSpc>
              <a:spcPct val="90000"/>
            </a:lnSpc>
            <a:spcBef>
              <a:spcPct val="0"/>
            </a:spcBef>
            <a:spcAft>
              <a:spcPct val="35000"/>
            </a:spcAft>
            <a:buNone/>
          </a:pPr>
          <a:r>
            <a:rPr lang="en-US" sz="3300" b="1" kern="1200" dirty="0"/>
            <a:t>Model output</a:t>
          </a:r>
        </a:p>
      </dsp:txBody>
      <dsp:txXfrm>
        <a:off x="2340090" y="4930961"/>
        <a:ext cx="3867329" cy="922971"/>
      </dsp:txXfrm>
    </dsp:sp>
    <dsp:sp modelId="{7EB7BEDA-EAA0-4588-9965-61DB484A81FA}">
      <dsp:nvSpPr>
        <dsp:cNvPr id="0" name=""/>
        <dsp:cNvSpPr/>
      </dsp:nvSpPr>
      <dsp:spPr>
        <a:xfrm>
          <a:off x="3529722" y="2063260"/>
          <a:ext cx="1836962" cy="1704027"/>
        </a:xfrm>
        <a:prstGeom prst="ellipse">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Observation uncertainty</a:t>
          </a:r>
        </a:p>
      </dsp:txBody>
      <dsp:txXfrm>
        <a:off x="3798739" y="2312809"/>
        <a:ext cx="1298928" cy="1204929"/>
      </dsp:txXfrm>
    </dsp:sp>
    <dsp:sp modelId="{D34CBCCF-7B05-46AA-9DEC-C91D8F452F47}">
      <dsp:nvSpPr>
        <dsp:cNvPr id="0" name=""/>
        <dsp:cNvSpPr/>
      </dsp:nvSpPr>
      <dsp:spPr>
        <a:xfrm>
          <a:off x="2417916" y="827085"/>
          <a:ext cx="1670254" cy="1670254"/>
        </a:xfrm>
        <a:prstGeom prst="ellipse">
          <a:avLst/>
        </a:prstGeom>
        <a:solidFill>
          <a:srgbClr val="C0000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de-CH" sz="1800" kern="1200" dirty="0"/>
            <a:t>Parameter uncertainty</a:t>
          </a:r>
          <a:endParaRPr lang="en-US" sz="1800" kern="1200" dirty="0"/>
        </a:p>
      </dsp:txBody>
      <dsp:txXfrm>
        <a:off x="2662519" y="1071688"/>
        <a:ext cx="1181048" cy="1181048"/>
      </dsp:txXfrm>
    </dsp:sp>
    <dsp:sp modelId="{F5C58BDE-6AAD-48C2-92F8-600F87DDA1E7}">
      <dsp:nvSpPr>
        <dsp:cNvPr id="0" name=""/>
        <dsp:cNvSpPr/>
      </dsp:nvSpPr>
      <dsp:spPr>
        <a:xfrm>
          <a:off x="4695562" y="665241"/>
          <a:ext cx="1670254" cy="1670254"/>
        </a:xfrm>
        <a:prstGeom prst="ellipse">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Stochastic uncertainty</a:t>
          </a:r>
        </a:p>
      </dsp:txBody>
      <dsp:txXfrm>
        <a:off x="4940165" y="909844"/>
        <a:ext cx="1181048" cy="1181048"/>
      </dsp:txXfrm>
    </dsp:sp>
    <dsp:sp modelId="{4510A7FD-85AA-4037-BBEA-3F9A69AB7F58}">
      <dsp:nvSpPr>
        <dsp:cNvPr id="0" name=""/>
        <dsp:cNvSpPr/>
      </dsp:nvSpPr>
      <dsp:spPr>
        <a:xfrm>
          <a:off x="1662226" y="70199"/>
          <a:ext cx="5196347" cy="4157078"/>
        </a:xfrm>
        <a:prstGeom prst="funnel">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lightRig rig="chilly" dir="t"/>
        </a:scene3d>
        <a:sp3d prstMaterial="dkEdge">
          <a:bevelT w="127000" h="25400"/>
        </a:sp3d>
      </dsp:spPr>
      <dsp:style>
        <a:lnRef idx="1">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E15B5-1992-433F-AE7A-2BD232D5F9C1}">
      <dsp:nvSpPr>
        <dsp:cNvPr id="0" name=""/>
        <dsp:cNvSpPr/>
      </dsp:nvSpPr>
      <dsp:spPr>
        <a:xfrm>
          <a:off x="3239560" y="0"/>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a:t>Investigates the impacts of random input values of model parameters on model outputs</a:t>
          </a:r>
        </a:p>
      </dsp:txBody>
      <dsp:txXfrm>
        <a:off x="3239560" y="293504"/>
        <a:ext cx="3996288" cy="1761024"/>
      </dsp:txXfrm>
    </dsp:sp>
    <dsp:sp modelId="{40BCD131-2073-4EDE-9795-02928553C85F}">
      <dsp:nvSpPr>
        <dsp:cNvPr id="0" name=""/>
        <dsp:cNvSpPr/>
      </dsp:nvSpPr>
      <dsp:spPr>
        <a:xfrm>
          <a:off x="0" y="0"/>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Forward Propagation of Uncertainty</a:t>
          </a:r>
        </a:p>
      </dsp:txBody>
      <dsp:txXfrm>
        <a:off x="114621" y="114621"/>
        <a:ext cx="3021958" cy="2118790"/>
      </dsp:txXfrm>
    </dsp:sp>
    <dsp:sp modelId="{AF97286F-DE4D-4D21-923A-0C8E3289DDB2}">
      <dsp:nvSpPr>
        <dsp:cNvPr id="0" name=""/>
        <dsp:cNvSpPr/>
      </dsp:nvSpPr>
      <dsp:spPr>
        <a:xfrm>
          <a:off x="3251199" y="2583438"/>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a:t>using experimental data to learn about the sources of modeling uncertainty</a:t>
          </a:r>
        </a:p>
      </dsp:txBody>
      <dsp:txXfrm>
        <a:off x="3251199" y="2876942"/>
        <a:ext cx="3996288" cy="1761024"/>
      </dsp:txXfrm>
    </dsp:sp>
    <dsp:sp modelId="{116AF5B1-E45C-4738-8EBC-F071EB4E45FD}">
      <dsp:nvSpPr>
        <dsp:cNvPr id="0" name=""/>
        <dsp:cNvSpPr/>
      </dsp:nvSpPr>
      <dsp:spPr>
        <a:xfrm>
          <a:off x="0" y="2583438"/>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Inverse Uncertainty Quantification</a:t>
          </a:r>
        </a:p>
      </dsp:txBody>
      <dsp:txXfrm>
        <a:off x="114621" y="2698059"/>
        <a:ext cx="3021958" cy="21187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1: Understand the key drivers of impact of malaria interventions in Ghana</a:t>
          </a:r>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2: Develop a novel inference framework for calibrating the OpenMalaria model at a higher spatial resolution</a:t>
          </a:r>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3: Simulate the impact of malaria interventions in Ghana in order to support decisions for strategic planning </a:t>
          </a:r>
        </a:p>
      </dsp:txBody>
      <dsp:txXfrm>
        <a:off x="8327350" y="0"/>
        <a:ext cx="3370420" cy="9813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1: Understand the key drivers of impact of interventions in Ghana</a:t>
          </a:r>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2: Develop an efficient inference framework for calibrating the OpenMalaria model at a higher spatial resolution</a:t>
          </a:r>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3: Simulate the impact of malaria interventions in Ghana in order to support decisions for strategic planning </a:t>
          </a:r>
        </a:p>
      </dsp:txBody>
      <dsp:txXfrm>
        <a:off x="8327350" y="0"/>
        <a:ext cx="3370420" cy="9813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1: Understand the key drivers of impact of interventions in Ghana</a:t>
          </a:r>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2: Develop a novel inference framework for calibrating the OpenMalaria model at a higher spatial resolution</a:t>
          </a:r>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Objective 3: Simulate the impact of malaria interventions in Ghana in order to support decisions for strategic planning </a:t>
          </a:r>
        </a:p>
      </dsp:txBody>
      <dsp:txXfrm>
        <a:off x="8327350" y="0"/>
        <a:ext cx="3370420" cy="981314"/>
      </dsp:txXfrm>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4CD10-4918-4E51-B6DD-022074F71AA5}" type="datetimeFigureOut">
              <a:rPr lang="de-CH" smtClean="0"/>
              <a:t>01.06.2026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245CD5-42B9-4DA6-8A94-762928A15207}" type="slidenum">
              <a:rPr lang="de-CH" smtClean="0"/>
              <a:t>‹#›</a:t>
            </a:fld>
            <a:endParaRPr lang="de-CH"/>
          </a:p>
        </p:txBody>
      </p:sp>
    </p:spTree>
    <p:extLst>
      <p:ext uri="{BB962C8B-B14F-4D97-AF65-F5344CB8AC3E}">
        <p14:creationId xmlns:p14="http://schemas.microsoft.com/office/powerpoint/2010/main" val="2000171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1243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90892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04745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2e9de4d3219_0_16: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a:t>In the context of ABMs, there are several acknowledged sources from which uncertainty can originate and then propagate through the model.</a:t>
            </a:r>
          </a:p>
          <a:p>
            <a:pPr marL="171450" lvl="0" indent="-171450" algn="l" rtl="0">
              <a:lnSpc>
                <a:spcPct val="117999"/>
              </a:lnSpc>
              <a:spcBef>
                <a:spcPts val="0"/>
              </a:spcBef>
              <a:spcAft>
                <a:spcPts val="0"/>
              </a:spcAft>
              <a:buSzPts val="1300"/>
              <a:buFont typeface="Arial" panose="020B0604020202020204" pitchFamily="34" charset="0"/>
              <a:buChar char="•"/>
            </a:pPr>
            <a:r>
              <a:rPr lang="en-US" dirty="0"/>
              <a:t> there are </a:t>
            </a:r>
            <a:r>
              <a:rPr lang="en-US" dirty="0" err="1"/>
              <a:t>often</a:t>
            </a:r>
            <a:r>
              <a:rPr lang="en-US" dirty="0"/>
              <a:t> uncertainties in the real-world process that an ABM is designed to simulate. This can be because any observations taken are inaccurate or because the system is stochastic and, therefore, multiple observations lead to different results</a:t>
            </a:r>
            <a:endParaRPr dirty="0"/>
          </a:p>
        </p:txBody>
      </p:sp>
      <p:sp>
        <p:nvSpPr>
          <p:cNvPr id="507" name="Google Shape;507;g2e9de4d321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745612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836276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98173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643475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427942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42096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a:t>To address uncertainties, we identify and quantify the various sources of uncertainty</a:t>
            </a:r>
            <a:r>
              <a:rPr lang="en-US" baseline="0" dirty="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061700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a:t>To address uncertainties, we identify and quantify the various sources of uncertainty</a:t>
            </a:r>
            <a:r>
              <a:rPr lang="en-US" baseline="0" dirty="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607814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a:t>LLINs</a:t>
            </a:r>
            <a:r>
              <a:rPr lang="de-CH" baseline="0" dirty="0"/>
              <a:t> </a:t>
            </a:r>
            <a:r>
              <a:rPr lang="de-CH" baseline="0" dirty="0" err="1"/>
              <a:t>is</a:t>
            </a:r>
            <a:r>
              <a:rPr lang="de-CH" baseline="0" dirty="0"/>
              <a:t> </a:t>
            </a:r>
            <a:r>
              <a:rPr lang="de-CH" baseline="0" dirty="0" err="1"/>
              <a:t>the</a:t>
            </a:r>
            <a:r>
              <a:rPr lang="de-CH" baseline="0" dirty="0"/>
              <a:t> </a:t>
            </a:r>
            <a:r>
              <a:rPr lang="de-CH" baseline="0" dirty="0" err="1"/>
              <a:t>most</a:t>
            </a:r>
            <a:r>
              <a:rPr lang="de-CH" baseline="0" dirty="0"/>
              <a:t> </a:t>
            </a:r>
            <a:r>
              <a:rPr lang="de-CH" baseline="0" dirty="0" err="1"/>
              <a:t>influential</a:t>
            </a:r>
            <a:r>
              <a:rPr lang="de-CH" baseline="0" dirty="0"/>
              <a:t> in </a:t>
            </a:r>
            <a:r>
              <a:rPr lang="de-CH" baseline="0" dirty="0" err="1"/>
              <a:t>determining</a:t>
            </a:r>
            <a:r>
              <a:rPr lang="de-CH" baseline="0" dirty="0"/>
              <a:t> </a:t>
            </a:r>
            <a:r>
              <a:rPr lang="de-CH" baseline="0" dirty="0" err="1"/>
              <a:t>the</a:t>
            </a:r>
            <a:r>
              <a:rPr lang="de-CH" baseline="0" dirty="0"/>
              <a:t> </a:t>
            </a:r>
            <a:r>
              <a:rPr lang="de-CH" baseline="0" dirty="0" err="1"/>
              <a:t>output</a:t>
            </a:r>
            <a:r>
              <a:rPr lang="de-CH" baseline="0" dirty="0"/>
              <a:t> </a:t>
            </a:r>
            <a:r>
              <a:rPr lang="de-CH" baseline="0" dirty="0" err="1"/>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744769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a:t>LLINs</a:t>
            </a:r>
            <a:r>
              <a:rPr lang="de-CH" baseline="0" dirty="0"/>
              <a:t> </a:t>
            </a:r>
            <a:r>
              <a:rPr lang="de-CH" baseline="0" dirty="0" err="1"/>
              <a:t>is</a:t>
            </a:r>
            <a:r>
              <a:rPr lang="de-CH" baseline="0" dirty="0"/>
              <a:t> </a:t>
            </a:r>
            <a:r>
              <a:rPr lang="de-CH" baseline="0" dirty="0" err="1"/>
              <a:t>the</a:t>
            </a:r>
            <a:r>
              <a:rPr lang="de-CH" baseline="0" dirty="0"/>
              <a:t> </a:t>
            </a:r>
            <a:r>
              <a:rPr lang="de-CH" baseline="0" dirty="0" err="1"/>
              <a:t>most</a:t>
            </a:r>
            <a:r>
              <a:rPr lang="de-CH" baseline="0" dirty="0"/>
              <a:t> </a:t>
            </a:r>
            <a:r>
              <a:rPr lang="de-CH" baseline="0" dirty="0" err="1"/>
              <a:t>influential</a:t>
            </a:r>
            <a:r>
              <a:rPr lang="de-CH" baseline="0" dirty="0"/>
              <a:t> in </a:t>
            </a:r>
            <a:r>
              <a:rPr lang="de-CH" baseline="0" dirty="0" err="1"/>
              <a:t>determining</a:t>
            </a:r>
            <a:r>
              <a:rPr lang="de-CH" baseline="0" dirty="0"/>
              <a:t> </a:t>
            </a:r>
            <a:r>
              <a:rPr lang="de-CH" baseline="0" dirty="0" err="1"/>
              <a:t>the</a:t>
            </a:r>
            <a:r>
              <a:rPr lang="de-CH" baseline="0" dirty="0"/>
              <a:t> </a:t>
            </a:r>
            <a:r>
              <a:rPr lang="de-CH" baseline="0" dirty="0" err="1"/>
              <a:t>output</a:t>
            </a:r>
            <a:r>
              <a:rPr lang="de-CH" baseline="0" dirty="0"/>
              <a:t> </a:t>
            </a:r>
            <a:r>
              <a:rPr lang="de-CH" baseline="0" dirty="0" err="1"/>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535695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a:t>LLINs</a:t>
            </a:r>
            <a:r>
              <a:rPr lang="de-CH" baseline="0" dirty="0"/>
              <a:t> </a:t>
            </a:r>
            <a:r>
              <a:rPr lang="de-CH" baseline="0" dirty="0" err="1"/>
              <a:t>is</a:t>
            </a:r>
            <a:r>
              <a:rPr lang="de-CH" baseline="0" dirty="0"/>
              <a:t> </a:t>
            </a:r>
            <a:r>
              <a:rPr lang="de-CH" baseline="0" dirty="0" err="1"/>
              <a:t>the</a:t>
            </a:r>
            <a:r>
              <a:rPr lang="de-CH" baseline="0" dirty="0"/>
              <a:t> </a:t>
            </a:r>
            <a:r>
              <a:rPr lang="de-CH" baseline="0" dirty="0" err="1"/>
              <a:t>most</a:t>
            </a:r>
            <a:r>
              <a:rPr lang="de-CH" baseline="0" dirty="0"/>
              <a:t> </a:t>
            </a:r>
            <a:r>
              <a:rPr lang="de-CH" baseline="0" dirty="0" err="1"/>
              <a:t>influential</a:t>
            </a:r>
            <a:r>
              <a:rPr lang="de-CH" baseline="0" dirty="0"/>
              <a:t> in </a:t>
            </a:r>
            <a:r>
              <a:rPr lang="de-CH" baseline="0" dirty="0" err="1"/>
              <a:t>determining</a:t>
            </a:r>
            <a:r>
              <a:rPr lang="de-CH" baseline="0" dirty="0"/>
              <a:t> </a:t>
            </a:r>
            <a:r>
              <a:rPr lang="de-CH" baseline="0" dirty="0" err="1"/>
              <a:t>the</a:t>
            </a:r>
            <a:r>
              <a:rPr lang="de-CH" baseline="0" dirty="0"/>
              <a:t> </a:t>
            </a:r>
            <a:r>
              <a:rPr lang="de-CH" baseline="0" dirty="0" err="1"/>
              <a:t>output</a:t>
            </a:r>
            <a:r>
              <a:rPr lang="de-CH" baseline="0" dirty="0"/>
              <a:t> </a:t>
            </a:r>
            <a:r>
              <a:rPr lang="de-CH" baseline="0" dirty="0" err="1"/>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00198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a:t>LLINs</a:t>
            </a:r>
            <a:r>
              <a:rPr lang="de-CH" baseline="0" dirty="0"/>
              <a:t> </a:t>
            </a:r>
            <a:r>
              <a:rPr lang="de-CH" baseline="0" dirty="0" err="1"/>
              <a:t>is</a:t>
            </a:r>
            <a:r>
              <a:rPr lang="de-CH" baseline="0" dirty="0"/>
              <a:t> </a:t>
            </a:r>
            <a:r>
              <a:rPr lang="de-CH" baseline="0" dirty="0" err="1"/>
              <a:t>the</a:t>
            </a:r>
            <a:r>
              <a:rPr lang="de-CH" baseline="0" dirty="0"/>
              <a:t> </a:t>
            </a:r>
            <a:r>
              <a:rPr lang="de-CH" baseline="0" dirty="0" err="1"/>
              <a:t>most</a:t>
            </a:r>
            <a:r>
              <a:rPr lang="de-CH" baseline="0" dirty="0"/>
              <a:t> </a:t>
            </a:r>
            <a:r>
              <a:rPr lang="de-CH" baseline="0" dirty="0" err="1"/>
              <a:t>influential</a:t>
            </a:r>
            <a:r>
              <a:rPr lang="de-CH" baseline="0" dirty="0"/>
              <a:t> in </a:t>
            </a:r>
            <a:r>
              <a:rPr lang="de-CH" baseline="0" dirty="0" err="1"/>
              <a:t>determining</a:t>
            </a:r>
            <a:r>
              <a:rPr lang="de-CH" baseline="0" dirty="0"/>
              <a:t> </a:t>
            </a:r>
            <a:r>
              <a:rPr lang="de-CH" baseline="0" dirty="0" err="1"/>
              <a:t>the</a:t>
            </a:r>
            <a:r>
              <a:rPr lang="de-CH" baseline="0" dirty="0"/>
              <a:t> </a:t>
            </a:r>
            <a:r>
              <a:rPr lang="de-CH" baseline="0" dirty="0" err="1"/>
              <a:t>output</a:t>
            </a:r>
            <a:r>
              <a:rPr lang="de-CH" baseline="0" dirty="0"/>
              <a:t> </a:t>
            </a:r>
            <a:r>
              <a:rPr lang="de-CH" baseline="0" dirty="0" err="1"/>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297494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a:t>To address uncertainties, we identify and quantify the various sources of uncertainty</a:t>
            </a:r>
            <a:r>
              <a:rPr lang="en-US" baseline="0" dirty="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463444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a:t>To address uncertainties, we identify and quantify the various sources of uncertainty</a:t>
            </a:r>
            <a:r>
              <a:rPr lang="en-US" baseline="0" dirty="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65066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01.06.2026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025849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01.06.2026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528580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28DE63-57E7-4993-9E07-8E358BA50017}" type="datetimeFigureOut">
              <a:rPr lang="de-CH" smtClean="0"/>
              <a:t>01.06.2026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78863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p:cNvSpPr>
            <a:spLocks noGrp="1"/>
          </p:cNvSpPr>
          <p:nvPr>
            <p:ph type="dt" sz="half" idx="10"/>
          </p:nvPr>
        </p:nvSpPr>
        <p:spPr/>
        <p:txBody>
          <a:bodyPr/>
          <a:lstStyle/>
          <a:p>
            <a:fld id="{6B28DE63-57E7-4993-9E07-8E358BA50017}" type="datetimeFigureOut">
              <a:rPr lang="de-CH" smtClean="0"/>
              <a:t>01.06.2026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882449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p:cNvSpPr>
            <a:spLocks noGrp="1"/>
          </p:cNvSpPr>
          <p:nvPr>
            <p:ph type="dt" sz="half" idx="10"/>
          </p:nvPr>
        </p:nvSpPr>
        <p:spPr/>
        <p:txBody>
          <a:bodyPr/>
          <a:lstStyle/>
          <a:p>
            <a:fld id="{6B28DE63-57E7-4993-9E07-8E358BA50017}" type="datetimeFigureOut">
              <a:rPr lang="de-CH" smtClean="0"/>
              <a:t>01.06.2026</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526049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Date Placeholder 2"/>
          <p:cNvSpPr>
            <a:spLocks noGrp="1"/>
          </p:cNvSpPr>
          <p:nvPr>
            <p:ph type="dt" sz="half" idx="10"/>
          </p:nvPr>
        </p:nvSpPr>
        <p:spPr/>
        <p:txBody>
          <a:bodyPr/>
          <a:lstStyle/>
          <a:p>
            <a:fld id="{6B28DE63-57E7-4993-9E07-8E358BA50017}" type="datetimeFigureOut">
              <a:rPr lang="de-CH" smtClean="0"/>
              <a:t>01.06.2026</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195579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28DE63-57E7-4993-9E07-8E358BA50017}" type="datetimeFigureOut">
              <a:rPr lang="de-CH" smtClean="0"/>
              <a:t>01.06.2026</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629032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28DE63-57E7-4993-9E07-8E358BA50017}" type="datetimeFigureOut">
              <a:rPr lang="de-CH" smtClean="0"/>
              <a:t>01.06.2026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17434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28DE63-57E7-4993-9E07-8E358BA50017}" type="datetimeFigureOut">
              <a:rPr lang="de-CH" smtClean="0"/>
              <a:t>01.06.2026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738766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01.06.2026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547732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6B28DE63-57E7-4993-9E07-8E358BA50017}" type="datetimeFigureOut">
              <a:rPr lang="de-CH" smtClean="0"/>
              <a:t>01.06.2026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6A190549-3041-441A-9B6F-804C7E834A31}" type="slidenum">
              <a:rPr lang="de-CH" smtClean="0"/>
              <a:t>‹#›</a:t>
            </a:fld>
            <a:endParaRPr lang="de-CH"/>
          </a:p>
        </p:txBody>
      </p:sp>
    </p:spTree>
    <p:extLst>
      <p:ext uri="{BB962C8B-B14F-4D97-AF65-F5344CB8AC3E}">
        <p14:creationId xmlns:p14="http://schemas.microsoft.com/office/powerpoint/2010/main" val="2551489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5186289" y="3621023"/>
            <a:ext cx="5935600" cy="1166800"/>
          </a:xfrm>
          <a:prstGeom prst="rect">
            <a:avLst/>
          </a:prstGeom>
          <a:noFill/>
          <a:ln>
            <a:noFill/>
          </a:ln>
        </p:spPr>
        <p:txBody>
          <a:bodyPr spcFirstLastPara="1" wrap="square" lIns="0" tIns="34275" rIns="68575" bIns="34275" anchor="b" anchorCtr="0">
            <a:noAutofit/>
          </a:bodyPr>
          <a:lstStyle>
            <a:lvl1pPr marL="609585" lvl="0" indent="-304792" algn="l" rtl="0">
              <a:lnSpc>
                <a:spcPct val="100000"/>
              </a:lnSpc>
              <a:spcBef>
                <a:spcPts val="400"/>
              </a:spcBef>
              <a:spcAft>
                <a:spcPts val="0"/>
              </a:spcAft>
              <a:buSzPts val="3500"/>
              <a:buNone/>
              <a:defRPr sz="3733">
                <a:solidFill>
                  <a:schemeClr val="accent3"/>
                </a:solidFil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2" name="Google Shape;52;p13"/>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rtl="0">
              <a:lnSpc>
                <a:spcPct val="100000"/>
              </a:lnSpc>
              <a:spcBef>
                <a:spcPts val="400"/>
              </a:spcBef>
              <a:spcAft>
                <a:spcPts val="0"/>
              </a:spcAft>
              <a:buSzPts val="2000"/>
              <a:buNone/>
              <a:defRPr sz="2133"/>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pic>
        <p:nvPicPr>
          <p:cNvPr id="53" name="Google Shape;53;p13"/>
          <p:cNvPicPr preferRelativeResize="0"/>
          <p:nvPr/>
        </p:nvPicPr>
        <p:blipFill rotWithShape="1">
          <a:blip r:embed="rId2">
            <a:alphaModFix/>
          </a:blip>
          <a:srcRect b="52283"/>
          <a:stretch/>
        </p:blipFill>
        <p:spPr>
          <a:xfrm>
            <a:off x="5203088" y="2168490"/>
            <a:ext cx="4134489" cy="1142057"/>
          </a:xfrm>
          <a:prstGeom prst="rect">
            <a:avLst/>
          </a:prstGeom>
          <a:noFill/>
          <a:ln>
            <a:noFill/>
          </a:ln>
        </p:spPr>
      </p:pic>
      <p:pic>
        <p:nvPicPr>
          <p:cNvPr id="54" name="Google Shape;54;p13"/>
          <p:cNvPicPr preferRelativeResize="0"/>
          <p:nvPr/>
        </p:nvPicPr>
        <p:blipFill rotWithShape="1">
          <a:blip r:embed="rId3">
            <a:alphaModFix/>
          </a:blip>
          <a:srcRect l="38525" t="1212" b="236"/>
          <a:stretch/>
        </p:blipFill>
        <p:spPr>
          <a:xfrm>
            <a:off x="1" y="1"/>
            <a:ext cx="4215433" cy="6858001"/>
          </a:xfrm>
          <a:prstGeom prst="rect">
            <a:avLst/>
          </a:prstGeom>
          <a:noFill/>
          <a:ln>
            <a:noFill/>
          </a:ln>
        </p:spPr>
      </p:pic>
      <p:sp>
        <p:nvSpPr>
          <p:cNvPr id="55" name="Google Shape;55;p13"/>
          <p:cNvSpPr txBox="1">
            <a:spLocks noGrp="1"/>
          </p:cNvSpPr>
          <p:nvPr>
            <p:ph type="body" idx="3"/>
          </p:nvPr>
        </p:nvSpPr>
        <p:spPr>
          <a:xfrm>
            <a:off x="5186289" y="4921157"/>
            <a:ext cx="5935600" cy="466400"/>
          </a:xfrm>
          <a:prstGeom prst="rect">
            <a:avLst/>
          </a:prstGeom>
          <a:noFill/>
          <a:ln>
            <a:noFill/>
          </a:ln>
        </p:spPr>
        <p:txBody>
          <a:bodyPr spcFirstLastPara="1" wrap="square" lIns="0" tIns="34275" rIns="68575" bIns="34275" anchor="t" anchorCtr="0">
            <a:noAutofit/>
          </a:bodyPr>
          <a:lstStyle>
            <a:lvl1pPr marL="609585" lvl="0" indent="-304792" algn="l" rtl="0">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4070205463"/>
      </p:ext>
    </p:extLst>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9426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284"/>
        <p:cNvGrpSpPr/>
        <p:nvPr/>
      </p:nvGrpSpPr>
      <p:grpSpPr>
        <a:xfrm>
          <a:off x="0" y="0"/>
          <a:ext cx="0" cy="0"/>
          <a:chOff x="0" y="0"/>
          <a:chExt cx="0" cy="0"/>
        </a:xfrm>
      </p:grpSpPr>
      <p:sp>
        <p:nvSpPr>
          <p:cNvPr id="285" name="Google Shape;285;p39"/>
          <p:cNvSpPr txBox="1">
            <a:spLocks noGrp="1"/>
          </p:cNvSpPr>
          <p:nvPr>
            <p:ph type="body" idx="1"/>
          </p:nvPr>
        </p:nvSpPr>
        <p:spPr>
          <a:xfrm>
            <a:off x="5135893" y="3606580"/>
            <a:ext cx="6380800" cy="1166400"/>
          </a:xfrm>
          <a:prstGeom prst="rect">
            <a:avLst/>
          </a:prstGeom>
          <a:noFill/>
          <a:ln>
            <a:noFill/>
          </a:ln>
        </p:spPr>
        <p:txBody>
          <a:bodyPr spcFirstLastPara="1" wrap="square" lIns="0" tIns="45700" rIns="91425" bIns="45700" anchor="b" anchorCtr="0">
            <a:noAutofit/>
          </a:bodyPr>
          <a:lstStyle>
            <a:lvl1pPr marL="609585" lvl="0" indent="-304792" algn="just" rtl="0">
              <a:lnSpc>
                <a:spcPct val="100000"/>
              </a:lnSpc>
              <a:spcBef>
                <a:spcPts val="400"/>
              </a:spcBef>
              <a:spcAft>
                <a:spcPts val="0"/>
              </a:spcAft>
              <a:buSzPts val="3500"/>
              <a:buNone/>
              <a:defRPr sz="3733">
                <a:solidFill>
                  <a:schemeClr val="accent1"/>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86" name="Google Shape;286;p39"/>
          <p:cNvSpPr txBox="1">
            <a:spLocks noGrp="1"/>
          </p:cNvSpPr>
          <p:nvPr>
            <p:ph type="body" idx="2"/>
          </p:nvPr>
        </p:nvSpPr>
        <p:spPr>
          <a:xfrm>
            <a:off x="5135893" y="5445224"/>
            <a:ext cx="6380800" cy="3856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750"/>
              <a:buNone/>
              <a:defRPr sz="1867">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pic>
        <p:nvPicPr>
          <p:cNvPr id="287" name="Google Shape;287;p39"/>
          <p:cNvPicPr preferRelativeResize="0"/>
          <p:nvPr/>
        </p:nvPicPr>
        <p:blipFill rotWithShape="1">
          <a:blip r:embed="rId2">
            <a:alphaModFix/>
          </a:blip>
          <a:srcRect b="52283"/>
          <a:stretch/>
        </p:blipFill>
        <p:spPr>
          <a:xfrm>
            <a:off x="5135894" y="1710880"/>
            <a:ext cx="4134489" cy="1142057"/>
          </a:xfrm>
          <a:prstGeom prst="rect">
            <a:avLst/>
          </a:prstGeom>
          <a:noFill/>
          <a:ln>
            <a:noFill/>
          </a:ln>
        </p:spPr>
      </p:pic>
      <p:pic>
        <p:nvPicPr>
          <p:cNvPr id="288" name="Google Shape;288;p39"/>
          <p:cNvPicPr preferRelativeResize="0"/>
          <p:nvPr/>
        </p:nvPicPr>
        <p:blipFill rotWithShape="1">
          <a:blip r:embed="rId3">
            <a:alphaModFix/>
          </a:blip>
          <a:srcRect l="38525" t="1212" b="236"/>
          <a:stretch/>
        </p:blipFill>
        <p:spPr>
          <a:xfrm>
            <a:off x="1" y="1"/>
            <a:ext cx="4215436" cy="6858001"/>
          </a:xfrm>
          <a:prstGeom prst="rect">
            <a:avLst/>
          </a:prstGeom>
          <a:noFill/>
          <a:ln>
            <a:noFill/>
          </a:ln>
        </p:spPr>
      </p:pic>
      <p:sp>
        <p:nvSpPr>
          <p:cNvPr id="289" name="Google Shape;289;p39"/>
          <p:cNvSpPr txBox="1">
            <a:spLocks noGrp="1"/>
          </p:cNvSpPr>
          <p:nvPr>
            <p:ph type="body" idx="3"/>
          </p:nvPr>
        </p:nvSpPr>
        <p:spPr>
          <a:xfrm>
            <a:off x="5135893" y="4882589"/>
            <a:ext cx="6380800" cy="466800"/>
          </a:xfrm>
          <a:prstGeom prst="rect">
            <a:avLst/>
          </a:prstGeom>
          <a:noFill/>
          <a:ln>
            <a:noFill/>
          </a:ln>
        </p:spPr>
        <p:txBody>
          <a:bodyPr spcFirstLastPara="1" wrap="square" lIns="0" tIns="45700" rIns="91425" bIns="45700" anchor="t" anchorCtr="0">
            <a:noAutofit/>
          </a:bodyPr>
          <a:lstStyle>
            <a:lvl1pPr marL="609585" lvl="0" indent="-304792" algn="l" rtl="0">
              <a:lnSpc>
                <a:spcPct val="93000"/>
              </a:lnSpc>
              <a:spcBef>
                <a:spcPts val="400"/>
              </a:spcBef>
              <a:spcAft>
                <a:spcPts val="0"/>
              </a:spcAft>
              <a:buSzPts val="2250"/>
              <a:buNone/>
              <a:defRPr sz="2400">
                <a:solidFill>
                  <a:schemeClr val="accent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960337398"/>
      </p:ext>
    </p:extLst>
  </p:cSld>
  <p:clrMapOvr>
    <a:masterClrMapping/>
  </p:clrMapOvr>
  <p:extLst>
    <p:ext uri="{DCECCB84-F9BA-43D5-87BE-67443E8EF086}">
      <p15:sldGuideLst xmlns:p15="http://schemas.microsoft.com/office/powerpoint/2012/main">
        <p15:guide id="1" orient="horz" pos="2255">
          <p15:clr>
            <a:srgbClr val="FBAE40"/>
          </p15:clr>
        </p15:guide>
        <p15:guide id="2" pos="242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9453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Divider 1">
  <p:cSld name="Divider 1">
    <p:spTree>
      <p:nvGrpSpPr>
        <p:cNvPr id="1" name="Shape 305"/>
        <p:cNvGrpSpPr/>
        <p:nvPr/>
      </p:nvGrpSpPr>
      <p:grpSpPr>
        <a:xfrm>
          <a:off x="0" y="0"/>
          <a:ext cx="0" cy="0"/>
          <a:chOff x="0" y="0"/>
          <a:chExt cx="0" cy="0"/>
        </a:xfrm>
      </p:grpSpPr>
      <p:grpSp>
        <p:nvGrpSpPr>
          <p:cNvPr id="306" name="Google Shape;306;p42"/>
          <p:cNvGrpSpPr/>
          <p:nvPr/>
        </p:nvGrpSpPr>
        <p:grpSpPr>
          <a:xfrm>
            <a:off x="1" y="0"/>
            <a:ext cx="12188116" cy="6874571"/>
            <a:chOff x="0" y="-1"/>
            <a:chExt cx="9141087" cy="5155928"/>
          </a:xfrm>
        </p:grpSpPr>
        <p:sp>
          <p:nvSpPr>
            <p:cNvPr id="307" name="Google Shape;307;p42"/>
            <p:cNvSpPr/>
            <p:nvPr/>
          </p:nvSpPr>
          <p:spPr>
            <a:xfrm>
              <a:off x="0" y="0"/>
              <a:ext cx="2348678" cy="3502791"/>
            </a:xfrm>
            <a:custGeom>
              <a:avLst/>
              <a:gdLst/>
              <a:ahLst/>
              <a:cxnLst/>
              <a:rect l="l" t="t" r="r" b="b"/>
              <a:pathLst>
                <a:path w="2348678" h="3502791" extrusionOk="0">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308" name="Google Shape;308;p42"/>
            <p:cNvSpPr/>
            <p:nvPr/>
          </p:nvSpPr>
          <p:spPr>
            <a:xfrm>
              <a:off x="0" y="-1"/>
              <a:ext cx="9141087" cy="5155928"/>
            </a:xfrm>
            <a:custGeom>
              <a:avLst/>
              <a:gdLst/>
              <a:ahLst/>
              <a:cxnLst/>
              <a:rect l="l" t="t" r="r" b="b"/>
              <a:pathLst>
                <a:path w="9141087" h="5155928" extrusionOk="0">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309" name="Google Shape;309;p42"/>
            <p:cNvSpPr/>
            <p:nvPr/>
          </p:nvSpPr>
          <p:spPr>
            <a:xfrm>
              <a:off x="0" y="3174823"/>
              <a:ext cx="1677049" cy="1665275"/>
            </a:xfrm>
            <a:custGeom>
              <a:avLst/>
              <a:gdLst/>
              <a:ahLst/>
              <a:cxnLst/>
              <a:rect l="l" t="t" r="r" b="b"/>
              <a:pathLst>
                <a:path w="1677049" h="1665275" extrusionOk="0">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310" name="Google Shape;310;p42"/>
            <p:cNvSpPr/>
            <p:nvPr/>
          </p:nvSpPr>
          <p:spPr>
            <a:xfrm>
              <a:off x="2376848" y="3253687"/>
              <a:ext cx="343930" cy="361770"/>
            </a:xfrm>
            <a:custGeom>
              <a:avLst/>
              <a:gdLst/>
              <a:ahLst/>
              <a:cxnLst/>
              <a:rect l="l" t="t" r="r" b="b"/>
              <a:pathLst>
                <a:path w="343930" h="361770" extrusionOk="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grpSp>
      <p:sp>
        <p:nvSpPr>
          <p:cNvPr id="311" name="Google Shape;311;p42"/>
          <p:cNvSpPr txBox="1">
            <a:spLocks noGrp="1"/>
          </p:cNvSpPr>
          <p:nvPr>
            <p:ph type="body" idx="1"/>
          </p:nvPr>
        </p:nvSpPr>
        <p:spPr>
          <a:xfrm>
            <a:off x="5135893" y="3606580"/>
            <a:ext cx="6380800" cy="1166400"/>
          </a:xfrm>
          <a:prstGeom prst="rect">
            <a:avLst/>
          </a:prstGeom>
          <a:noFill/>
          <a:ln>
            <a:noFill/>
          </a:ln>
        </p:spPr>
        <p:txBody>
          <a:bodyPr spcFirstLastPara="1" wrap="square" lIns="0" tIns="45700" rIns="91425" bIns="45700" anchor="b" anchorCtr="0">
            <a:noAutofit/>
          </a:bodyPr>
          <a:lstStyle>
            <a:lvl1pPr marL="609585" lvl="0" indent="-304792" algn="just" rtl="0">
              <a:lnSpc>
                <a:spcPct val="100000"/>
              </a:lnSpc>
              <a:spcBef>
                <a:spcPts val="400"/>
              </a:spcBef>
              <a:spcAft>
                <a:spcPts val="0"/>
              </a:spcAft>
              <a:buSzPts val="3500"/>
              <a:buNone/>
              <a:defRPr sz="3733">
                <a:solidFill>
                  <a:srgbClr val="FFFFFF"/>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12" name="Google Shape;312;p42"/>
          <p:cNvSpPr txBox="1">
            <a:spLocks noGrp="1"/>
          </p:cNvSpPr>
          <p:nvPr>
            <p:ph type="body" idx="2"/>
          </p:nvPr>
        </p:nvSpPr>
        <p:spPr>
          <a:xfrm>
            <a:off x="5135893" y="4882589"/>
            <a:ext cx="6380800" cy="466800"/>
          </a:xfrm>
          <a:prstGeom prst="rect">
            <a:avLst/>
          </a:prstGeom>
          <a:noFill/>
          <a:ln>
            <a:noFill/>
          </a:ln>
        </p:spPr>
        <p:txBody>
          <a:bodyPr spcFirstLastPara="1" wrap="square" lIns="0" tIns="45700" rIns="91425" bIns="45700" anchor="t" anchorCtr="0">
            <a:noAutofit/>
          </a:bodyPr>
          <a:lstStyle>
            <a:lvl1pPr marL="609585" lvl="0" indent="-304792" algn="l" rtl="0">
              <a:lnSpc>
                <a:spcPct val="93000"/>
              </a:lnSpc>
              <a:spcBef>
                <a:spcPts val="400"/>
              </a:spcBef>
              <a:spcAft>
                <a:spcPts val="0"/>
              </a:spcAft>
              <a:buSzPts val="2250"/>
              <a:buNone/>
              <a:defRPr sz="2400">
                <a:solidFill>
                  <a:srgbClr val="FFFFFF"/>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pic>
        <p:nvPicPr>
          <p:cNvPr id="313" name="Google Shape;313;p42"/>
          <p:cNvPicPr preferRelativeResize="0"/>
          <p:nvPr/>
        </p:nvPicPr>
        <p:blipFill rotWithShape="1">
          <a:blip r:embed="rId2">
            <a:alphaModFix/>
          </a:blip>
          <a:srcRect b="52283"/>
          <a:stretch/>
        </p:blipFill>
        <p:spPr>
          <a:xfrm>
            <a:off x="5135894" y="1710880"/>
            <a:ext cx="4134489" cy="1142057"/>
          </a:xfrm>
          <a:prstGeom prst="rect">
            <a:avLst/>
          </a:prstGeom>
          <a:noFill/>
          <a:ln>
            <a:noFill/>
          </a:ln>
        </p:spPr>
      </p:pic>
    </p:spTree>
    <p:extLst>
      <p:ext uri="{BB962C8B-B14F-4D97-AF65-F5344CB8AC3E}">
        <p14:creationId xmlns:p14="http://schemas.microsoft.com/office/powerpoint/2010/main" val="32336592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ullpage" type="obj">
  <p:cSld name="fullpage">
    <p:spTree>
      <p:nvGrpSpPr>
        <p:cNvPr id="1" name="Shape 314"/>
        <p:cNvGrpSpPr/>
        <p:nvPr/>
      </p:nvGrpSpPr>
      <p:grpSpPr>
        <a:xfrm>
          <a:off x="0" y="0"/>
          <a:ext cx="0" cy="0"/>
          <a:chOff x="0" y="0"/>
          <a:chExt cx="0" cy="0"/>
        </a:xfrm>
      </p:grpSpPr>
      <p:sp>
        <p:nvSpPr>
          <p:cNvPr id="315" name="Google Shape;315;p43"/>
          <p:cNvSpPr txBox="1">
            <a:spLocks noGrp="1"/>
          </p:cNvSpPr>
          <p:nvPr>
            <p:ph type="title"/>
          </p:nvPr>
        </p:nvSpPr>
        <p:spPr>
          <a:xfrm>
            <a:off x="889131" y="622987"/>
            <a:ext cx="10515600" cy="565600"/>
          </a:xfrm>
          <a:prstGeom prst="rect">
            <a:avLst/>
          </a:prstGeom>
          <a:noFill/>
          <a:ln>
            <a:noFill/>
          </a:ln>
        </p:spPr>
        <p:txBody>
          <a:bodyPr spcFirstLastPara="1" wrap="square" lIns="0" tIns="45700" rIns="91425" bIns="45700" anchor="ctr" anchorCtr="0">
            <a:normAutofit/>
          </a:bodyPr>
          <a:lstStyle>
            <a:lvl1pPr lvl="0" algn="just" rtl="0">
              <a:lnSpc>
                <a:spcPct val="90000"/>
              </a:lnSpc>
              <a:spcBef>
                <a:spcPts val="0"/>
              </a:spcBef>
              <a:spcAft>
                <a:spcPts val="0"/>
              </a:spcAft>
              <a:buClr>
                <a:srgbClr val="262626"/>
              </a:buClr>
              <a:buSzPts val="2400"/>
              <a:buFont typeface="Arial"/>
              <a:buNone/>
              <a:defRPr sz="3200">
                <a:solidFill>
                  <a:srgbClr val="26262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6" name="Google Shape;316;p43"/>
          <p:cNvSpPr txBox="1">
            <a:spLocks noGrp="1"/>
          </p:cNvSpPr>
          <p:nvPr>
            <p:ph type="body" idx="1"/>
          </p:nvPr>
        </p:nvSpPr>
        <p:spPr>
          <a:xfrm>
            <a:off x="889131" y="1421972"/>
            <a:ext cx="10515600" cy="47716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sz="2400">
                <a:solidFill>
                  <a:srgbClr val="0C0C0C"/>
                </a:solidFill>
                <a:latin typeface="Arial"/>
                <a:ea typeface="Arial"/>
                <a:cs typeface="Arial"/>
                <a:sym typeface="Arial"/>
              </a:defRPr>
            </a:lvl1pPr>
            <a:lvl2pPr marL="1219170" lvl="1" indent="-463538" algn="l" rtl="0">
              <a:lnSpc>
                <a:spcPct val="100000"/>
              </a:lnSpc>
              <a:spcBef>
                <a:spcPts val="400"/>
              </a:spcBef>
              <a:spcAft>
                <a:spcPts val="0"/>
              </a:spcAft>
              <a:buSzPts val="1875"/>
              <a:buChar char="-"/>
              <a:defRPr sz="2000">
                <a:solidFill>
                  <a:srgbClr val="0C0C0C"/>
                </a:solidFill>
                <a:latin typeface="Arial"/>
                <a:ea typeface="Arial"/>
                <a:cs typeface="Arial"/>
                <a:sym typeface="Arial"/>
              </a:defRPr>
            </a:lvl2pPr>
            <a:lvl3pPr marL="1828754" lvl="2" indent="-447706" algn="l" rtl="0">
              <a:lnSpc>
                <a:spcPct val="100000"/>
              </a:lnSpc>
              <a:spcBef>
                <a:spcPts val="400"/>
              </a:spcBef>
              <a:spcAft>
                <a:spcPts val="0"/>
              </a:spcAft>
              <a:buSzPts val="1688"/>
              <a:buChar char="▪"/>
              <a:defRPr sz="1800">
                <a:solidFill>
                  <a:srgbClr val="0C0C0C"/>
                </a:solidFill>
                <a:latin typeface="Arial"/>
                <a:ea typeface="Arial"/>
                <a:cs typeface="Arial"/>
                <a:sym typeface="Arial"/>
              </a:defRPr>
            </a:lvl3pPr>
            <a:lvl4pPr marL="2438339" lvl="3" indent="-431789" algn="l" rtl="0">
              <a:lnSpc>
                <a:spcPct val="100000"/>
              </a:lnSpc>
              <a:spcBef>
                <a:spcPts val="400"/>
              </a:spcBef>
              <a:spcAft>
                <a:spcPts val="0"/>
              </a:spcAft>
              <a:buSzPts val="1500"/>
              <a:buChar char="-"/>
              <a:defRPr sz="1600">
                <a:solidFill>
                  <a:srgbClr val="0C0C0C"/>
                </a:solidFill>
                <a:latin typeface="Arial"/>
                <a:ea typeface="Arial"/>
                <a:cs typeface="Arial"/>
                <a:sym typeface="Arial"/>
              </a:defRPr>
            </a:lvl4pPr>
            <a:lvl5pPr marL="3047924" lvl="4" indent="-431789" algn="l" rtl="0">
              <a:lnSpc>
                <a:spcPct val="100000"/>
              </a:lnSpc>
              <a:spcBef>
                <a:spcPts val="400"/>
              </a:spcBef>
              <a:spcAft>
                <a:spcPts val="0"/>
              </a:spcAft>
              <a:buSzPts val="1500"/>
              <a:buChar char="-"/>
              <a:defRPr sz="1600">
                <a:solidFill>
                  <a:srgbClr val="0C0C0C"/>
                </a:solidFill>
                <a:latin typeface="Arial"/>
                <a:ea typeface="Arial"/>
                <a:cs typeface="Arial"/>
                <a:sym typeface="Arial"/>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17" name="Google Shape;317;p43"/>
          <p:cNvSpPr txBox="1">
            <a:spLocks noGrp="1"/>
          </p:cNvSpPr>
          <p:nvPr>
            <p:ph type="sldNum" idx="12"/>
          </p:nvPr>
        </p:nvSpPr>
        <p:spPr>
          <a:xfrm>
            <a:off x="8610600" y="6356351"/>
            <a:ext cx="2743200" cy="365200"/>
          </a:xfrm>
          <a:prstGeom prst="rect">
            <a:avLst/>
          </a:prstGeom>
          <a:noFill/>
          <a:ln>
            <a:noFill/>
          </a:ln>
        </p:spPr>
        <p:txBody>
          <a:bodyPr spcFirstLastPara="1" wrap="square" lIns="91425" tIns="45700" rIns="91425" bIns="45700" anchor="t" anchorCtr="0">
            <a:noAutofit/>
          </a:bodyPr>
          <a:lstStyle>
            <a:lvl1pPr marL="0" marR="0" lvl="0"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1pPr>
            <a:lvl2pPr marL="0" marR="0" lvl="1"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2pPr>
            <a:lvl3pPr marL="0" marR="0" lvl="2"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3pPr>
            <a:lvl4pPr marL="0" marR="0" lvl="3"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4pPr>
            <a:lvl5pPr marL="0" marR="0" lvl="4"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5pPr>
            <a:lvl6pPr marL="0" marR="0" lvl="5"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6pPr>
            <a:lvl7pPr marL="0" marR="0" lvl="6"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7pPr>
            <a:lvl8pPr marL="0" marR="0" lvl="7"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8pPr>
            <a:lvl9pPr marL="0" marR="0" lvl="8" indent="0" algn="l" rtl="0">
              <a:lnSpc>
                <a:spcPct val="93000"/>
              </a:lnSpc>
              <a:spcBef>
                <a:spcPts val="0"/>
              </a:spcBef>
              <a:spcAft>
                <a:spcPts val="0"/>
              </a:spcAft>
              <a:buClr>
                <a:srgbClr val="000000"/>
              </a:buClr>
              <a:buSzPts val="1050"/>
              <a:buFont typeface="Arial"/>
              <a:buNone/>
              <a:defRPr sz="1400" b="0" i="0" u="none" strike="noStrike" cap="none">
                <a:solidFill>
                  <a:srgbClr val="0C0C0C"/>
                </a:solidFill>
                <a:latin typeface="Arial"/>
                <a:ea typeface="Arial"/>
                <a:cs typeface="Arial"/>
                <a:sym typeface="Arial"/>
              </a:defRPr>
            </a:lvl9pPr>
          </a:lstStyle>
          <a:p>
            <a:fld id="{00000000-1234-1234-1234-123412341234}" type="slidenum">
              <a:rPr lang="en" smtClean="0"/>
              <a:pPr/>
              <a:t>‹#›</a:t>
            </a:fld>
            <a:endParaRPr lang="en"/>
          </a:p>
        </p:txBody>
      </p:sp>
      <p:pic>
        <p:nvPicPr>
          <p:cNvPr id="318" name="Google Shape;318;p43"/>
          <p:cNvPicPr preferRelativeResize="0"/>
          <p:nvPr/>
        </p:nvPicPr>
        <p:blipFill rotWithShape="1">
          <a:blip r:embed="rId2">
            <a:alphaModFix/>
          </a:blip>
          <a:srcRect b="37319"/>
          <a:stretch/>
        </p:blipFill>
        <p:spPr>
          <a:xfrm>
            <a:off x="881449" y="6281647"/>
            <a:ext cx="1647567" cy="439828"/>
          </a:xfrm>
          <a:prstGeom prst="rect">
            <a:avLst/>
          </a:prstGeom>
          <a:noFill/>
          <a:ln>
            <a:noFill/>
          </a:ln>
        </p:spPr>
      </p:pic>
    </p:spTree>
    <p:extLst>
      <p:ext uri="{BB962C8B-B14F-4D97-AF65-F5344CB8AC3E}">
        <p14:creationId xmlns:p14="http://schemas.microsoft.com/office/powerpoint/2010/main" val="509609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19"/>
        <p:cNvGrpSpPr/>
        <p:nvPr/>
      </p:nvGrpSpPr>
      <p:grpSpPr>
        <a:xfrm>
          <a:off x="0" y="0"/>
          <a:ext cx="0" cy="0"/>
          <a:chOff x="0" y="0"/>
          <a:chExt cx="0" cy="0"/>
        </a:xfrm>
      </p:grpSpPr>
      <p:sp>
        <p:nvSpPr>
          <p:cNvPr id="320" name="Google Shape;320;p44"/>
          <p:cNvSpPr txBox="1">
            <a:spLocks noGrp="1"/>
          </p:cNvSpPr>
          <p:nvPr>
            <p:ph type="title"/>
          </p:nvPr>
        </p:nvSpPr>
        <p:spPr>
          <a:xfrm>
            <a:off x="143339" y="147264"/>
            <a:ext cx="11124400" cy="3604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000"/>
              <a:buFont typeface="Arial"/>
              <a:buNone/>
              <a:defRPr sz="2667"/>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21" name="Google Shape;321;p44"/>
          <p:cNvSpPr txBox="1">
            <a:spLocks noGrp="1"/>
          </p:cNvSpPr>
          <p:nvPr>
            <p:ph type="body" idx="1"/>
          </p:nvPr>
        </p:nvSpPr>
        <p:spPr>
          <a:xfrm>
            <a:off x="431371" y="931333"/>
            <a:ext cx="11234800" cy="55700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1935577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2"/>
        <p:cNvGrpSpPr/>
        <p:nvPr/>
      </p:nvGrpSpPr>
      <p:grpSpPr>
        <a:xfrm>
          <a:off x="0" y="0"/>
          <a:ext cx="0" cy="0"/>
          <a:chOff x="0" y="0"/>
          <a:chExt cx="0" cy="0"/>
        </a:xfrm>
      </p:grpSpPr>
    </p:spTree>
    <p:extLst>
      <p:ext uri="{BB962C8B-B14F-4D97-AF65-F5344CB8AC3E}">
        <p14:creationId xmlns:p14="http://schemas.microsoft.com/office/powerpoint/2010/main" val="128439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 Column Text">
  <p:cSld name="2 Column Text">
    <p:spTree>
      <p:nvGrpSpPr>
        <p:cNvPr id="1" name="Shape 323"/>
        <p:cNvGrpSpPr/>
        <p:nvPr/>
      </p:nvGrpSpPr>
      <p:grpSpPr>
        <a:xfrm>
          <a:off x="0" y="0"/>
          <a:ext cx="0" cy="0"/>
          <a:chOff x="0" y="0"/>
          <a:chExt cx="0" cy="0"/>
        </a:xfrm>
      </p:grpSpPr>
      <p:sp>
        <p:nvSpPr>
          <p:cNvPr id="324" name="Google Shape;324;p46"/>
          <p:cNvSpPr txBox="1">
            <a:spLocks noGrp="1"/>
          </p:cNvSpPr>
          <p:nvPr>
            <p:ph type="body" idx="1"/>
          </p:nvPr>
        </p:nvSpPr>
        <p:spPr>
          <a:xfrm>
            <a:off x="666751" y="1784351"/>
            <a:ext cx="5247200" cy="3852800"/>
          </a:xfrm>
          <a:prstGeom prst="rect">
            <a:avLst/>
          </a:prstGeom>
          <a:noFill/>
          <a:ln>
            <a:noFill/>
          </a:ln>
        </p:spPr>
        <p:txBody>
          <a:bodyPr spcFirstLastPara="1" wrap="square" lIns="0" tIns="45700" rIns="91425" bIns="45700" anchor="t" anchorCtr="0">
            <a:noAutofit/>
          </a:bodyPr>
          <a:lstStyle>
            <a:lvl1pPr marL="609585" lvl="0" indent="-474121" algn="l" rtl="0">
              <a:lnSpc>
                <a:spcPct val="100000"/>
              </a:lnSpc>
              <a:spcBef>
                <a:spcPts val="400"/>
              </a:spcBef>
              <a:spcAft>
                <a:spcPts val="0"/>
              </a:spcAft>
              <a:buSzPts val="2000"/>
              <a:buChar char="•"/>
              <a:defRPr sz="2133"/>
            </a:lvl1pPr>
            <a:lvl2pPr marL="1219170" lvl="1" indent="-474121" algn="l" rtl="0">
              <a:lnSpc>
                <a:spcPct val="100000"/>
              </a:lnSpc>
              <a:spcBef>
                <a:spcPts val="400"/>
              </a:spcBef>
              <a:spcAft>
                <a:spcPts val="0"/>
              </a:spcAft>
              <a:buSzPts val="2000"/>
              <a:buChar char="-"/>
              <a:defRPr sz="2133"/>
            </a:lvl2pPr>
            <a:lvl3pPr marL="1828754" lvl="2" indent="-474121" algn="l" rtl="0">
              <a:lnSpc>
                <a:spcPct val="100000"/>
              </a:lnSpc>
              <a:spcBef>
                <a:spcPts val="400"/>
              </a:spcBef>
              <a:spcAft>
                <a:spcPts val="0"/>
              </a:spcAft>
              <a:buSzPts val="2000"/>
              <a:buChar char="▪"/>
              <a:defRPr sz="2133"/>
            </a:lvl3pPr>
            <a:lvl4pPr marL="2438339" lvl="3" indent="-474121" algn="l" rtl="0">
              <a:lnSpc>
                <a:spcPct val="100000"/>
              </a:lnSpc>
              <a:spcBef>
                <a:spcPts val="400"/>
              </a:spcBef>
              <a:spcAft>
                <a:spcPts val="0"/>
              </a:spcAft>
              <a:buSzPts val="2000"/>
              <a:buChar char="-"/>
              <a:defRPr sz="2133"/>
            </a:lvl4pPr>
            <a:lvl5pPr marL="3047924" lvl="4" indent="-452955" algn="l" rtl="0">
              <a:lnSpc>
                <a:spcPct val="100000"/>
              </a:lnSpc>
              <a:spcBef>
                <a:spcPts val="400"/>
              </a:spcBef>
              <a:spcAft>
                <a:spcPts val="0"/>
              </a:spcAft>
              <a:buSzPts val="1750"/>
              <a:buChar char="-"/>
              <a:defRPr sz="1867"/>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25" name="Google Shape;325;p46"/>
          <p:cNvSpPr txBox="1">
            <a:spLocks noGrp="1"/>
          </p:cNvSpPr>
          <p:nvPr>
            <p:ph type="body" idx="2"/>
          </p:nvPr>
        </p:nvSpPr>
        <p:spPr>
          <a:xfrm>
            <a:off x="6278037" y="1784351"/>
            <a:ext cx="5247200" cy="3852800"/>
          </a:xfrm>
          <a:prstGeom prst="rect">
            <a:avLst/>
          </a:prstGeom>
          <a:noFill/>
          <a:ln>
            <a:noFill/>
          </a:ln>
        </p:spPr>
        <p:txBody>
          <a:bodyPr spcFirstLastPara="1" wrap="square" lIns="0" tIns="45700" rIns="91425" bIns="45700" anchor="t" anchorCtr="0">
            <a:noAutofit/>
          </a:bodyPr>
          <a:lstStyle>
            <a:lvl1pPr marL="609585" lvl="0" indent="-474121" algn="l" rtl="0">
              <a:lnSpc>
                <a:spcPct val="100000"/>
              </a:lnSpc>
              <a:spcBef>
                <a:spcPts val="400"/>
              </a:spcBef>
              <a:spcAft>
                <a:spcPts val="0"/>
              </a:spcAft>
              <a:buSzPts val="2000"/>
              <a:buChar char="•"/>
              <a:defRPr sz="2133"/>
            </a:lvl1pPr>
            <a:lvl2pPr marL="1219170" lvl="1" indent="-474121" algn="l" rtl="0">
              <a:lnSpc>
                <a:spcPct val="100000"/>
              </a:lnSpc>
              <a:spcBef>
                <a:spcPts val="400"/>
              </a:spcBef>
              <a:spcAft>
                <a:spcPts val="0"/>
              </a:spcAft>
              <a:buSzPts val="2000"/>
              <a:buChar char="-"/>
              <a:defRPr sz="2133"/>
            </a:lvl2pPr>
            <a:lvl3pPr marL="1828754" lvl="2" indent="-474121" algn="l" rtl="0">
              <a:lnSpc>
                <a:spcPct val="100000"/>
              </a:lnSpc>
              <a:spcBef>
                <a:spcPts val="400"/>
              </a:spcBef>
              <a:spcAft>
                <a:spcPts val="0"/>
              </a:spcAft>
              <a:buSzPts val="2000"/>
              <a:buChar char="▪"/>
              <a:defRPr sz="2133"/>
            </a:lvl3pPr>
            <a:lvl4pPr marL="2438339" lvl="3" indent="-474121" algn="l" rtl="0">
              <a:lnSpc>
                <a:spcPct val="100000"/>
              </a:lnSpc>
              <a:spcBef>
                <a:spcPts val="400"/>
              </a:spcBef>
              <a:spcAft>
                <a:spcPts val="0"/>
              </a:spcAft>
              <a:buSzPts val="2000"/>
              <a:buChar char="-"/>
              <a:defRPr sz="2133"/>
            </a:lvl4pPr>
            <a:lvl5pPr marL="3047924" lvl="4" indent="-452955" algn="l" rtl="0">
              <a:lnSpc>
                <a:spcPct val="100000"/>
              </a:lnSpc>
              <a:spcBef>
                <a:spcPts val="400"/>
              </a:spcBef>
              <a:spcAft>
                <a:spcPts val="0"/>
              </a:spcAft>
              <a:buSzPts val="1750"/>
              <a:buChar char="-"/>
              <a:defRPr sz="1867"/>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26" name="Google Shape;326;p46"/>
          <p:cNvSpPr txBox="1">
            <a:spLocks noGrp="1"/>
          </p:cNvSpPr>
          <p:nvPr>
            <p:ph type="body" idx="3"/>
          </p:nvPr>
        </p:nvSpPr>
        <p:spPr>
          <a:xfrm>
            <a:off x="666751" y="1220755"/>
            <a:ext cx="52472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27" name="Google Shape;327;p46"/>
          <p:cNvSpPr txBox="1">
            <a:spLocks noGrp="1"/>
          </p:cNvSpPr>
          <p:nvPr>
            <p:ph type="body" idx="4"/>
          </p:nvPr>
        </p:nvSpPr>
        <p:spPr>
          <a:xfrm>
            <a:off x="6288617" y="1220755"/>
            <a:ext cx="528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28" name="Google Shape;328;p46"/>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29" name="Google Shape;329;p46"/>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448199743"/>
      </p:ext>
    </p:extLst>
  </p:cSld>
  <p:clrMapOvr>
    <a:masterClrMapping/>
  </p:clrMapOvr>
  <p:extLst>
    <p:ext uri="{DCECCB84-F9BA-43D5-87BE-67443E8EF086}">
      <p15:sldGuideLst xmlns:p15="http://schemas.microsoft.com/office/powerpoint/2012/main">
        <p15:guide id="1" orient="horz" pos="843">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Contact Us">
  <p:cSld name="Contact Us">
    <p:bg>
      <p:bgPr>
        <a:solidFill>
          <a:srgbClr val="FFFFFF"/>
        </a:solidFill>
        <a:effectLst/>
      </p:bgPr>
    </p:bg>
    <p:spTree>
      <p:nvGrpSpPr>
        <p:cNvPr id="1" name="Shape 330"/>
        <p:cNvGrpSpPr/>
        <p:nvPr/>
      </p:nvGrpSpPr>
      <p:grpSpPr>
        <a:xfrm>
          <a:off x="0" y="0"/>
          <a:ext cx="0" cy="0"/>
          <a:chOff x="0" y="0"/>
          <a:chExt cx="0" cy="0"/>
        </a:xfrm>
      </p:grpSpPr>
      <p:pic>
        <p:nvPicPr>
          <p:cNvPr id="331" name="Google Shape;331;p47"/>
          <p:cNvPicPr preferRelativeResize="0"/>
          <p:nvPr/>
        </p:nvPicPr>
        <p:blipFill rotWithShape="1">
          <a:blip r:embed="rId2">
            <a:alphaModFix/>
          </a:blip>
          <a:srcRect b="53518"/>
          <a:stretch/>
        </p:blipFill>
        <p:spPr>
          <a:xfrm>
            <a:off x="666751" y="2386152"/>
            <a:ext cx="3358300" cy="903625"/>
          </a:xfrm>
          <a:prstGeom prst="rect">
            <a:avLst/>
          </a:prstGeom>
          <a:noFill/>
          <a:ln>
            <a:noFill/>
          </a:ln>
        </p:spPr>
      </p:pic>
      <p:grpSp>
        <p:nvGrpSpPr>
          <p:cNvPr id="332" name="Google Shape;332;p47"/>
          <p:cNvGrpSpPr/>
          <p:nvPr/>
        </p:nvGrpSpPr>
        <p:grpSpPr>
          <a:xfrm>
            <a:off x="4233" y="6761672"/>
            <a:ext cx="12192000" cy="104400"/>
            <a:chOff x="0" y="5071254"/>
            <a:chExt cx="9144000" cy="78300"/>
          </a:xfrm>
        </p:grpSpPr>
        <p:sp>
          <p:nvSpPr>
            <p:cNvPr id="333" name="Google Shape;333;p47"/>
            <p:cNvSpPr/>
            <p:nvPr/>
          </p:nvSpPr>
          <p:spPr>
            <a:xfrm>
              <a:off x="0" y="5071254"/>
              <a:ext cx="2016000" cy="783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Arial"/>
                <a:ea typeface="Arial"/>
                <a:cs typeface="Arial"/>
                <a:sym typeface="Arial"/>
              </a:endParaRPr>
            </a:p>
          </p:txBody>
        </p:sp>
        <p:sp>
          <p:nvSpPr>
            <p:cNvPr id="334" name="Google Shape;334;p47"/>
            <p:cNvSpPr/>
            <p:nvPr/>
          </p:nvSpPr>
          <p:spPr>
            <a:xfrm>
              <a:off x="2016000" y="5071254"/>
              <a:ext cx="7128000" cy="783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Arial"/>
                <a:ea typeface="Arial"/>
                <a:cs typeface="Arial"/>
                <a:sym typeface="Arial"/>
              </a:endParaRPr>
            </a:p>
          </p:txBody>
        </p:sp>
      </p:grpSp>
      <p:sp>
        <p:nvSpPr>
          <p:cNvPr id="335" name="Google Shape;335;p47"/>
          <p:cNvSpPr txBox="1">
            <a:spLocks noGrp="1"/>
          </p:cNvSpPr>
          <p:nvPr>
            <p:ph type="body" idx="1"/>
          </p:nvPr>
        </p:nvSpPr>
        <p:spPr>
          <a:xfrm>
            <a:off x="666749" y="3547453"/>
            <a:ext cx="10850000" cy="824000"/>
          </a:xfrm>
          <a:prstGeom prst="rect">
            <a:avLst/>
          </a:prstGeom>
          <a:noFill/>
          <a:ln>
            <a:noFill/>
          </a:ln>
        </p:spPr>
        <p:txBody>
          <a:bodyPr spcFirstLastPara="1" wrap="square" lIns="0" tIns="45700" rIns="91425" bIns="45700" anchor="ctr" anchorCtr="0">
            <a:noAutofit/>
          </a:bodyPr>
          <a:lstStyle>
            <a:lvl1pPr marL="609585" lvl="0" indent="-304792" algn="l" rtl="0">
              <a:lnSpc>
                <a:spcPct val="100000"/>
              </a:lnSpc>
              <a:spcBef>
                <a:spcPts val="400"/>
              </a:spcBef>
              <a:spcAft>
                <a:spcPts val="0"/>
              </a:spcAft>
              <a:buSzPts val="3500"/>
              <a:buNone/>
              <a:defRPr sz="3733">
                <a:solidFill>
                  <a:schemeClr val="accent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36" name="Google Shape;336;p47"/>
          <p:cNvSpPr txBox="1">
            <a:spLocks noGrp="1"/>
          </p:cNvSpPr>
          <p:nvPr>
            <p:ph type="body" idx="2"/>
          </p:nvPr>
        </p:nvSpPr>
        <p:spPr>
          <a:xfrm>
            <a:off x="666753" y="4408273"/>
            <a:ext cx="10850000" cy="383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None/>
              <a:defRPr sz="2400">
                <a:solidFill>
                  <a:schemeClr val="accent2"/>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37" name="Google Shape;337;p47"/>
          <p:cNvSpPr txBox="1">
            <a:spLocks noGrp="1"/>
          </p:cNvSpPr>
          <p:nvPr>
            <p:ph type="body" idx="3"/>
          </p:nvPr>
        </p:nvSpPr>
        <p:spPr>
          <a:xfrm>
            <a:off x="666748" y="4971308"/>
            <a:ext cx="10850000" cy="378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750"/>
              <a:buNone/>
              <a:defRPr sz="1867"/>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7195887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Divider 3">
  <p:cSld name="Divider 3">
    <p:spTree>
      <p:nvGrpSpPr>
        <p:cNvPr id="1" name="Shape 338"/>
        <p:cNvGrpSpPr/>
        <p:nvPr/>
      </p:nvGrpSpPr>
      <p:grpSpPr>
        <a:xfrm>
          <a:off x="0" y="0"/>
          <a:ext cx="0" cy="0"/>
          <a:chOff x="0" y="0"/>
          <a:chExt cx="0" cy="0"/>
        </a:xfrm>
      </p:grpSpPr>
      <p:grpSp>
        <p:nvGrpSpPr>
          <p:cNvPr id="339" name="Google Shape;339;p48"/>
          <p:cNvGrpSpPr/>
          <p:nvPr/>
        </p:nvGrpSpPr>
        <p:grpSpPr>
          <a:xfrm>
            <a:off x="1" y="0"/>
            <a:ext cx="12188116" cy="6874571"/>
            <a:chOff x="0" y="-1"/>
            <a:chExt cx="9141087" cy="5155928"/>
          </a:xfrm>
        </p:grpSpPr>
        <p:sp>
          <p:nvSpPr>
            <p:cNvPr id="340" name="Google Shape;340;p48"/>
            <p:cNvSpPr/>
            <p:nvPr/>
          </p:nvSpPr>
          <p:spPr>
            <a:xfrm>
              <a:off x="0" y="0"/>
              <a:ext cx="2348678" cy="3502791"/>
            </a:xfrm>
            <a:custGeom>
              <a:avLst/>
              <a:gdLst/>
              <a:ahLst/>
              <a:cxnLst/>
              <a:rect l="l" t="t" r="r" b="b"/>
              <a:pathLst>
                <a:path w="2348678" h="3502791" extrusionOk="0">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341" name="Google Shape;341;p48"/>
            <p:cNvSpPr/>
            <p:nvPr/>
          </p:nvSpPr>
          <p:spPr>
            <a:xfrm>
              <a:off x="0" y="-1"/>
              <a:ext cx="9141087" cy="5155928"/>
            </a:xfrm>
            <a:custGeom>
              <a:avLst/>
              <a:gdLst/>
              <a:ahLst/>
              <a:cxnLst/>
              <a:rect l="l" t="t" r="r" b="b"/>
              <a:pathLst>
                <a:path w="9141087" h="5155928" extrusionOk="0">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342" name="Google Shape;342;p48"/>
            <p:cNvSpPr/>
            <p:nvPr/>
          </p:nvSpPr>
          <p:spPr>
            <a:xfrm>
              <a:off x="0" y="3174823"/>
              <a:ext cx="1677049" cy="1665275"/>
            </a:xfrm>
            <a:custGeom>
              <a:avLst/>
              <a:gdLst/>
              <a:ahLst/>
              <a:cxnLst/>
              <a:rect l="l" t="t" r="r" b="b"/>
              <a:pathLst>
                <a:path w="1677049" h="1665275" extrusionOk="0">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343" name="Google Shape;343;p48"/>
            <p:cNvSpPr/>
            <p:nvPr/>
          </p:nvSpPr>
          <p:spPr>
            <a:xfrm>
              <a:off x="2376848" y="3253687"/>
              <a:ext cx="343930" cy="361770"/>
            </a:xfrm>
            <a:custGeom>
              <a:avLst/>
              <a:gdLst/>
              <a:ahLst/>
              <a:cxnLst/>
              <a:rect l="l" t="t" r="r" b="b"/>
              <a:pathLst>
                <a:path w="343930" h="361770" extrusionOk="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grpSp>
      <p:sp>
        <p:nvSpPr>
          <p:cNvPr id="344" name="Google Shape;344;p48"/>
          <p:cNvSpPr txBox="1">
            <a:spLocks noGrp="1"/>
          </p:cNvSpPr>
          <p:nvPr>
            <p:ph type="body" idx="1"/>
          </p:nvPr>
        </p:nvSpPr>
        <p:spPr>
          <a:xfrm>
            <a:off x="5135893" y="3606580"/>
            <a:ext cx="6380800" cy="1166400"/>
          </a:xfrm>
          <a:prstGeom prst="rect">
            <a:avLst/>
          </a:prstGeom>
          <a:noFill/>
          <a:ln>
            <a:noFill/>
          </a:ln>
        </p:spPr>
        <p:txBody>
          <a:bodyPr spcFirstLastPara="1" wrap="square" lIns="0" tIns="45700" rIns="91425" bIns="45700" anchor="b" anchorCtr="0">
            <a:noAutofit/>
          </a:bodyPr>
          <a:lstStyle>
            <a:lvl1pPr marL="609585" lvl="0" indent="-304792" algn="just" rtl="0">
              <a:lnSpc>
                <a:spcPct val="100000"/>
              </a:lnSpc>
              <a:spcBef>
                <a:spcPts val="400"/>
              </a:spcBef>
              <a:spcAft>
                <a:spcPts val="0"/>
              </a:spcAft>
              <a:buSzPts val="3500"/>
              <a:buNone/>
              <a:defRPr sz="3733">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45" name="Google Shape;345;p48"/>
          <p:cNvSpPr txBox="1">
            <a:spLocks noGrp="1"/>
          </p:cNvSpPr>
          <p:nvPr>
            <p:ph type="body" idx="2"/>
          </p:nvPr>
        </p:nvSpPr>
        <p:spPr>
          <a:xfrm>
            <a:off x="5135893" y="4882589"/>
            <a:ext cx="6380800" cy="466800"/>
          </a:xfrm>
          <a:prstGeom prst="rect">
            <a:avLst/>
          </a:prstGeom>
          <a:noFill/>
          <a:ln>
            <a:noFill/>
          </a:ln>
        </p:spPr>
        <p:txBody>
          <a:bodyPr spcFirstLastPara="1" wrap="square" lIns="0" tIns="45700" rIns="91425" bIns="45700" anchor="t" anchorCtr="0">
            <a:noAutofit/>
          </a:bodyPr>
          <a:lstStyle>
            <a:lvl1pPr marL="609585" lvl="0" indent="-304792" algn="l" rtl="0">
              <a:lnSpc>
                <a:spcPct val="93000"/>
              </a:lnSpc>
              <a:spcBef>
                <a:spcPts val="400"/>
              </a:spcBef>
              <a:spcAft>
                <a:spcPts val="0"/>
              </a:spcAft>
              <a:buSzPts val="2250"/>
              <a:buNone/>
              <a:defRPr sz="2400">
                <a:solidFill>
                  <a:srgbClr val="FFFFFF"/>
                </a:solidFill>
                <a:latin typeface="Arial"/>
                <a:ea typeface="Arial"/>
                <a:cs typeface="Arial"/>
                <a:sym typeface="Aria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pic>
        <p:nvPicPr>
          <p:cNvPr id="346" name="Google Shape;346;p48"/>
          <p:cNvPicPr preferRelativeResize="0"/>
          <p:nvPr/>
        </p:nvPicPr>
        <p:blipFill rotWithShape="1">
          <a:blip r:embed="rId2">
            <a:alphaModFix/>
          </a:blip>
          <a:srcRect b="52283"/>
          <a:stretch/>
        </p:blipFill>
        <p:spPr>
          <a:xfrm>
            <a:off x="5135894" y="1710880"/>
            <a:ext cx="4134489" cy="1142057"/>
          </a:xfrm>
          <a:prstGeom prst="rect">
            <a:avLst/>
          </a:prstGeom>
          <a:noFill/>
          <a:ln>
            <a:noFill/>
          </a:ln>
        </p:spPr>
      </p:pic>
    </p:spTree>
    <p:extLst>
      <p:ext uri="{BB962C8B-B14F-4D97-AF65-F5344CB8AC3E}">
        <p14:creationId xmlns:p14="http://schemas.microsoft.com/office/powerpoint/2010/main" val="34800648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42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 and Text">
  <p:cSld name="Image and Text">
    <p:spTree>
      <p:nvGrpSpPr>
        <p:cNvPr id="1" name="Shape 347"/>
        <p:cNvGrpSpPr/>
        <p:nvPr/>
      </p:nvGrpSpPr>
      <p:grpSpPr>
        <a:xfrm>
          <a:off x="0" y="0"/>
          <a:ext cx="0" cy="0"/>
          <a:chOff x="0" y="0"/>
          <a:chExt cx="0" cy="0"/>
        </a:xfrm>
      </p:grpSpPr>
      <p:sp>
        <p:nvSpPr>
          <p:cNvPr id="348" name="Google Shape;348;p49"/>
          <p:cNvSpPr>
            <a:spLocks noGrp="1"/>
          </p:cNvSpPr>
          <p:nvPr>
            <p:ph type="pic" idx="2"/>
          </p:nvPr>
        </p:nvSpPr>
        <p:spPr>
          <a:xfrm>
            <a:off x="666751" y="1352552"/>
            <a:ext cx="7733600" cy="4284000"/>
          </a:xfrm>
          <a:prstGeom prst="rect">
            <a:avLst/>
          </a:prstGeom>
          <a:noFill/>
          <a:ln>
            <a:noFill/>
          </a:ln>
        </p:spPr>
      </p:sp>
      <p:sp>
        <p:nvSpPr>
          <p:cNvPr id="349" name="Google Shape;349;p49"/>
          <p:cNvSpPr txBox="1">
            <a:spLocks noGrp="1"/>
          </p:cNvSpPr>
          <p:nvPr>
            <p:ph type="body" idx="1"/>
          </p:nvPr>
        </p:nvSpPr>
        <p:spPr>
          <a:xfrm>
            <a:off x="8592277" y="1352552"/>
            <a:ext cx="2924400" cy="4284000"/>
          </a:xfrm>
          <a:prstGeom prst="rect">
            <a:avLst/>
          </a:prstGeom>
          <a:noFill/>
          <a:ln>
            <a:noFill/>
          </a:ln>
        </p:spPr>
        <p:txBody>
          <a:bodyPr spcFirstLastPara="1" wrap="square" lIns="0" tIns="0" rIns="0" bIns="0" anchor="t" anchorCtr="0">
            <a:noAutofit/>
          </a:bodyPr>
          <a:lstStyle>
            <a:lvl1pPr marL="609585" lvl="0" indent="-304792" algn="l" rtl="0">
              <a:lnSpc>
                <a:spcPct val="100000"/>
              </a:lnSpc>
              <a:spcBef>
                <a:spcPts val="400"/>
              </a:spcBef>
              <a:spcAft>
                <a:spcPts val="0"/>
              </a:spcAft>
              <a:buSzPts val="2000"/>
              <a:buNone/>
              <a:defRPr sz="2133">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50" name="Google Shape;350;p49"/>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1" name="Google Shape;351;p49"/>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788162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 and Caption">
  <p:cSld name="Image and Caption">
    <p:spTree>
      <p:nvGrpSpPr>
        <p:cNvPr id="1" name="Shape 352"/>
        <p:cNvGrpSpPr/>
        <p:nvPr/>
      </p:nvGrpSpPr>
      <p:grpSpPr>
        <a:xfrm>
          <a:off x="0" y="0"/>
          <a:ext cx="0" cy="0"/>
          <a:chOff x="0" y="0"/>
          <a:chExt cx="0" cy="0"/>
        </a:xfrm>
      </p:grpSpPr>
      <p:sp>
        <p:nvSpPr>
          <p:cNvPr id="353" name="Google Shape;353;p50"/>
          <p:cNvSpPr>
            <a:spLocks noGrp="1"/>
          </p:cNvSpPr>
          <p:nvPr>
            <p:ph type="pic" idx="2"/>
          </p:nvPr>
        </p:nvSpPr>
        <p:spPr>
          <a:xfrm>
            <a:off x="666751" y="1352551"/>
            <a:ext cx="10850000" cy="3708400"/>
          </a:xfrm>
          <a:prstGeom prst="rect">
            <a:avLst/>
          </a:prstGeom>
          <a:noFill/>
          <a:ln>
            <a:noFill/>
          </a:ln>
        </p:spPr>
      </p:sp>
      <p:sp>
        <p:nvSpPr>
          <p:cNvPr id="354" name="Google Shape;354;p50"/>
          <p:cNvSpPr txBox="1">
            <a:spLocks noGrp="1"/>
          </p:cNvSpPr>
          <p:nvPr>
            <p:ph type="body" idx="1"/>
          </p:nvPr>
        </p:nvSpPr>
        <p:spPr>
          <a:xfrm>
            <a:off x="665644" y="5083156"/>
            <a:ext cx="10860800" cy="5636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2000"/>
              <a:buNone/>
              <a:defRPr sz="2133">
                <a:solidFill>
                  <a:srgbClr val="717073"/>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55" name="Google Shape;355;p5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6" name="Google Shape;356;p5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946230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 Images with Captions">
  <p:cSld name="2 Images with Captions">
    <p:spTree>
      <p:nvGrpSpPr>
        <p:cNvPr id="1" name="Shape 357"/>
        <p:cNvGrpSpPr/>
        <p:nvPr/>
      </p:nvGrpSpPr>
      <p:grpSpPr>
        <a:xfrm>
          <a:off x="0" y="0"/>
          <a:ext cx="0" cy="0"/>
          <a:chOff x="0" y="0"/>
          <a:chExt cx="0" cy="0"/>
        </a:xfrm>
      </p:grpSpPr>
      <p:sp>
        <p:nvSpPr>
          <p:cNvPr id="358" name="Google Shape;358;p51"/>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9" name="Google Shape;359;p51"/>
          <p:cNvSpPr>
            <a:spLocks noGrp="1"/>
          </p:cNvSpPr>
          <p:nvPr>
            <p:ph type="pic" idx="2"/>
          </p:nvPr>
        </p:nvSpPr>
        <p:spPr>
          <a:xfrm>
            <a:off x="6299597" y="1354235"/>
            <a:ext cx="5209600" cy="3706800"/>
          </a:xfrm>
          <a:prstGeom prst="rect">
            <a:avLst/>
          </a:prstGeom>
          <a:noFill/>
          <a:ln>
            <a:noFill/>
          </a:ln>
        </p:spPr>
      </p:sp>
      <p:sp>
        <p:nvSpPr>
          <p:cNvPr id="360" name="Google Shape;360;p51"/>
          <p:cNvSpPr txBox="1">
            <a:spLocks noGrp="1"/>
          </p:cNvSpPr>
          <p:nvPr>
            <p:ph type="body" idx="1"/>
          </p:nvPr>
        </p:nvSpPr>
        <p:spPr>
          <a:xfrm>
            <a:off x="6299597" y="5098285"/>
            <a:ext cx="5220800" cy="5380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898989"/>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61" name="Google Shape;361;p51"/>
          <p:cNvSpPr>
            <a:spLocks noGrp="1"/>
          </p:cNvSpPr>
          <p:nvPr>
            <p:ph type="pic" idx="3"/>
          </p:nvPr>
        </p:nvSpPr>
        <p:spPr>
          <a:xfrm>
            <a:off x="677641" y="1354235"/>
            <a:ext cx="5236400" cy="3706800"/>
          </a:xfrm>
          <a:prstGeom prst="rect">
            <a:avLst/>
          </a:prstGeom>
          <a:noFill/>
          <a:ln>
            <a:noFill/>
          </a:ln>
        </p:spPr>
      </p:sp>
      <p:sp>
        <p:nvSpPr>
          <p:cNvPr id="362" name="Google Shape;362;p51"/>
          <p:cNvSpPr txBox="1">
            <a:spLocks noGrp="1"/>
          </p:cNvSpPr>
          <p:nvPr>
            <p:ph type="body" idx="4"/>
          </p:nvPr>
        </p:nvSpPr>
        <p:spPr>
          <a:xfrm>
            <a:off x="676744" y="5095095"/>
            <a:ext cx="5220800" cy="5380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898989"/>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63" name="Google Shape;363;p51"/>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0233409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 Images with Captions and Details">
  <p:cSld name="2 Images with Captions and Details">
    <p:spTree>
      <p:nvGrpSpPr>
        <p:cNvPr id="1" name="Shape 364"/>
        <p:cNvGrpSpPr/>
        <p:nvPr/>
      </p:nvGrpSpPr>
      <p:grpSpPr>
        <a:xfrm>
          <a:off x="0" y="0"/>
          <a:ext cx="0" cy="0"/>
          <a:chOff x="0" y="0"/>
          <a:chExt cx="0" cy="0"/>
        </a:xfrm>
      </p:grpSpPr>
      <p:sp>
        <p:nvSpPr>
          <p:cNvPr id="365" name="Google Shape;365;p52"/>
          <p:cNvSpPr/>
          <p:nvPr/>
        </p:nvSpPr>
        <p:spPr>
          <a:xfrm>
            <a:off x="677641" y="3836828"/>
            <a:ext cx="5236400" cy="1795200"/>
          </a:xfrm>
          <a:prstGeom prst="rect">
            <a:avLst/>
          </a:prstGeom>
          <a:solidFill>
            <a:srgbClr val="F1F2F2"/>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
        <p:nvSpPr>
          <p:cNvPr id="366" name="Google Shape;366;p52"/>
          <p:cNvSpPr/>
          <p:nvPr/>
        </p:nvSpPr>
        <p:spPr>
          <a:xfrm>
            <a:off x="6310064" y="3836828"/>
            <a:ext cx="5199200" cy="1795200"/>
          </a:xfrm>
          <a:prstGeom prst="rect">
            <a:avLst/>
          </a:prstGeom>
          <a:solidFill>
            <a:srgbClr val="F1F2F2"/>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
        <p:nvSpPr>
          <p:cNvPr id="367" name="Google Shape;367;p52"/>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8" name="Google Shape;368;p52"/>
          <p:cNvSpPr>
            <a:spLocks noGrp="1"/>
          </p:cNvSpPr>
          <p:nvPr>
            <p:ph type="pic" idx="2"/>
          </p:nvPr>
        </p:nvSpPr>
        <p:spPr>
          <a:xfrm>
            <a:off x="6299597" y="1354233"/>
            <a:ext cx="5209600" cy="2481600"/>
          </a:xfrm>
          <a:prstGeom prst="rect">
            <a:avLst/>
          </a:prstGeom>
          <a:noFill/>
          <a:ln>
            <a:noFill/>
          </a:ln>
        </p:spPr>
      </p:sp>
      <p:sp>
        <p:nvSpPr>
          <p:cNvPr id="369" name="Google Shape;369;p52"/>
          <p:cNvSpPr>
            <a:spLocks noGrp="1"/>
          </p:cNvSpPr>
          <p:nvPr>
            <p:ph type="pic" idx="3"/>
          </p:nvPr>
        </p:nvSpPr>
        <p:spPr>
          <a:xfrm>
            <a:off x="677641" y="1354233"/>
            <a:ext cx="5236400" cy="2496000"/>
          </a:xfrm>
          <a:prstGeom prst="rect">
            <a:avLst/>
          </a:prstGeom>
          <a:noFill/>
          <a:ln>
            <a:noFill/>
          </a:ln>
        </p:spPr>
      </p:sp>
      <p:sp>
        <p:nvSpPr>
          <p:cNvPr id="370" name="Google Shape;370;p52"/>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371" name="Google Shape;371;p52"/>
          <p:cNvSpPr txBox="1">
            <a:spLocks noGrp="1"/>
          </p:cNvSpPr>
          <p:nvPr>
            <p:ph type="body" idx="1"/>
          </p:nvPr>
        </p:nvSpPr>
        <p:spPr>
          <a:xfrm>
            <a:off x="912284" y="4029116"/>
            <a:ext cx="4800800" cy="16172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72" name="Google Shape;372;p52"/>
          <p:cNvSpPr txBox="1">
            <a:spLocks noGrp="1"/>
          </p:cNvSpPr>
          <p:nvPr>
            <p:ph type="body" idx="4"/>
          </p:nvPr>
        </p:nvSpPr>
        <p:spPr>
          <a:xfrm>
            <a:off x="6506309" y="4029116"/>
            <a:ext cx="4800800" cy="16172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73" name="Google Shape;373;p52"/>
          <p:cNvSpPr txBox="1">
            <a:spLocks noGrp="1"/>
          </p:cNvSpPr>
          <p:nvPr>
            <p:ph type="body" idx="5"/>
          </p:nvPr>
        </p:nvSpPr>
        <p:spPr>
          <a:xfrm>
            <a:off x="677641" y="3164753"/>
            <a:ext cx="5236400" cy="670800"/>
          </a:xfrm>
          <a:prstGeom prst="rect">
            <a:avLst/>
          </a:prstGeom>
          <a:solidFill>
            <a:schemeClr val="accent1">
              <a:alpha val="80000"/>
            </a:schemeClr>
          </a:solidFill>
          <a:ln>
            <a:noFill/>
          </a:ln>
        </p:spPr>
        <p:txBody>
          <a:bodyPr spcFirstLastPara="1" wrap="square" lIns="180000" tIns="45700" rIns="91425" bIns="45700" anchor="ctr" anchorCtr="0">
            <a:noAutofit/>
          </a:bodyPr>
          <a:lstStyle>
            <a:lvl1pPr marL="609585" lvl="0" indent="-304792" algn="l" rtl="0">
              <a:lnSpc>
                <a:spcPct val="100000"/>
              </a:lnSpc>
              <a:spcBef>
                <a:spcPts val="400"/>
              </a:spcBef>
              <a:spcAft>
                <a:spcPts val="0"/>
              </a:spcAft>
              <a:buSzPts val="2250"/>
              <a:buNone/>
              <a:defRPr b="1">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74" name="Google Shape;374;p52"/>
          <p:cNvSpPr txBox="1">
            <a:spLocks noGrp="1"/>
          </p:cNvSpPr>
          <p:nvPr>
            <p:ph type="body" idx="6"/>
          </p:nvPr>
        </p:nvSpPr>
        <p:spPr>
          <a:xfrm>
            <a:off x="6310064" y="3164753"/>
            <a:ext cx="5199200" cy="670800"/>
          </a:xfrm>
          <a:prstGeom prst="rect">
            <a:avLst/>
          </a:prstGeom>
          <a:solidFill>
            <a:schemeClr val="accent1">
              <a:alpha val="80000"/>
            </a:schemeClr>
          </a:solidFill>
          <a:ln>
            <a:noFill/>
          </a:ln>
        </p:spPr>
        <p:txBody>
          <a:bodyPr spcFirstLastPara="1" wrap="square" lIns="180000" tIns="45700" rIns="91425" bIns="45700" anchor="ctr" anchorCtr="0">
            <a:noAutofit/>
          </a:bodyPr>
          <a:lstStyle>
            <a:lvl1pPr marL="609585" lvl="0" indent="-304792" algn="l" rtl="0">
              <a:lnSpc>
                <a:spcPct val="100000"/>
              </a:lnSpc>
              <a:spcBef>
                <a:spcPts val="400"/>
              </a:spcBef>
              <a:spcAft>
                <a:spcPts val="0"/>
              </a:spcAft>
              <a:buSzPts val="2250"/>
              <a:buNone/>
              <a:defRPr b="1">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411794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 Images with Captions">
  <p:cSld name="3 Images with Captions">
    <p:spTree>
      <p:nvGrpSpPr>
        <p:cNvPr id="1" name="Shape 375"/>
        <p:cNvGrpSpPr/>
        <p:nvPr/>
      </p:nvGrpSpPr>
      <p:grpSpPr>
        <a:xfrm>
          <a:off x="0" y="0"/>
          <a:ext cx="0" cy="0"/>
          <a:chOff x="0" y="0"/>
          <a:chExt cx="0" cy="0"/>
        </a:xfrm>
      </p:grpSpPr>
      <p:sp>
        <p:nvSpPr>
          <p:cNvPr id="376" name="Google Shape;376;p53"/>
          <p:cNvSpPr>
            <a:spLocks noGrp="1"/>
          </p:cNvSpPr>
          <p:nvPr>
            <p:ph type="pic" idx="2"/>
          </p:nvPr>
        </p:nvSpPr>
        <p:spPr>
          <a:xfrm>
            <a:off x="688821" y="1352551"/>
            <a:ext cx="3486800" cy="3708400"/>
          </a:xfrm>
          <a:prstGeom prst="rect">
            <a:avLst/>
          </a:prstGeom>
          <a:noFill/>
          <a:ln>
            <a:noFill/>
          </a:ln>
        </p:spPr>
      </p:sp>
      <p:sp>
        <p:nvSpPr>
          <p:cNvPr id="377" name="Google Shape;377;p53"/>
          <p:cNvSpPr txBox="1">
            <a:spLocks noGrp="1"/>
          </p:cNvSpPr>
          <p:nvPr>
            <p:ph type="body" idx="1"/>
          </p:nvPr>
        </p:nvSpPr>
        <p:spPr>
          <a:xfrm>
            <a:off x="688821" y="5060951"/>
            <a:ext cx="3486800" cy="5756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898989"/>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78" name="Google Shape;378;p53"/>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79" name="Google Shape;379;p53"/>
          <p:cNvSpPr>
            <a:spLocks noGrp="1"/>
          </p:cNvSpPr>
          <p:nvPr>
            <p:ph type="pic" idx="3"/>
          </p:nvPr>
        </p:nvSpPr>
        <p:spPr>
          <a:xfrm>
            <a:off x="4319769" y="1352549"/>
            <a:ext cx="3519600" cy="3708400"/>
          </a:xfrm>
          <a:prstGeom prst="rect">
            <a:avLst/>
          </a:prstGeom>
          <a:noFill/>
          <a:ln>
            <a:noFill/>
          </a:ln>
        </p:spPr>
      </p:sp>
      <p:sp>
        <p:nvSpPr>
          <p:cNvPr id="380" name="Google Shape;380;p53"/>
          <p:cNvSpPr txBox="1">
            <a:spLocks noGrp="1"/>
          </p:cNvSpPr>
          <p:nvPr>
            <p:ph type="body" idx="4"/>
          </p:nvPr>
        </p:nvSpPr>
        <p:spPr>
          <a:xfrm>
            <a:off x="4319769" y="5060951"/>
            <a:ext cx="3519600" cy="5756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898989"/>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81" name="Google Shape;381;p53"/>
          <p:cNvSpPr>
            <a:spLocks noGrp="1"/>
          </p:cNvSpPr>
          <p:nvPr>
            <p:ph type="pic" idx="5"/>
          </p:nvPr>
        </p:nvSpPr>
        <p:spPr>
          <a:xfrm>
            <a:off x="7983465" y="1352549"/>
            <a:ext cx="3519600" cy="3708400"/>
          </a:xfrm>
          <a:prstGeom prst="rect">
            <a:avLst/>
          </a:prstGeom>
          <a:noFill/>
          <a:ln>
            <a:noFill/>
          </a:ln>
        </p:spPr>
      </p:sp>
      <p:sp>
        <p:nvSpPr>
          <p:cNvPr id="382" name="Google Shape;382;p53"/>
          <p:cNvSpPr txBox="1">
            <a:spLocks noGrp="1"/>
          </p:cNvSpPr>
          <p:nvPr>
            <p:ph type="body" idx="6"/>
          </p:nvPr>
        </p:nvSpPr>
        <p:spPr>
          <a:xfrm>
            <a:off x="7983465" y="5060951"/>
            <a:ext cx="3519600" cy="5756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898989"/>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83" name="Google Shape;383;p53"/>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1097098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ext and Chart">
  <p:cSld name="Text and Chart">
    <p:spTree>
      <p:nvGrpSpPr>
        <p:cNvPr id="1" name="Shape 384"/>
        <p:cNvGrpSpPr/>
        <p:nvPr/>
      </p:nvGrpSpPr>
      <p:grpSpPr>
        <a:xfrm>
          <a:off x="0" y="0"/>
          <a:ext cx="0" cy="0"/>
          <a:chOff x="0" y="0"/>
          <a:chExt cx="0" cy="0"/>
        </a:xfrm>
      </p:grpSpPr>
      <p:sp>
        <p:nvSpPr>
          <p:cNvPr id="385" name="Google Shape;385;p54"/>
          <p:cNvSpPr txBox="1">
            <a:spLocks noGrp="1"/>
          </p:cNvSpPr>
          <p:nvPr>
            <p:ph type="body" idx="1"/>
          </p:nvPr>
        </p:nvSpPr>
        <p:spPr>
          <a:xfrm>
            <a:off x="666751" y="1352552"/>
            <a:ext cx="3509200" cy="42940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86" name="Google Shape;386;p54"/>
          <p:cNvSpPr>
            <a:spLocks noGrp="1"/>
          </p:cNvSpPr>
          <p:nvPr>
            <p:ph type="chart" idx="2"/>
          </p:nvPr>
        </p:nvSpPr>
        <p:spPr>
          <a:xfrm>
            <a:off x="4367808" y="1352552"/>
            <a:ext cx="7157600" cy="4294000"/>
          </a:xfrm>
          <a:prstGeom prst="rect">
            <a:avLst/>
          </a:prstGeom>
          <a:noFill/>
          <a:ln>
            <a:noFill/>
          </a:ln>
        </p:spPr>
        <p:txBody>
          <a:bodyPr spcFirstLastPara="1" wrap="square" lIns="0" tIns="45700" rIns="91425" bIns="45700" anchor="t" anchorCtr="0">
            <a:noAutofit/>
          </a:bodyPr>
          <a:lstStyle>
            <a:lvl1pPr marR="0" lvl="0" algn="ctr" rtl="0">
              <a:lnSpc>
                <a:spcPct val="100000"/>
              </a:lnSpc>
              <a:spcBef>
                <a:spcPts val="400"/>
              </a:spcBef>
              <a:spcAft>
                <a:spcPts val="0"/>
              </a:spcAft>
              <a:buClr>
                <a:srgbClr val="BF3227"/>
              </a:buClr>
              <a:buSzPts val="225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400"/>
              </a:spcBef>
              <a:spcAft>
                <a:spcPts val="0"/>
              </a:spcAft>
              <a:buClr>
                <a:srgbClr val="BF3227"/>
              </a:buClr>
              <a:buSzPts val="2000"/>
              <a:buFont typeface="NTR"/>
              <a:buChar char="-"/>
              <a:defRPr sz="2133" b="0" i="0" u="none" strike="noStrike" cap="none">
                <a:solidFill>
                  <a:schemeClr val="dk1"/>
                </a:solidFill>
                <a:latin typeface="Arial"/>
                <a:ea typeface="Arial"/>
                <a:cs typeface="Arial"/>
                <a:sym typeface="Arial"/>
              </a:defRPr>
            </a:lvl2pPr>
            <a:lvl3pPr marR="0" lvl="2" algn="l" rtl="0">
              <a:lnSpc>
                <a:spcPct val="100000"/>
              </a:lnSpc>
              <a:spcBef>
                <a:spcPts val="400"/>
              </a:spcBef>
              <a:spcAft>
                <a:spcPts val="0"/>
              </a:spcAft>
              <a:buClr>
                <a:srgbClr val="BF3227"/>
              </a:buClr>
              <a:buSzPts val="2000"/>
              <a:buFont typeface="Noto Sans Symbols"/>
              <a:buChar char="▪"/>
              <a:defRPr sz="2133" b="0" i="0" u="none" strike="noStrike" cap="none">
                <a:solidFill>
                  <a:schemeClr val="dk1"/>
                </a:solidFill>
                <a:latin typeface="Arial"/>
                <a:ea typeface="Arial"/>
                <a:cs typeface="Arial"/>
                <a:sym typeface="Arial"/>
              </a:defRPr>
            </a:lvl3pPr>
            <a:lvl4pPr marR="0" lvl="3"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4pPr>
            <a:lvl5pPr marR="0" lvl="4" algn="l" rtl="0">
              <a:lnSpc>
                <a:spcPct val="100000"/>
              </a:lnSpc>
              <a:spcBef>
                <a:spcPts val="400"/>
              </a:spcBef>
              <a:spcAft>
                <a:spcPts val="0"/>
              </a:spcAft>
              <a:buClr>
                <a:schemeClr val="accent2"/>
              </a:buClr>
              <a:buSzPts val="1313"/>
              <a:buFont typeface="NTR"/>
              <a:buChar char="-"/>
              <a:defRPr sz="1400" b="0" i="0" u="none" strike="noStrike" cap="none">
                <a:solidFill>
                  <a:schemeClr val="accent1"/>
                </a:solidFill>
                <a:latin typeface="Arial"/>
                <a:ea typeface="Arial"/>
                <a:cs typeface="Arial"/>
                <a:sym typeface="Arial"/>
              </a:defRPr>
            </a:lvl5pPr>
            <a:lvl6pPr marR="0" lvl="5"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R="0" lvl="6"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R="0" lvl="7"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R="0" lvl="8"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87" name="Google Shape;387;p54"/>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88" name="Google Shape;388;p54"/>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61472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389"/>
        <p:cNvGrpSpPr/>
        <p:nvPr/>
      </p:nvGrpSpPr>
      <p:grpSpPr>
        <a:xfrm>
          <a:off x="0" y="0"/>
          <a:ext cx="0" cy="0"/>
          <a:chOff x="0" y="0"/>
          <a:chExt cx="0" cy="0"/>
        </a:xfrm>
      </p:grpSpPr>
      <p:sp>
        <p:nvSpPr>
          <p:cNvPr id="390" name="Google Shape;390;p55"/>
          <p:cNvSpPr>
            <a:spLocks noGrp="1"/>
          </p:cNvSpPr>
          <p:nvPr>
            <p:ph type="chart" idx="2"/>
          </p:nvPr>
        </p:nvSpPr>
        <p:spPr>
          <a:xfrm>
            <a:off x="666752" y="1808992"/>
            <a:ext cx="10858400" cy="3837600"/>
          </a:xfrm>
          <a:prstGeom prst="rect">
            <a:avLst/>
          </a:prstGeom>
          <a:noFill/>
          <a:ln>
            <a:noFill/>
          </a:ln>
        </p:spPr>
        <p:txBody>
          <a:bodyPr spcFirstLastPara="1" wrap="square" lIns="0" tIns="45700" rIns="91425" bIns="45700" anchor="t" anchorCtr="0">
            <a:noAutofit/>
          </a:bodyPr>
          <a:lstStyle>
            <a:lvl1pPr marR="0" lvl="0" algn="ctr" rtl="0">
              <a:lnSpc>
                <a:spcPct val="100000"/>
              </a:lnSpc>
              <a:spcBef>
                <a:spcPts val="400"/>
              </a:spcBef>
              <a:spcAft>
                <a:spcPts val="0"/>
              </a:spcAft>
              <a:buClr>
                <a:srgbClr val="BF3227"/>
              </a:buClr>
              <a:buSzPts val="225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400"/>
              </a:spcBef>
              <a:spcAft>
                <a:spcPts val="0"/>
              </a:spcAft>
              <a:buClr>
                <a:srgbClr val="BF3227"/>
              </a:buClr>
              <a:buSzPts val="2000"/>
              <a:buFont typeface="NTR"/>
              <a:buChar char="-"/>
              <a:defRPr sz="2133" b="0" i="0" u="none" strike="noStrike" cap="none">
                <a:solidFill>
                  <a:schemeClr val="dk1"/>
                </a:solidFill>
                <a:latin typeface="Arial"/>
                <a:ea typeface="Arial"/>
                <a:cs typeface="Arial"/>
                <a:sym typeface="Arial"/>
              </a:defRPr>
            </a:lvl2pPr>
            <a:lvl3pPr marR="0" lvl="2" algn="l" rtl="0">
              <a:lnSpc>
                <a:spcPct val="100000"/>
              </a:lnSpc>
              <a:spcBef>
                <a:spcPts val="400"/>
              </a:spcBef>
              <a:spcAft>
                <a:spcPts val="0"/>
              </a:spcAft>
              <a:buClr>
                <a:srgbClr val="BF3227"/>
              </a:buClr>
              <a:buSzPts val="2000"/>
              <a:buFont typeface="Noto Sans Symbols"/>
              <a:buChar char="▪"/>
              <a:defRPr sz="2133" b="0" i="0" u="none" strike="noStrike" cap="none">
                <a:solidFill>
                  <a:schemeClr val="dk1"/>
                </a:solidFill>
                <a:latin typeface="Arial"/>
                <a:ea typeface="Arial"/>
                <a:cs typeface="Arial"/>
                <a:sym typeface="Arial"/>
              </a:defRPr>
            </a:lvl3pPr>
            <a:lvl4pPr marR="0" lvl="3"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4pPr>
            <a:lvl5pPr marR="0" lvl="4" algn="l" rtl="0">
              <a:lnSpc>
                <a:spcPct val="100000"/>
              </a:lnSpc>
              <a:spcBef>
                <a:spcPts val="400"/>
              </a:spcBef>
              <a:spcAft>
                <a:spcPts val="0"/>
              </a:spcAft>
              <a:buClr>
                <a:schemeClr val="accent2"/>
              </a:buClr>
              <a:buSzPts val="1313"/>
              <a:buFont typeface="NTR"/>
              <a:buChar char="-"/>
              <a:defRPr sz="1400" b="0" i="0" u="none" strike="noStrike" cap="none">
                <a:solidFill>
                  <a:schemeClr val="accent1"/>
                </a:solidFill>
                <a:latin typeface="Arial"/>
                <a:ea typeface="Arial"/>
                <a:cs typeface="Arial"/>
                <a:sym typeface="Arial"/>
              </a:defRPr>
            </a:lvl5pPr>
            <a:lvl6pPr marR="0" lvl="5"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R="0" lvl="6"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R="0" lvl="7"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R="0" lvl="8"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91" name="Google Shape;391;p55"/>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92" name="Google Shape;392;p55"/>
          <p:cNvSpPr txBox="1">
            <a:spLocks noGrp="1"/>
          </p:cNvSpPr>
          <p:nvPr>
            <p:ph type="body" idx="1"/>
          </p:nvPr>
        </p:nvSpPr>
        <p:spPr>
          <a:xfrm>
            <a:off x="656073" y="1221317"/>
            <a:ext cx="10869200" cy="440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Non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93" name="Google Shape;393;p55"/>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30670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ullets">
  <p:cSld name="Title and Bullets">
    <p:spTree>
      <p:nvGrpSpPr>
        <p:cNvPr id="1" name="Shape 394"/>
        <p:cNvGrpSpPr/>
        <p:nvPr/>
      </p:nvGrpSpPr>
      <p:grpSpPr>
        <a:xfrm>
          <a:off x="0" y="0"/>
          <a:ext cx="0" cy="0"/>
          <a:chOff x="0" y="0"/>
          <a:chExt cx="0" cy="0"/>
        </a:xfrm>
      </p:grpSpPr>
      <p:sp>
        <p:nvSpPr>
          <p:cNvPr id="395" name="Google Shape;395;p56"/>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96" name="Google Shape;396;p56"/>
          <p:cNvSpPr txBox="1">
            <a:spLocks noGrp="1"/>
          </p:cNvSpPr>
          <p:nvPr>
            <p:ph type="body" idx="1"/>
          </p:nvPr>
        </p:nvSpPr>
        <p:spPr>
          <a:xfrm>
            <a:off x="666751" y="1352552"/>
            <a:ext cx="10850000" cy="42940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397" name="Google Shape;397;p56"/>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31630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Content Comparison">
  <p:cSld name="Two Content Comparison">
    <p:spTree>
      <p:nvGrpSpPr>
        <p:cNvPr id="1" name="Shape 398"/>
        <p:cNvGrpSpPr/>
        <p:nvPr/>
      </p:nvGrpSpPr>
      <p:grpSpPr>
        <a:xfrm>
          <a:off x="0" y="0"/>
          <a:ext cx="0" cy="0"/>
          <a:chOff x="0" y="0"/>
          <a:chExt cx="0" cy="0"/>
        </a:xfrm>
      </p:grpSpPr>
      <p:sp>
        <p:nvSpPr>
          <p:cNvPr id="399" name="Google Shape;399;p57"/>
          <p:cNvSpPr/>
          <p:nvPr/>
        </p:nvSpPr>
        <p:spPr>
          <a:xfrm>
            <a:off x="6096000" y="1"/>
            <a:ext cx="6096000" cy="6756000"/>
          </a:xfrm>
          <a:prstGeom prst="rect">
            <a:avLst/>
          </a:prstGeom>
          <a:solidFill>
            <a:srgbClr val="222222"/>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
        <p:nvSpPr>
          <p:cNvPr id="400" name="Google Shape;400;p57"/>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01" name="Google Shape;401;p57"/>
          <p:cNvSpPr txBox="1">
            <a:spLocks noGrp="1"/>
          </p:cNvSpPr>
          <p:nvPr>
            <p:ph type="body" idx="1"/>
          </p:nvPr>
        </p:nvSpPr>
        <p:spPr>
          <a:xfrm>
            <a:off x="666752" y="1352552"/>
            <a:ext cx="5247200" cy="42940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02" name="Google Shape;402;p57"/>
          <p:cNvSpPr txBox="1">
            <a:spLocks noGrp="1"/>
          </p:cNvSpPr>
          <p:nvPr>
            <p:ph type="body" idx="2"/>
          </p:nvPr>
        </p:nvSpPr>
        <p:spPr>
          <a:xfrm>
            <a:off x="6288617" y="1352552"/>
            <a:ext cx="5228000" cy="4294000"/>
          </a:xfrm>
          <a:prstGeom prst="rect">
            <a:avLst/>
          </a:prstGeom>
          <a:noFill/>
          <a:ln>
            <a:noFill/>
          </a:ln>
        </p:spPr>
        <p:txBody>
          <a:bodyPr spcFirstLastPara="1" wrap="square" lIns="0" tIns="45700" rIns="91425" bIns="45700" anchor="t" anchorCtr="0">
            <a:noAutofit/>
          </a:bodyPr>
          <a:lstStyle>
            <a:lvl1pPr marL="609585" lvl="0" indent="-495288" algn="l" rtl="0">
              <a:lnSpc>
                <a:spcPct val="100000"/>
              </a:lnSpc>
              <a:spcBef>
                <a:spcPts val="400"/>
              </a:spcBef>
              <a:spcAft>
                <a:spcPts val="0"/>
              </a:spcAft>
              <a:buSzPts val="2250"/>
              <a:buChar char="•"/>
              <a:defRPr>
                <a:solidFill>
                  <a:srgbClr val="FFFFFF"/>
                </a:solidFill>
              </a:defRPr>
            </a:lvl1pPr>
            <a:lvl2pPr marL="1219170" lvl="1" indent="-474121" algn="l" rtl="0">
              <a:lnSpc>
                <a:spcPct val="100000"/>
              </a:lnSpc>
              <a:spcBef>
                <a:spcPts val="400"/>
              </a:spcBef>
              <a:spcAft>
                <a:spcPts val="0"/>
              </a:spcAft>
              <a:buSzPts val="2000"/>
              <a:buChar char="-"/>
              <a:defRPr>
                <a:solidFill>
                  <a:srgbClr val="FFFFFF"/>
                </a:solidFill>
              </a:defRPr>
            </a:lvl2pPr>
            <a:lvl3pPr marL="1828754" lvl="2" indent="-474121" algn="l" rtl="0">
              <a:lnSpc>
                <a:spcPct val="100000"/>
              </a:lnSpc>
              <a:spcBef>
                <a:spcPts val="400"/>
              </a:spcBef>
              <a:spcAft>
                <a:spcPts val="0"/>
              </a:spcAft>
              <a:buSzPts val="2000"/>
              <a:buChar char="▪"/>
              <a:defRPr>
                <a:solidFill>
                  <a:srgbClr val="FFFFFF"/>
                </a:solidFill>
              </a:defRPr>
            </a:lvl3pPr>
            <a:lvl4pPr marL="2438339" lvl="3" indent="-474121" algn="l" rtl="0">
              <a:lnSpc>
                <a:spcPct val="100000"/>
              </a:lnSpc>
              <a:spcBef>
                <a:spcPts val="400"/>
              </a:spcBef>
              <a:spcAft>
                <a:spcPts val="0"/>
              </a:spcAft>
              <a:buSzPts val="2000"/>
              <a:buChar char="-"/>
              <a:defRPr>
                <a:solidFill>
                  <a:srgbClr val="FFFFFF"/>
                </a:solidFill>
              </a:defRPr>
            </a:lvl4pPr>
            <a:lvl5pPr marL="3047924" lvl="4" indent="-415956" algn="l" rtl="0">
              <a:lnSpc>
                <a:spcPct val="100000"/>
              </a:lnSpc>
              <a:spcBef>
                <a:spcPts val="400"/>
              </a:spcBef>
              <a:spcAft>
                <a:spcPts val="0"/>
              </a:spcAft>
              <a:buSzPts val="1313"/>
              <a:buChar char="-"/>
              <a:defRPr>
                <a:solidFill>
                  <a:srgbClr val="FFFFFF"/>
                </a:solidFill>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cxnSp>
        <p:nvCxnSpPr>
          <p:cNvPr id="403" name="Google Shape;403;p57"/>
          <p:cNvCxnSpPr/>
          <p:nvPr/>
        </p:nvCxnSpPr>
        <p:spPr>
          <a:xfrm>
            <a:off x="10912828" y="6304756"/>
            <a:ext cx="0" cy="353200"/>
          </a:xfrm>
          <a:prstGeom prst="straightConnector1">
            <a:avLst/>
          </a:prstGeom>
          <a:noFill/>
          <a:ln w="9525" cap="flat" cmpd="sng">
            <a:solidFill>
              <a:schemeClr val="accent2"/>
            </a:solidFill>
            <a:prstDash val="solid"/>
            <a:miter lim="800000"/>
            <a:headEnd type="none" w="sm" len="sm"/>
            <a:tailEnd type="none" w="sm" len="sm"/>
          </a:ln>
        </p:spPr>
      </p:cxnSp>
      <p:sp>
        <p:nvSpPr>
          <p:cNvPr id="404" name="Google Shape;404;p57"/>
          <p:cNvSpPr txBox="1"/>
          <p:nvPr/>
        </p:nvSpPr>
        <p:spPr>
          <a:xfrm>
            <a:off x="10959941" y="6298280"/>
            <a:ext cx="548400" cy="366000"/>
          </a:xfrm>
          <a:prstGeom prst="rect">
            <a:avLst/>
          </a:prstGeom>
          <a:noFill/>
          <a:ln>
            <a:noFill/>
          </a:ln>
        </p:spPr>
        <p:txBody>
          <a:bodyPr spcFirstLastPara="1" wrap="square" lIns="121900" tIns="60933" rIns="121900" bIns="60933" anchor="ctr" anchorCtr="0">
            <a:noAutofit/>
          </a:bodyPr>
          <a:lstStyle/>
          <a:p>
            <a:pPr marL="0" marR="0" lvl="0" indent="0" algn="r" rtl="0">
              <a:lnSpc>
                <a:spcPct val="93000"/>
              </a:lnSpc>
              <a:spcBef>
                <a:spcPts val="0"/>
              </a:spcBef>
              <a:spcAft>
                <a:spcPts val="0"/>
              </a:spcAft>
              <a:buClr>
                <a:srgbClr val="000000"/>
              </a:buClr>
              <a:buSzPts val="1200"/>
              <a:buFont typeface="Arial"/>
              <a:buNone/>
            </a:pPr>
            <a:fld id="{00000000-1234-1234-1234-123412341234}" type="slidenum">
              <a:rPr lang="en" sz="1600" b="0" i="0" u="none" strike="noStrike" cap="none">
                <a:solidFill>
                  <a:srgbClr val="FFFFFF"/>
                </a:solidFill>
                <a:latin typeface="Arial"/>
                <a:ea typeface="Arial"/>
                <a:cs typeface="Arial"/>
                <a:sym typeface="Arial"/>
              </a:rPr>
              <a:pPr marL="0" marR="0" lvl="0" indent="0" algn="r" rtl="0">
                <a:lnSpc>
                  <a:spcPct val="93000"/>
                </a:lnSpc>
                <a:spcBef>
                  <a:spcPts val="0"/>
                </a:spcBef>
                <a:spcAft>
                  <a:spcPts val="0"/>
                </a:spcAft>
                <a:buClr>
                  <a:srgbClr val="000000"/>
                </a:buClr>
                <a:buSzPts val="1200"/>
                <a:buFont typeface="Arial"/>
                <a:buNone/>
              </a:pPr>
              <a:t>‹#›</a:t>
            </a:fld>
            <a:endParaRPr sz="1600" b="0" i="0" u="none" strike="noStrike" cap="none">
              <a:solidFill>
                <a:srgbClr val="FFFFFF"/>
              </a:solidFill>
              <a:latin typeface="Arial"/>
              <a:ea typeface="Arial"/>
              <a:cs typeface="Arial"/>
              <a:sym typeface="Arial"/>
            </a:endParaRPr>
          </a:p>
        </p:txBody>
      </p:sp>
      <p:sp>
        <p:nvSpPr>
          <p:cNvPr id="405" name="Google Shape;405;p57"/>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1892364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406"/>
        <p:cNvGrpSpPr/>
        <p:nvPr/>
      </p:nvGrpSpPr>
      <p:grpSpPr>
        <a:xfrm>
          <a:off x="0" y="0"/>
          <a:ext cx="0" cy="0"/>
          <a:chOff x="0" y="0"/>
          <a:chExt cx="0" cy="0"/>
        </a:xfrm>
      </p:grpSpPr>
      <p:sp>
        <p:nvSpPr>
          <p:cNvPr id="407" name="Google Shape;407;p58"/>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rgbClr val="FFFFFF"/>
              </a:buClr>
              <a:buSzPts val="2400"/>
              <a:buFont typeface="Arial"/>
              <a:buNone/>
              <a:defRPr>
                <a:solidFill>
                  <a:srgbClr val="FFFFF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08" name="Google Shape;408;p58"/>
          <p:cNvSpPr txBox="1"/>
          <p:nvPr/>
        </p:nvSpPr>
        <p:spPr>
          <a:xfrm>
            <a:off x="3797575" y="-298436"/>
            <a:ext cx="4588400" cy="492800"/>
          </a:xfrm>
          <a:prstGeom prst="rect">
            <a:avLst/>
          </a:prstGeom>
          <a:noFill/>
          <a:ln>
            <a:noFill/>
          </a:ln>
        </p:spPr>
        <p:txBody>
          <a:bodyPr spcFirstLastPara="1" wrap="square" lIns="121900" tIns="60933" rIns="121900" bIns="60933" anchor="t" anchorCtr="0">
            <a:normAutofit/>
          </a:bodyPr>
          <a:lstStyle/>
          <a:p>
            <a:pPr marL="0" marR="0" lvl="0" indent="0" algn="ctr" rtl="0">
              <a:lnSpc>
                <a:spcPct val="93000"/>
              </a:lnSpc>
              <a:spcBef>
                <a:spcPts val="0"/>
              </a:spcBef>
              <a:spcAft>
                <a:spcPts val="0"/>
              </a:spcAft>
              <a:buClr>
                <a:srgbClr val="000000"/>
              </a:buClr>
              <a:buSzPts val="800"/>
              <a:buFont typeface="Arial"/>
              <a:buNone/>
            </a:pPr>
            <a:r>
              <a:rPr lang="en" sz="1067" b="0" i="0" u="none" strike="noStrike" cap="none">
                <a:solidFill>
                  <a:srgbClr val="000000"/>
                </a:solidFill>
                <a:latin typeface="Arial"/>
                <a:ea typeface="Arial"/>
                <a:cs typeface="Arial"/>
                <a:sym typeface="Arial"/>
              </a:rPr>
              <a:t>Please insert picture from format background – picture/texture fill</a:t>
            </a:r>
            <a:endParaRPr sz="1867" b="0" i="0" u="none" strike="noStrike" cap="none">
              <a:solidFill>
                <a:srgbClr val="000000"/>
              </a:solidFill>
              <a:latin typeface="Arial"/>
              <a:ea typeface="Arial"/>
              <a:cs typeface="Arial"/>
              <a:sym typeface="Arial"/>
            </a:endParaRPr>
          </a:p>
        </p:txBody>
      </p:sp>
      <p:sp>
        <p:nvSpPr>
          <p:cNvPr id="409" name="Google Shape;409;p58"/>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solidFill>
                  <a:srgbClr val="FFFFFF"/>
                </a:solidFill>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07762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op-up Boxes">
  <p:cSld name="Pop-up Boxes">
    <p:spTree>
      <p:nvGrpSpPr>
        <p:cNvPr id="1" name="Shape 410"/>
        <p:cNvGrpSpPr/>
        <p:nvPr/>
      </p:nvGrpSpPr>
      <p:grpSpPr>
        <a:xfrm>
          <a:off x="0" y="0"/>
          <a:ext cx="0" cy="0"/>
          <a:chOff x="0" y="0"/>
          <a:chExt cx="0" cy="0"/>
        </a:xfrm>
      </p:grpSpPr>
      <p:sp>
        <p:nvSpPr>
          <p:cNvPr id="411" name="Google Shape;411;p59"/>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12" name="Google Shape;412;p59"/>
          <p:cNvSpPr txBox="1">
            <a:spLocks noGrp="1"/>
          </p:cNvSpPr>
          <p:nvPr>
            <p:ph type="body" idx="1"/>
          </p:nvPr>
        </p:nvSpPr>
        <p:spPr>
          <a:xfrm>
            <a:off x="939453" y="1381372"/>
            <a:ext cx="4762400" cy="8832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13" name="Google Shape;413;p59"/>
          <p:cNvSpPr txBox="1">
            <a:spLocks noGrp="1"/>
          </p:cNvSpPr>
          <p:nvPr>
            <p:ph type="body" idx="2"/>
          </p:nvPr>
        </p:nvSpPr>
        <p:spPr>
          <a:xfrm>
            <a:off x="6516164" y="1381372"/>
            <a:ext cx="4762400" cy="8832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14" name="Google Shape;414;p59"/>
          <p:cNvSpPr txBox="1">
            <a:spLocks noGrp="1"/>
          </p:cNvSpPr>
          <p:nvPr>
            <p:ph type="body" idx="3"/>
          </p:nvPr>
        </p:nvSpPr>
        <p:spPr>
          <a:xfrm>
            <a:off x="939453" y="2858511"/>
            <a:ext cx="4762400" cy="8832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15" name="Google Shape;415;p59"/>
          <p:cNvSpPr txBox="1">
            <a:spLocks noGrp="1"/>
          </p:cNvSpPr>
          <p:nvPr>
            <p:ph type="body" idx="4"/>
          </p:nvPr>
        </p:nvSpPr>
        <p:spPr>
          <a:xfrm>
            <a:off x="6516164" y="2858511"/>
            <a:ext cx="4762400" cy="8832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16" name="Google Shape;416;p59"/>
          <p:cNvSpPr txBox="1">
            <a:spLocks noGrp="1"/>
          </p:cNvSpPr>
          <p:nvPr>
            <p:ph type="body" idx="5"/>
          </p:nvPr>
        </p:nvSpPr>
        <p:spPr>
          <a:xfrm>
            <a:off x="939453" y="4335651"/>
            <a:ext cx="4762400" cy="8832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17" name="Google Shape;417;p59"/>
          <p:cNvSpPr txBox="1">
            <a:spLocks noGrp="1"/>
          </p:cNvSpPr>
          <p:nvPr>
            <p:ph type="body" idx="6"/>
          </p:nvPr>
        </p:nvSpPr>
        <p:spPr>
          <a:xfrm>
            <a:off x="6516164" y="4335651"/>
            <a:ext cx="4762400" cy="8832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FFFFFF"/>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18" name="Google Shape;418;p59"/>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845672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ext and Image">
  <p:cSld name="Text and Image">
    <p:spTree>
      <p:nvGrpSpPr>
        <p:cNvPr id="1" name="Shape 419"/>
        <p:cNvGrpSpPr/>
        <p:nvPr/>
      </p:nvGrpSpPr>
      <p:grpSpPr>
        <a:xfrm>
          <a:off x="0" y="0"/>
          <a:ext cx="0" cy="0"/>
          <a:chOff x="0" y="0"/>
          <a:chExt cx="0" cy="0"/>
        </a:xfrm>
      </p:grpSpPr>
      <p:sp>
        <p:nvSpPr>
          <p:cNvPr id="420" name="Google Shape;420;p60"/>
          <p:cNvSpPr txBox="1">
            <a:spLocks noGrp="1"/>
          </p:cNvSpPr>
          <p:nvPr>
            <p:ph type="body" idx="1"/>
          </p:nvPr>
        </p:nvSpPr>
        <p:spPr>
          <a:xfrm>
            <a:off x="666751" y="1784351"/>
            <a:ext cx="5247200" cy="3862400"/>
          </a:xfrm>
          <a:prstGeom prst="rect">
            <a:avLst/>
          </a:prstGeom>
          <a:noFill/>
          <a:ln>
            <a:noFill/>
          </a:ln>
        </p:spPr>
        <p:txBody>
          <a:bodyPr spcFirstLastPara="1" wrap="square" lIns="0" tIns="45700" rIns="91425" bIns="45700" anchor="t" anchorCtr="0">
            <a:noAutofit/>
          </a:bodyPr>
          <a:lstStyle>
            <a:lvl1pPr marL="609585" lvl="0" indent="-474121" algn="l" rtl="0">
              <a:lnSpc>
                <a:spcPct val="100000"/>
              </a:lnSpc>
              <a:spcBef>
                <a:spcPts val="400"/>
              </a:spcBef>
              <a:spcAft>
                <a:spcPts val="0"/>
              </a:spcAft>
              <a:buSzPts val="2000"/>
              <a:buChar char="•"/>
              <a:defRPr sz="2133"/>
            </a:lvl1pPr>
            <a:lvl2pPr marL="1219170" lvl="1" indent="-474121" algn="l" rtl="0">
              <a:lnSpc>
                <a:spcPct val="100000"/>
              </a:lnSpc>
              <a:spcBef>
                <a:spcPts val="400"/>
              </a:spcBef>
              <a:spcAft>
                <a:spcPts val="0"/>
              </a:spcAft>
              <a:buSzPts val="2000"/>
              <a:buChar char="-"/>
              <a:defRPr sz="2133"/>
            </a:lvl2pPr>
            <a:lvl3pPr marL="1828754" lvl="2" indent="-474121" algn="l" rtl="0">
              <a:lnSpc>
                <a:spcPct val="100000"/>
              </a:lnSpc>
              <a:spcBef>
                <a:spcPts val="400"/>
              </a:spcBef>
              <a:spcAft>
                <a:spcPts val="0"/>
              </a:spcAft>
              <a:buSzPts val="2000"/>
              <a:buChar char="▪"/>
              <a:defRPr sz="2133"/>
            </a:lvl3pPr>
            <a:lvl4pPr marL="2438339" lvl="3" indent="-474121" algn="l" rtl="0">
              <a:lnSpc>
                <a:spcPct val="100000"/>
              </a:lnSpc>
              <a:spcBef>
                <a:spcPts val="400"/>
              </a:spcBef>
              <a:spcAft>
                <a:spcPts val="0"/>
              </a:spcAft>
              <a:buSzPts val="2000"/>
              <a:buChar char="-"/>
              <a:defRPr sz="2133"/>
            </a:lvl4pPr>
            <a:lvl5pPr marL="3047924" lvl="4" indent="-431789" algn="l" rtl="0">
              <a:lnSpc>
                <a:spcPct val="100000"/>
              </a:lnSpc>
              <a:spcBef>
                <a:spcPts val="400"/>
              </a:spcBef>
              <a:spcAft>
                <a:spcPts val="0"/>
              </a:spcAft>
              <a:buSzPts val="1500"/>
              <a:buChar char="-"/>
              <a:defRPr sz="1600"/>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21" name="Google Shape;421;p6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22" name="Google Shape;422;p6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23" name="Google Shape;423;p60"/>
          <p:cNvSpPr>
            <a:spLocks noGrp="1"/>
          </p:cNvSpPr>
          <p:nvPr>
            <p:ph type="pic" idx="3"/>
          </p:nvPr>
        </p:nvSpPr>
        <p:spPr>
          <a:xfrm>
            <a:off x="6278037" y="1221319"/>
            <a:ext cx="5238800" cy="3852800"/>
          </a:xfrm>
          <a:prstGeom prst="rect">
            <a:avLst/>
          </a:prstGeom>
          <a:noFill/>
          <a:ln>
            <a:noFill/>
          </a:ln>
        </p:spPr>
      </p:sp>
      <p:sp>
        <p:nvSpPr>
          <p:cNvPr id="424" name="Google Shape;424;p60"/>
          <p:cNvSpPr txBox="1">
            <a:spLocks noGrp="1"/>
          </p:cNvSpPr>
          <p:nvPr>
            <p:ph type="body" idx="4"/>
          </p:nvPr>
        </p:nvSpPr>
        <p:spPr>
          <a:xfrm>
            <a:off x="6278039" y="5082181"/>
            <a:ext cx="5238800" cy="562400"/>
          </a:xfrm>
          <a:prstGeom prst="rect">
            <a:avLst/>
          </a:prstGeom>
          <a:noFill/>
          <a:ln>
            <a:noFill/>
          </a:ln>
        </p:spPr>
        <p:txBody>
          <a:bodyPr spcFirstLastPara="1" wrap="square" lIns="0" tIns="0" rIns="0" bIns="0" anchor="ctr" anchorCtr="0">
            <a:noAutofit/>
          </a:bodyPr>
          <a:lstStyle>
            <a:lvl1pPr marL="609585" lvl="0" indent="-304792" algn="ctr" rtl="0">
              <a:lnSpc>
                <a:spcPct val="100000"/>
              </a:lnSpc>
              <a:spcBef>
                <a:spcPts val="400"/>
              </a:spcBef>
              <a:spcAft>
                <a:spcPts val="0"/>
              </a:spcAft>
              <a:buSzPts val="1750"/>
              <a:buNone/>
              <a:defRPr sz="1867">
                <a:solidFill>
                  <a:srgbClr val="898989"/>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25" name="Google Shape;425;p6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21028660"/>
      </p:ext>
    </p:extLst>
  </p:cSld>
  <p:clrMapOvr>
    <a:masterClrMapping/>
  </p:clrMapOvr>
  <p:extLst>
    <p:ext uri="{DCECCB84-F9BA-43D5-87BE-67443E8EF086}">
      <p15:sldGuideLst xmlns:p15="http://schemas.microsoft.com/office/powerpoint/2012/main">
        <p15:guide id="1" orient="horz" pos="84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 Person Profile">
  <p:cSld name="1 Person Profile">
    <p:spTree>
      <p:nvGrpSpPr>
        <p:cNvPr id="1" name="Shape 426"/>
        <p:cNvGrpSpPr/>
        <p:nvPr/>
      </p:nvGrpSpPr>
      <p:grpSpPr>
        <a:xfrm>
          <a:off x="0" y="0"/>
          <a:ext cx="0" cy="0"/>
          <a:chOff x="0" y="0"/>
          <a:chExt cx="0" cy="0"/>
        </a:xfrm>
      </p:grpSpPr>
      <p:cxnSp>
        <p:nvCxnSpPr>
          <p:cNvPr id="427" name="Google Shape;427;p61"/>
          <p:cNvCxnSpPr/>
          <p:nvPr/>
        </p:nvCxnSpPr>
        <p:spPr>
          <a:xfrm>
            <a:off x="3599723" y="2205113"/>
            <a:ext cx="672000" cy="0"/>
          </a:xfrm>
          <a:prstGeom prst="straightConnector1">
            <a:avLst/>
          </a:prstGeom>
          <a:noFill/>
          <a:ln w="12700" cap="rnd" cmpd="sng">
            <a:solidFill>
              <a:srgbClr val="346785"/>
            </a:solidFill>
            <a:prstDash val="solid"/>
            <a:round/>
            <a:headEnd type="none" w="sm" len="sm"/>
            <a:tailEnd type="none" w="sm" len="sm"/>
          </a:ln>
        </p:spPr>
      </p:cxnSp>
      <p:sp>
        <p:nvSpPr>
          <p:cNvPr id="428" name="Google Shape;428;p61"/>
          <p:cNvSpPr txBox="1">
            <a:spLocks noGrp="1"/>
          </p:cNvSpPr>
          <p:nvPr>
            <p:ph type="body" idx="1"/>
          </p:nvPr>
        </p:nvSpPr>
        <p:spPr>
          <a:xfrm>
            <a:off x="3599723" y="1519120"/>
            <a:ext cx="79172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chemeClr val="accent2"/>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29" name="Google Shape;429;p61"/>
          <p:cNvSpPr txBox="1">
            <a:spLocks noGrp="1"/>
          </p:cNvSpPr>
          <p:nvPr>
            <p:ph type="body" idx="2"/>
          </p:nvPr>
        </p:nvSpPr>
        <p:spPr>
          <a:xfrm>
            <a:off x="3599723" y="1884443"/>
            <a:ext cx="79172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30" name="Google Shape;430;p61"/>
          <p:cNvSpPr txBox="1">
            <a:spLocks noGrp="1"/>
          </p:cNvSpPr>
          <p:nvPr>
            <p:ph type="body" idx="3"/>
          </p:nvPr>
        </p:nvSpPr>
        <p:spPr>
          <a:xfrm>
            <a:off x="3599723" y="2244995"/>
            <a:ext cx="7917200" cy="2970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31" name="Google Shape;431;p61"/>
          <p:cNvSpPr>
            <a:spLocks noGrp="1"/>
          </p:cNvSpPr>
          <p:nvPr>
            <p:ph type="pic" idx="4"/>
          </p:nvPr>
        </p:nvSpPr>
        <p:spPr>
          <a:xfrm>
            <a:off x="666751" y="1516893"/>
            <a:ext cx="2356800" cy="2356800"/>
          </a:xfrm>
          <a:prstGeom prst="rect">
            <a:avLst/>
          </a:prstGeom>
          <a:noFill/>
          <a:ln>
            <a:noFill/>
          </a:ln>
        </p:spPr>
      </p:sp>
      <p:sp>
        <p:nvSpPr>
          <p:cNvPr id="432" name="Google Shape;432;p61"/>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33" name="Google Shape;433;p61"/>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1315989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3 Person Profile">
  <p:cSld name="3 Person Profile">
    <p:spTree>
      <p:nvGrpSpPr>
        <p:cNvPr id="1" name="Shape 434"/>
        <p:cNvGrpSpPr/>
        <p:nvPr/>
      </p:nvGrpSpPr>
      <p:grpSpPr>
        <a:xfrm>
          <a:off x="0" y="0"/>
          <a:ext cx="0" cy="0"/>
          <a:chOff x="0" y="0"/>
          <a:chExt cx="0" cy="0"/>
        </a:xfrm>
      </p:grpSpPr>
      <p:cxnSp>
        <p:nvCxnSpPr>
          <p:cNvPr id="435" name="Google Shape;435;p62"/>
          <p:cNvCxnSpPr/>
          <p:nvPr/>
        </p:nvCxnSpPr>
        <p:spPr>
          <a:xfrm>
            <a:off x="666751" y="3576024"/>
            <a:ext cx="672000" cy="0"/>
          </a:xfrm>
          <a:prstGeom prst="straightConnector1">
            <a:avLst/>
          </a:prstGeom>
          <a:noFill/>
          <a:ln w="12700" cap="rnd" cmpd="sng">
            <a:solidFill>
              <a:srgbClr val="346785"/>
            </a:solidFill>
            <a:prstDash val="solid"/>
            <a:round/>
            <a:headEnd type="none" w="sm" len="sm"/>
            <a:tailEnd type="none" w="sm" len="sm"/>
          </a:ln>
        </p:spPr>
      </p:cxnSp>
      <p:sp>
        <p:nvSpPr>
          <p:cNvPr id="436" name="Google Shape;436;p62"/>
          <p:cNvSpPr txBox="1">
            <a:spLocks noGrp="1"/>
          </p:cNvSpPr>
          <p:nvPr>
            <p:ph type="body" idx="1"/>
          </p:nvPr>
        </p:nvSpPr>
        <p:spPr>
          <a:xfrm>
            <a:off x="666749" y="2890031"/>
            <a:ext cx="33540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37" name="Google Shape;437;p62"/>
          <p:cNvSpPr txBox="1">
            <a:spLocks noGrp="1"/>
          </p:cNvSpPr>
          <p:nvPr>
            <p:ph type="body" idx="2"/>
          </p:nvPr>
        </p:nvSpPr>
        <p:spPr>
          <a:xfrm>
            <a:off x="666749" y="3255353"/>
            <a:ext cx="33540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38" name="Google Shape;438;p62"/>
          <p:cNvSpPr txBox="1">
            <a:spLocks noGrp="1"/>
          </p:cNvSpPr>
          <p:nvPr>
            <p:ph type="body" idx="3"/>
          </p:nvPr>
        </p:nvSpPr>
        <p:spPr>
          <a:xfrm>
            <a:off x="666749" y="3615907"/>
            <a:ext cx="33540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39" name="Google Shape;439;p62"/>
          <p:cNvSpPr>
            <a:spLocks noGrp="1"/>
          </p:cNvSpPr>
          <p:nvPr>
            <p:ph type="pic" idx="4"/>
          </p:nvPr>
        </p:nvSpPr>
        <p:spPr>
          <a:xfrm>
            <a:off x="666751" y="1350324"/>
            <a:ext cx="1513200" cy="1513200"/>
          </a:xfrm>
          <a:prstGeom prst="rect">
            <a:avLst/>
          </a:prstGeom>
          <a:noFill/>
          <a:ln>
            <a:noFill/>
          </a:ln>
        </p:spPr>
      </p:sp>
      <p:cxnSp>
        <p:nvCxnSpPr>
          <p:cNvPr id="440" name="Google Shape;440;p62"/>
          <p:cNvCxnSpPr/>
          <p:nvPr/>
        </p:nvCxnSpPr>
        <p:spPr>
          <a:xfrm>
            <a:off x="4407800" y="3576024"/>
            <a:ext cx="672000" cy="0"/>
          </a:xfrm>
          <a:prstGeom prst="straightConnector1">
            <a:avLst/>
          </a:prstGeom>
          <a:noFill/>
          <a:ln w="12700" cap="rnd" cmpd="sng">
            <a:solidFill>
              <a:srgbClr val="346785"/>
            </a:solidFill>
            <a:prstDash val="solid"/>
            <a:round/>
            <a:headEnd type="none" w="sm" len="sm"/>
            <a:tailEnd type="none" w="sm" len="sm"/>
          </a:ln>
        </p:spPr>
      </p:cxnSp>
      <p:sp>
        <p:nvSpPr>
          <p:cNvPr id="441" name="Google Shape;441;p62"/>
          <p:cNvSpPr txBox="1">
            <a:spLocks noGrp="1"/>
          </p:cNvSpPr>
          <p:nvPr>
            <p:ph type="body" idx="5"/>
          </p:nvPr>
        </p:nvSpPr>
        <p:spPr>
          <a:xfrm>
            <a:off x="4407799" y="2890031"/>
            <a:ext cx="33540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42" name="Google Shape;442;p62"/>
          <p:cNvSpPr txBox="1">
            <a:spLocks noGrp="1"/>
          </p:cNvSpPr>
          <p:nvPr>
            <p:ph type="body" idx="6"/>
          </p:nvPr>
        </p:nvSpPr>
        <p:spPr>
          <a:xfrm>
            <a:off x="4407799" y="3255353"/>
            <a:ext cx="33540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43" name="Google Shape;443;p62"/>
          <p:cNvSpPr txBox="1">
            <a:spLocks noGrp="1"/>
          </p:cNvSpPr>
          <p:nvPr>
            <p:ph type="body" idx="7"/>
          </p:nvPr>
        </p:nvSpPr>
        <p:spPr>
          <a:xfrm>
            <a:off x="4407799" y="3615907"/>
            <a:ext cx="33540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44" name="Google Shape;444;p62"/>
          <p:cNvSpPr>
            <a:spLocks noGrp="1"/>
          </p:cNvSpPr>
          <p:nvPr>
            <p:ph type="pic" idx="8"/>
          </p:nvPr>
        </p:nvSpPr>
        <p:spPr>
          <a:xfrm>
            <a:off x="4407800" y="1350324"/>
            <a:ext cx="1513200" cy="1513200"/>
          </a:xfrm>
          <a:prstGeom prst="rect">
            <a:avLst/>
          </a:prstGeom>
          <a:noFill/>
          <a:ln>
            <a:noFill/>
          </a:ln>
        </p:spPr>
      </p:sp>
      <p:cxnSp>
        <p:nvCxnSpPr>
          <p:cNvPr id="445" name="Google Shape;445;p62"/>
          <p:cNvCxnSpPr/>
          <p:nvPr/>
        </p:nvCxnSpPr>
        <p:spPr>
          <a:xfrm>
            <a:off x="8148852" y="3576024"/>
            <a:ext cx="672000" cy="0"/>
          </a:xfrm>
          <a:prstGeom prst="straightConnector1">
            <a:avLst/>
          </a:prstGeom>
          <a:noFill/>
          <a:ln w="12700" cap="rnd" cmpd="sng">
            <a:solidFill>
              <a:srgbClr val="346785"/>
            </a:solidFill>
            <a:prstDash val="solid"/>
            <a:round/>
            <a:headEnd type="none" w="sm" len="sm"/>
            <a:tailEnd type="none" w="sm" len="sm"/>
          </a:ln>
        </p:spPr>
      </p:cxnSp>
      <p:sp>
        <p:nvSpPr>
          <p:cNvPr id="446" name="Google Shape;446;p62"/>
          <p:cNvSpPr txBox="1">
            <a:spLocks noGrp="1"/>
          </p:cNvSpPr>
          <p:nvPr>
            <p:ph type="body" idx="9"/>
          </p:nvPr>
        </p:nvSpPr>
        <p:spPr>
          <a:xfrm>
            <a:off x="8148851" y="2890031"/>
            <a:ext cx="33540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47" name="Google Shape;447;p62"/>
          <p:cNvSpPr txBox="1">
            <a:spLocks noGrp="1"/>
          </p:cNvSpPr>
          <p:nvPr>
            <p:ph type="body" idx="13"/>
          </p:nvPr>
        </p:nvSpPr>
        <p:spPr>
          <a:xfrm>
            <a:off x="8148851" y="3255353"/>
            <a:ext cx="33540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48" name="Google Shape;448;p62"/>
          <p:cNvSpPr txBox="1">
            <a:spLocks noGrp="1"/>
          </p:cNvSpPr>
          <p:nvPr>
            <p:ph type="body" idx="14"/>
          </p:nvPr>
        </p:nvSpPr>
        <p:spPr>
          <a:xfrm>
            <a:off x="8148851" y="3615907"/>
            <a:ext cx="33540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49" name="Google Shape;449;p62"/>
          <p:cNvSpPr>
            <a:spLocks noGrp="1"/>
          </p:cNvSpPr>
          <p:nvPr>
            <p:ph type="pic" idx="15"/>
          </p:nvPr>
        </p:nvSpPr>
        <p:spPr>
          <a:xfrm>
            <a:off x="8148852" y="1350324"/>
            <a:ext cx="1513200" cy="1513200"/>
          </a:xfrm>
          <a:prstGeom prst="rect">
            <a:avLst/>
          </a:prstGeom>
          <a:noFill/>
          <a:ln>
            <a:noFill/>
          </a:ln>
        </p:spPr>
      </p:sp>
      <p:sp>
        <p:nvSpPr>
          <p:cNvPr id="450" name="Google Shape;450;p62"/>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51" name="Google Shape;451;p62"/>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1616796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4 Person Profile">
  <p:cSld name="1_4 Person Profile">
    <p:spTree>
      <p:nvGrpSpPr>
        <p:cNvPr id="1" name="Shape 452"/>
        <p:cNvGrpSpPr/>
        <p:nvPr/>
      </p:nvGrpSpPr>
      <p:grpSpPr>
        <a:xfrm>
          <a:off x="0" y="0"/>
          <a:ext cx="0" cy="0"/>
          <a:chOff x="0" y="0"/>
          <a:chExt cx="0" cy="0"/>
        </a:xfrm>
      </p:grpSpPr>
      <p:cxnSp>
        <p:nvCxnSpPr>
          <p:cNvPr id="453" name="Google Shape;453;p63"/>
          <p:cNvCxnSpPr/>
          <p:nvPr/>
        </p:nvCxnSpPr>
        <p:spPr>
          <a:xfrm>
            <a:off x="666751"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54" name="Google Shape;454;p63"/>
          <p:cNvSpPr txBox="1">
            <a:spLocks noGrp="1"/>
          </p:cNvSpPr>
          <p:nvPr>
            <p:ph type="body" idx="1"/>
          </p:nvPr>
        </p:nvSpPr>
        <p:spPr>
          <a:xfrm>
            <a:off x="666749"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55" name="Google Shape;455;p63"/>
          <p:cNvSpPr txBox="1">
            <a:spLocks noGrp="1"/>
          </p:cNvSpPr>
          <p:nvPr>
            <p:ph type="body" idx="2"/>
          </p:nvPr>
        </p:nvSpPr>
        <p:spPr>
          <a:xfrm>
            <a:off x="666749"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56" name="Google Shape;456;p63"/>
          <p:cNvSpPr txBox="1">
            <a:spLocks noGrp="1"/>
          </p:cNvSpPr>
          <p:nvPr>
            <p:ph type="body" idx="3"/>
          </p:nvPr>
        </p:nvSpPr>
        <p:spPr>
          <a:xfrm>
            <a:off x="666749"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57" name="Google Shape;457;p63"/>
          <p:cNvSpPr>
            <a:spLocks noGrp="1"/>
          </p:cNvSpPr>
          <p:nvPr>
            <p:ph type="pic" idx="4"/>
          </p:nvPr>
        </p:nvSpPr>
        <p:spPr>
          <a:xfrm>
            <a:off x="666751" y="1350324"/>
            <a:ext cx="1513200" cy="1513200"/>
          </a:xfrm>
          <a:prstGeom prst="rect">
            <a:avLst/>
          </a:prstGeom>
          <a:noFill/>
          <a:ln>
            <a:noFill/>
          </a:ln>
        </p:spPr>
      </p:sp>
      <p:sp>
        <p:nvSpPr>
          <p:cNvPr id="458" name="Google Shape;458;p63"/>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459" name="Google Shape;459;p63"/>
          <p:cNvCxnSpPr/>
          <p:nvPr/>
        </p:nvCxnSpPr>
        <p:spPr>
          <a:xfrm>
            <a:off x="3449396"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60" name="Google Shape;460;p63"/>
          <p:cNvSpPr txBox="1">
            <a:spLocks noGrp="1"/>
          </p:cNvSpPr>
          <p:nvPr>
            <p:ph type="body" idx="5"/>
          </p:nvPr>
        </p:nvSpPr>
        <p:spPr>
          <a:xfrm>
            <a:off x="3449395"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61" name="Google Shape;461;p63"/>
          <p:cNvSpPr txBox="1">
            <a:spLocks noGrp="1"/>
          </p:cNvSpPr>
          <p:nvPr>
            <p:ph type="body" idx="6"/>
          </p:nvPr>
        </p:nvSpPr>
        <p:spPr>
          <a:xfrm>
            <a:off x="3449395"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62" name="Google Shape;462;p63"/>
          <p:cNvSpPr txBox="1">
            <a:spLocks noGrp="1"/>
          </p:cNvSpPr>
          <p:nvPr>
            <p:ph type="body" idx="7"/>
          </p:nvPr>
        </p:nvSpPr>
        <p:spPr>
          <a:xfrm>
            <a:off x="3449395"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cxnSp>
        <p:nvCxnSpPr>
          <p:cNvPr id="463" name="Google Shape;463;p63"/>
          <p:cNvCxnSpPr/>
          <p:nvPr/>
        </p:nvCxnSpPr>
        <p:spPr>
          <a:xfrm>
            <a:off x="6232041"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64" name="Google Shape;464;p63"/>
          <p:cNvSpPr txBox="1">
            <a:spLocks noGrp="1"/>
          </p:cNvSpPr>
          <p:nvPr>
            <p:ph type="body" idx="8"/>
          </p:nvPr>
        </p:nvSpPr>
        <p:spPr>
          <a:xfrm>
            <a:off x="6232040"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65" name="Google Shape;465;p63"/>
          <p:cNvSpPr txBox="1">
            <a:spLocks noGrp="1"/>
          </p:cNvSpPr>
          <p:nvPr>
            <p:ph type="body" idx="9"/>
          </p:nvPr>
        </p:nvSpPr>
        <p:spPr>
          <a:xfrm>
            <a:off x="6232040"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66" name="Google Shape;466;p63"/>
          <p:cNvSpPr txBox="1">
            <a:spLocks noGrp="1"/>
          </p:cNvSpPr>
          <p:nvPr>
            <p:ph type="body" idx="13"/>
          </p:nvPr>
        </p:nvSpPr>
        <p:spPr>
          <a:xfrm>
            <a:off x="6232040"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cxnSp>
        <p:nvCxnSpPr>
          <p:cNvPr id="467" name="Google Shape;467;p63"/>
          <p:cNvCxnSpPr/>
          <p:nvPr/>
        </p:nvCxnSpPr>
        <p:spPr>
          <a:xfrm>
            <a:off x="9014685"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68" name="Google Shape;468;p63"/>
          <p:cNvSpPr txBox="1">
            <a:spLocks noGrp="1"/>
          </p:cNvSpPr>
          <p:nvPr>
            <p:ph type="body" idx="14"/>
          </p:nvPr>
        </p:nvSpPr>
        <p:spPr>
          <a:xfrm>
            <a:off x="9014684"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69" name="Google Shape;469;p63"/>
          <p:cNvSpPr txBox="1">
            <a:spLocks noGrp="1"/>
          </p:cNvSpPr>
          <p:nvPr>
            <p:ph type="body" idx="15"/>
          </p:nvPr>
        </p:nvSpPr>
        <p:spPr>
          <a:xfrm>
            <a:off x="9014684"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70" name="Google Shape;470;p63"/>
          <p:cNvSpPr txBox="1">
            <a:spLocks noGrp="1"/>
          </p:cNvSpPr>
          <p:nvPr>
            <p:ph type="body" idx="16"/>
          </p:nvPr>
        </p:nvSpPr>
        <p:spPr>
          <a:xfrm>
            <a:off x="9014684"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71" name="Google Shape;471;p63"/>
          <p:cNvSpPr>
            <a:spLocks noGrp="1"/>
          </p:cNvSpPr>
          <p:nvPr>
            <p:ph type="pic" idx="17"/>
          </p:nvPr>
        </p:nvSpPr>
        <p:spPr>
          <a:xfrm>
            <a:off x="3449395" y="1350324"/>
            <a:ext cx="1513200" cy="1513200"/>
          </a:xfrm>
          <a:prstGeom prst="rect">
            <a:avLst/>
          </a:prstGeom>
          <a:noFill/>
          <a:ln>
            <a:noFill/>
          </a:ln>
        </p:spPr>
      </p:sp>
      <p:sp>
        <p:nvSpPr>
          <p:cNvPr id="472" name="Google Shape;472;p63"/>
          <p:cNvSpPr>
            <a:spLocks noGrp="1"/>
          </p:cNvSpPr>
          <p:nvPr>
            <p:ph type="pic" idx="18"/>
          </p:nvPr>
        </p:nvSpPr>
        <p:spPr>
          <a:xfrm>
            <a:off x="6232040" y="1350324"/>
            <a:ext cx="1513200" cy="1513200"/>
          </a:xfrm>
          <a:prstGeom prst="rect">
            <a:avLst/>
          </a:prstGeom>
          <a:noFill/>
          <a:ln>
            <a:noFill/>
          </a:ln>
        </p:spPr>
      </p:sp>
      <p:sp>
        <p:nvSpPr>
          <p:cNvPr id="473" name="Google Shape;473;p63"/>
          <p:cNvSpPr>
            <a:spLocks noGrp="1"/>
          </p:cNvSpPr>
          <p:nvPr>
            <p:ph type="pic" idx="19"/>
          </p:nvPr>
        </p:nvSpPr>
        <p:spPr>
          <a:xfrm>
            <a:off x="9014684" y="1350324"/>
            <a:ext cx="1513200" cy="1513200"/>
          </a:xfrm>
          <a:prstGeom prst="rect">
            <a:avLst/>
          </a:prstGeom>
          <a:noFill/>
          <a:ln>
            <a:noFill/>
          </a:ln>
        </p:spPr>
      </p:sp>
      <p:sp>
        <p:nvSpPr>
          <p:cNvPr id="474" name="Google Shape;474;p63"/>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7801360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4 Person Profile">
  <p:cSld name="4 Person Profile">
    <p:spTree>
      <p:nvGrpSpPr>
        <p:cNvPr id="1" name="Shape 475"/>
        <p:cNvGrpSpPr/>
        <p:nvPr/>
      </p:nvGrpSpPr>
      <p:grpSpPr>
        <a:xfrm>
          <a:off x="0" y="0"/>
          <a:ext cx="0" cy="0"/>
          <a:chOff x="0" y="0"/>
          <a:chExt cx="0" cy="0"/>
        </a:xfrm>
      </p:grpSpPr>
      <p:cxnSp>
        <p:nvCxnSpPr>
          <p:cNvPr id="476" name="Google Shape;476;p64"/>
          <p:cNvCxnSpPr/>
          <p:nvPr/>
        </p:nvCxnSpPr>
        <p:spPr>
          <a:xfrm>
            <a:off x="666751"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77" name="Google Shape;477;p64"/>
          <p:cNvSpPr txBox="1">
            <a:spLocks noGrp="1"/>
          </p:cNvSpPr>
          <p:nvPr>
            <p:ph type="body" idx="1"/>
          </p:nvPr>
        </p:nvSpPr>
        <p:spPr>
          <a:xfrm>
            <a:off x="666749"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78" name="Google Shape;478;p64"/>
          <p:cNvSpPr txBox="1">
            <a:spLocks noGrp="1"/>
          </p:cNvSpPr>
          <p:nvPr>
            <p:ph type="body" idx="2"/>
          </p:nvPr>
        </p:nvSpPr>
        <p:spPr>
          <a:xfrm>
            <a:off x="666749"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79" name="Google Shape;479;p64"/>
          <p:cNvSpPr txBox="1">
            <a:spLocks noGrp="1"/>
          </p:cNvSpPr>
          <p:nvPr>
            <p:ph type="body" idx="3"/>
          </p:nvPr>
        </p:nvSpPr>
        <p:spPr>
          <a:xfrm>
            <a:off x="666749"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80" name="Google Shape;480;p64"/>
          <p:cNvSpPr>
            <a:spLocks noGrp="1"/>
          </p:cNvSpPr>
          <p:nvPr>
            <p:ph type="pic" idx="4"/>
          </p:nvPr>
        </p:nvSpPr>
        <p:spPr>
          <a:xfrm>
            <a:off x="666751" y="1350324"/>
            <a:ext cx="1513200" cy="1513200"/>
          </a:xfrm>
          <a:prstGeom prst="rect">
            <a:avLst/>
          </a:prstGeom>
          <a:noFill/>
          <a:ln>
            <a:noFill/>
          </a:ln>
        </p:spPr>
      </p:sp>
      <p:sp>
        <p:nvSpPr>
          <p:cNvPr id="481" name="Google Shape;481;p64"/>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Arial"/>
              <a:buNone/>
              <a:defRPr>
                <a:solidFill>
                  <a:schemeClr val="accen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482" name="Google Shape;482;p64"/>
          <p:cNvCxnSpPr/>
          <p:nvPr/>
        </p:nvCxnSpPr>
        <p:spPr>
          <a:xfrm>
            <a:off x="3449396"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83" name="Google Shape;483;p64"/>
          <p:cNvSpPr txBox="1">
            <a:spLocks noGrp="1"/>
          </p:cNvSpPr>
          <p:nvPr>
            <p:ph type="body" idx="5"/>
          </p:nvPr>
        </p:nvSpPr>
        <p:spPr>
          <a:xfrm>
            <a:off x="3449395"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84" name="Google Shape;484;p64"/>
          <p:cNvSpPr txBox="1">
            <a:spLocks noGrp="1"/>
          </p:cNvSpPr>
          <p:nvPr>
            <p:ph type="body" idx="6"/>
          </p:nvPr>
        </p:nvSpPr>
        <p:spPr>
          <a:xfrm>
            <a:off x="3449395"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85" name="Google Shape;485;p64"/>
          <p:cNvSpPr txBox="1">
            <a:spLocks noGrp="1"/>
          </p:cNvSpPr>
          <p:nvPr>
            <p:ph type="body" idx="7"/>
          </p:nvPr>
        </p:nvSpPr>
        <p:spPr>
          <a:xfrm>
            <a:off x="3449395"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cxnSp>
        <p:nvCxnSpPr>
          <p:cNvPr id="486" name="Google Shape;486;p64"/>
          <p:cNvCxnSpPr/>
          <p:nvPr/>
        </p:nvCxnSpPr>
        <p:spPr>
          <a:xfrm>
            <a:off x="6232041"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87" name="Google Shape;487;p64"/>
          <p:cNvSpPr txBox="1">
            <a:spLocks noGrp="1"/>
          </p:cNvSpPr>
          <p:nvPr>
            <p:ph type="body" idx="8"/>
          </p:nvPr>
        </p:nvSpPr>
        <p:spPr>
          <a:xfrm>
            <a:off x="6232040"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88" name="Google Shape;488;p64"/>
          <p:cNvSpPr txBox="1">
            <a:spLocks noGrp="1"/>
          </p:cNvSpPr>
          <p:nvPr>
            <p:ph type="body" idx="9"/>
          </p:nvPr>
        </p:nvSpPr>
        <p:spPr>
          <a:xfrm>
            <a:off x="6232040"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89" name="Google Shape;489;p64"/>
          <p:cNvSpPr txBox="1">
            <a:spLocks noGrp="1"/>
          </p:cNvSpPr>
          <p:nvPr>
            <p:ph type="body" idx="13"/>
          </p:nvPr>
        </p:nvSpPr>
        <p:spPr>
          <a:xfrm>
            <a:off x="6232040"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cxnSp>
        <p:nvCxnSpPr>
          <p:cNvPr id="490" name="Google Shape;490;p64"/>
          <p:cNvCxnSpPr/>
          <p:nvPr/>
        </p:nvCxnSpPr>
        <p:spPr>
          <a:xfrm>
            <a:off x="9014685" y="3576024"/>
            <a:ext cx="504400" cy="0"/>
          </a:xfrm>
          <a:prstGeom prst="straightConnector1">
            <a:avLst/>
          </a:prstGeom>
          <a:noFill/>
          <a:ln w="12700" cap="rnd" cmpd="sng">
            <a:solidFill>
              <a:srgbClr val="346785"/>
            </a:solidFill>
            <a:prstDash val="solid"/>
            <a:round/>
            <a:headEnd type="none" w="sm" len="sm"/>
            <a:tailEnd type="none" w="sm" len="sm"/>
          </a:ln>
        </p:spPr>
      </p:cxnSp>
      <p:sp>
        <p:nvSpPr>
          <p:cNvPr id="491" name="Google Shape;491;p64"/>
          <p:cNvSpPr txBox="1">
            <a:spLocks noGrp="1"/>
          </p:cNvSpPr>
          <p:nvPr>
            <p:ph type="body" idx="14"/>
          </p:nvPr>
        </p:nvSpPr>
        <p:spPr>
          <a:xfrm>
            <a:off x="9014684" y="2890031"/>
            <a:ext cx="2517600" cy="352000"/>
          </a:xfrm>
          <a:prstGeom prst="rect">
            <a:avLst/>
          </a:prstGeom>
          <a:noFill/>
          <a:ln>
            <a:noFill/>
          </a:ln>
        </p:spPr>
        <p:txBody>
          <a:bodyPr spcFirstLastPara="1" wrap="square" lIns="0" tIns="0" rIns="0" bIns="0" anchor="b" anchorCtr="0">
            <a:noAutofit/>
          </a:bodyPr>
          <a:lstStyle>
            <a:lvl1pPr marL="609585" lvl="0" indent="-304792" algn="l" rtl="0">
              <a:lnSpc>
                <a:spcPct val="100000"/>
              </a:lnSpc>
              <a:spcBef>
                <a:spcPts val="400"/>
              </a:spcBef>
              <a:spcAft>
                <a:spcPts val="0"/>
              </a:spcAft>
              <a:buSzPts val="2000"/>
              <a:buFont typeface="Arial"/>
              <a:buNone/>
              <a:defRPr sz="2133" b="1" i="0">
                <a:solidFill>
                  <a:srgbClr val="BF3126"/>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92" name="Google Shape;492;p64"/>
          <p:cNvSpPr txBox="1">
            <a:spLocks noGrp="1"/>
          </p:cNvSpPr>
          <p:nvPr>
            <p:ph type="body" idx="15"/>
          </p:nvPr>
        </p:nvSpPr>
        <p:spPr>
          <a:xfrm>
            <a:off x="9014684" y="3255353"/>
            <a:ext cx="2517600" cy="3472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rgbClr val="000000"/>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93" name="Google Shape;493;p64"/>
          <p:cNvSpPr txBox="1">
            <a:spLocks noGrp="1"/>
          </p:cNvSpPr>
          <p:nvPr>
            <p:ph type="body" idx="16"/>
          </p:nvPr>
        </p:nvSpPr>
        <p:spPr>
          <a:xfrm>
            <a:off x="9014684" y="3615907"/>
            <a:ext cx="2517600" cy="6728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1500"/>
              <a:buFont typeface="Arial"/>
              <a:buNone/>
              <a:defRPr sz="1600" b="0" i="0">
                <a:solidFill>
                  <a:schemeClr val="dk1"/>
                </a:solidFill>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494" name="Google Shape;494;p64"/>
          <p:cNvSpPr>
            <a:spLocks noGrp="1"/>
          </p:cNvSpPr>
          <p:nvPr>
            <p:ph type="pic" idx="17"/>
          </p:nvPr>
        </p:nvSpPr>
        <p:spPr>
          <a:xfrm>
            <a:off x="3449395" y="1350324"/>
            <a:ext cx="1513200" cy="1513200"/>
          </a:xfrm>
          <a:prstGeom prst="rect">
            <a:avLst/>
          </a:prstGeom>
          <a:noFill/>
          <a:ln>
            <a:noFill/>
          </a:ln>
        </p:spPr>
      </p:sp>
      <p:sp>
        <p:nvSpPr>
          <p:cNvPr id="495" name="Google Shape;495;p64"/>
          <p:cNvSpPr>
            <a:spLocks noGrp="1"/>
          </p:cNvSpPr>
          <p:nvPr>
            <p:ph type="pic" idx="18"/>
          </p:nvPr>
        </p:nvSpPr>
        <p:spPr>
          <a:xfrm>
            <a:off x="6232040" y="1350324"/>
            <a:ext cx="1513200" cy="1513200"/>
          </a:xfrm>
          <a:prstGeom prst="rect">
            <a:avLst/>
          </a:prstGeom>
          <a:noFill/>
          <a:ln>
            <a:noFill/>
          </a:ln>
        </p:spPr>
      </p:sp>
      <p:sp>
        <p:nvSpPr>
          <p:cNvPr id="496" name="Google Shape;496;p64"/>
          <p:cNvSpPr>
            <a:spLocks noGrp="1"/>
          </p:cNvSpPr>
          <p:nvPr>
            <p:ph type="pic" idx="19"/>
          </p:nvPr>
        </p:nvSpPr>
        <p:spPr>
          <a:xfrm>
            <a:off x="9014684" y="1350324"/>
            <a:ext cx="1513200" cy="1513200"/>
          </a:xfrm>
          <a:prstGeom prst="rect">
            <a:avLst/>
          </a:prstGeom>
          <a:noFill/>
          <a:ln>
            <a:noFill/>
          </a:ln>
        </p:spPr>
      </p:sp>
      <p:sp>
        <p:nvSpPr>
          <p:cNvPr id="497" name="Google Shape;497;p64"/>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705804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heme" Target="../theme/theme2.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28DE63-57E7-4993-9E07-8E358BA50017}" type="datetimeFigureOut">
              <a:rPr lang="de-CH" smtClean="0"/>
              <a:t>01.06.2026</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90549-3041-441A-9B6F-804C7E834A31}" type="slidenum">
              <a:rPr lang="de-CH" smtClean="0"/>
              <a:t>‹#›</a:t>
            </a:fld>
            <a:endParaRPr lang="de-CH"/>
          </a:p>
        </p:txBody>
      </p:sp>
    </p:spTree>
    <p:extLst>
      <p:ext uri="{BB962C8B-B14F-4D97-AF65-F5344CB8AC3E}">
        <p14:creationId xmlns:p14="http://schemas.microsoft.com/office/powerpoint/2010/main" val="1330400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3"/>
        <p:cNvGrpSpPr/>
        <p:nvPr/>
      </p:nvGrpSpPr>
      <p:grpSpPr>
        <a:xfrm>
          <a:off x="0" y="0"/>
          <a:ext cx="0" cy="0"/>
          <a:chOff x="0" y="0"/>
          <a:chExt cx="0" cy="0"/>
        </a:xfrm>
      </p:grpSpPr>
      <p:cxnSp>
        <p:nvCxnSpPr>
          <p:cNvPr id="274" name="Google Shape;274;p38"/>
          <p:cNvCxnSpPr/>
          <p:nvPr/>
        </p:nvCxnSpPr>
        <p:spPr>
          <a:xfrm>
            <a:off x="11119816" y="6304756"/>
            <a:ext cx="0" cy="353200"/>
          </a:xfrm>
          <a:prstGeom prst="straightConnector1">
            <a:avLst/>
          </a:prstGeom>
          <a:noFill/>
          <a:ln w="9525" cap="flat" cmpd="sng">
            <a:solidFill>
              <a:schemeClr val="accent2"/>
            </a:solidFill>
            <a:prstDash val="solid"/>
            <a:miter lim="800000"/>
            <a:headEnd type="none" w="sm" len="sm"/>
            <a:tailEnd type="none" w="sm" len="sm"/>
          </a:ln>
        </p:spPr>
      </p:cxnSp>
      <p:sp>
        <p:nvSpPr>
          <p:cNvPr id="275" name="Google Shape;275;p38"/>
          <p:cNvSpPr txBox="1">
            <a:spLocks noGrp="1"/>
          </p:cNvSpPr>
          <p:nvPr>
            <p:ph type="body" idx="1"/>
          </p:nvPr>
        </p:nvSpPr>
        <p:spPr>
          <a:xfrm>
            <a:off x="666751" y="1352551"/>
            <a:ext cx="10850000" cy="4284000"/>
          </a:xfrm>
          <a:prstGeom prst="rect">
            <a:avLst/>
          </a:prstGeom>
          <a:noFill/>
          <a:ln>
            <a:noFill/>
          </a:ln>
        </p:spPr>
        <p:txBody>
          <a:bodyPr spcFirstLastPara="1" wrap="square" lIns="0" tIns="45700" rIns="91425" bIns="45700" anchor="t" anchorCtr="0">
            <a:noAutofit/>
          </a:bodyPr>
          <a:lstStyle>
            <a:lvl1pPr marL="457200" marR="0" lvl="0" indent="-371475" algn="l" rtl="0">
              <a:lnSpc>
                <a:spcPct val="100000"/>
              </a:lnSpc>
              <a:spcBef>
                <a:spcPts val="300"/>
              </a:spcBef>
              <a:spcAft>
                <a:spcPts val="0"/>
              </a:spcAft>
              <a:buClr>
                <a:srgbClr val="BF3227"/>
              </a:buClr>
              <a:buSzPts val="2250"/>
              <a:buFont typeface="Arial"/>
              <a:buChar char="•"/>
              <a:defRPr sz="1800" b="0" i="0" u="none" strike="noStrike" cap="none">
                <a:solidFill>
                  <a:schemeClr val="dk1"/>
                </a:solidFill>
                <a:latin typeface="Arial"/>
                <a:ea typeface="Arial"/>
                <a:cs typeface="Arial"/>
                <a:sym typeface="Arial"/>
              </a:defRPr>
            </a:lvl1pPr>
            <a:lvl2pPr marL="914400" marR="0" lvl="1" indent="-355600" algn="l" rtl="0">
              <a:lnSpc>
                <a:spcPct val="100000"/>
              </a:lnSpc>
              <a:spcBef>
                <a:spcPts val="300"/>
              </a:spcBef>
              <a:spcAft>
                <a:spcPts val="0"/>
              </a:spcAft>
              <a:buClr>
                <a:srgbClr val="BF3227"/>
              </a:buClr>
              <a:buSzPts val="2000"/>
              <a:buFont typeface="NTR"/>
              <a:buChar char="-"/>
              <a:defRPr sz="1600" b="0" i="0" u="none" strike="noStrike" cap="none">
                <a:solidFill>
                  <a:schemeClr val="dk1"/>
                </a:solidFill>
                <a:latin typeface="Arial"/>
                <a:ea typeface="Arial"/>
                <a:cs typeface="Arial"/>
                <a:sym typeface="Arial"/>
              </a:defRPr>
            </a:lvl2pPr>
            <a:lvl3pPr marL="1371600" marR="0" lvl="2" indent="-355600" algn="l" rtl="0">
              <a:lnSpc>
                <a:spcPct val="100000"/>
              </a:lnSpc>
              <a:spcBef>
                <a:spcPts val="300"/>
              </a:spcBef>
              <a:spcAft>
                <a:spcPts val="0"/>
              </a:spcAft>
              <a:buClr>
                <a:srgbClr val="BF3227"/>
              </a:buClr>
              <a:buSzPts val="2000"/>
              <a:buFont typeface="Noto Sans Symbols"/>
              <a:buChar char="▪"/>
              <a:defRPr sz="1600" b="0" i="0" u="none" strike="noStrike" cap="none">
                <a:solidFill>
                  <a:schemeClr val="dk1"/>
                </a:solidFill>
                <a:latin typeface="Arial"/>
                <a:ea typeface="Arial"/>
                <a:cs typeface="Arial"/>
                <a:sym typeface="Arial"/>
              </a:defRPr>
            </a:lvl3pPr>
            <a:lvl4pPr marL="1828800" marR="0" lvl="3" indent="-355600" algn="l" rtl="0">
              <a:lnSpc>
                <a:spcPct val="100000"/>
              </a:lnSpc>
              <a:spcBef>
                <a:spcPts val="300"/>
              </a:spcBef>
              <a:spcAft>
                <a:spcPts val="0"/>
              </a:spcAft>
              <a:buClr>
                <a:schemeClr val="accent2"/>
              </a:buClr>
              <a:buSzPts val="2000"/>
              <a:buFont typeface="NTR"/>
              <a:buChar char="-"/>
              <a:defRPr sz="1600" b="0" i="0" u="none" strike="noStrike" cap="none">
                <a:solidFill>
                  <a:schemeClr val="accent1"/>
                </a:solidFill>
                <a:latin typeface="Arial"/>
                <a:ea typeface="Arial"/>
                <a:cs typeface="Arial"/>
                <a:sym typeface="Arial"/>
              </a:defRPr>
            </a:lvl4pPr>
            <a:lvl5pPr marL="2286000" marR="0" lvl="4" indent="-311975" algn="l" rtl="0">
              <a:lnSpc>
                <a:spcPct val="100000"/>
              </a:lnSpc>
              <a:spcBef>
                <a:spcPts val="300"/>
              </a:spcBef>
              <a:spcAft>
                <a:spcPts val="0"/>
              </a:spcAft>
              <a:buClr>
                <a:schemeClr val="accent2"/>
              </a:buClr>
              <a:buSzPts val="1313"/>
              <a:buFont typeface="NTR"/>
              <a:buChar char="-"/>
              <a:defRPr sz="105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276" name="Google Shape;276;p38"/>
          <p:cNvPicPr preferRelativeResize="0"/>
          <p:nvPr/>
        </p:nvPicPr>
        <p:blipFill rotWithShape="1">
          <a:blip r:embed="rId27">
            <a:alphaModFix/>
          </a:blip>
          <a:srcRect b="52799"/>
          <a:stretch/>
        </p:blipFill>
        <p:spPr>
          <a:xfrm>
            <a:off x="683548" y="6231502"/>
            <a:ext cx="1486355" cy="406125"/>
          </a:xfrm>
          <a:prstGeom prst="rect">
            <a:avLst/>
          </a:prstGeom>
          <a:noFill/>
          <a:ln>
            <a:noFill/>
          </a:ln>
        </p:spPr>
      </p:pic>
      <p:sp>
        <p:nvSpPr>
          <p:cNvPr id="277" name="Google Shape;277;p38"/>
          <p:cNvSpPr txBox="1">
            <a:spLocks noGrp="1"/>
          </p:cNvSpPr>
          <p:nvPr>
            <p:ph type="title"/>
          </p:nvPr>
        </p:nvSpPr>
        <p:spPr>
          <a:xfrm>
            <a:off x="675217" y="366185"/>
            <a:ext cx="10850000" cy="758800"/>
          </a:xfrm>
          <a:prstGeom prst="rect">
            <a:avLst/>
          </a:prstGeom>
          <a:noFill/>
          <a:ln>
            <a:noFill/>
          </a:ln>
        </p:spPr>
        <p:txBody>
          <a:bodyPr spcFirstLastPara="1" wrap="square" lIns="0" tIns="45700" rIns="91425" bIns="45700" anchor="ctr" anchorCtr="0">
            <a:noAutofit/>
          </a:bodyPr>
          <a:lstStyle>
            <a:lvl1pPr marR="0" lvl="0" algn="just" rtl="0">
              <a:lnSpc>
                <a:spcPct val="90000"/>
              </a:lnSpc>
              <a:spcBef>
                <a:spcPts val="0"/>
              </a:spcBef>
              <a:spcAft>
                <a:spcPts val="0"/>
              </a:spcAft>
              <a:buClr>
                <a:schemeClr val="accent1"/>
              </a:buClr>
              <a:buSzPts val="2400"/>
              <a:buFont typeface="Arial"/>
              <a:buNone/>
              <a:defRPr sz="24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8" name="Google Shape;278;p38"/>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marR="0" lvl="0" algn="l" rtl="0">
              <a:lnSpc>
                <a:spcPct val="93000"/>
              </a:lnSpc>
              <a:spcBef>
                <a:spcPts val="0"/>
              </a:spcBef>
              <a:spcAft>
                <a:spcPts val="0"/>
              </a:spcAft>
              <a:buClr>
                <a:srgbClr val="000000"/>
              </a:buClr>
              <a:buSzPts val="1400"/>
              <a:buFont typeface="Arial"/>
              <a:buNone/>
              <a:defRPr sz="1600" b="0" i="0" u="none" strike="noStrike" cap="none">
                <a:solidFill>
                  <a:srgbClr val="898989"/>
                </a:solidFill>
                <a:latin typeface="Arial"/>
                <a:ea typeface="Arial"/>
                <a:cs typeface="Arial"/>
                <a:sym typeface="Arial"/>
              </a:defRPr>
            </a:lvl1pPr>
            <a:lvl2pPr marR="0" lvl="1"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2pPr>
            <a:lvl3pPr marR="0" lvl="2"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3pPr>
            <a:lvl4pPr marR="0" lvl="3"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4pPr>
            <a:lvl5pPr marR="0" lvl="4"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5pPr>
            <a:lvl6pPr marR="0" lvl="5"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6pPr>
            <a:lvl7pPr marR="0" lvl="6"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7pPr>
            <a:lvl8pPr marR="0" lvl="7"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8pPr>
            <a:lvl9pPr marR="0" lvl="8" algn="l" rtl="0">
              <a:lnSpc>
                <a:spcPct val="93000"/>
              </a:lnSpc>
              <a:spcBef>
                <a:spcPts val="0"/>
              </a:spcBef>
              <a:spcAft>
                <a:spcPts val="0"/>
              </a:spcAft>
              <a:buClr>
                <a:srgbClr val="000000"/>
              </a:buClr>
              <a:buSzPts val="1400"/>
              <a:buFont typeface="Arial"/>
              <a:buNone/>
              <a:defRPr sz="2400" b="0" i="0" u="none" strike="noStrike" cap="none">
                <a:solidFill>
                  <a:srgbClr val="000000"/>
                </a:solidFill>
                <a:latin typeface="Calibri"/>
                <a:ea typeface="Calibri"/>
                <a:cs typeface="Calibri"/>
                <a:sym typeface="Calibri"/>
              </a:defRPr>
            </a:lvl9pPr>
          </a:lstStyle>
          <a:p>
            <a:endParaRPr/>
          </a:p>
        </p:txBody>
      </p:sp>
      <p:sp>
        <p:nvSpPr>
          <p:cNvPr id="279" name="Google Shape;279;p38"/>
          <p:cNvSpPr txBox="1"/>
          <p:nvPr/>
        </p:nvSpPr>
        <p:spPr>
          <a:xfrm>
            <a:off x="11270232" y="6332053"/>
            <a:ext cx="255200" cy="388000"/>
          </a:xfrm>
          <a:prstGeom prst="rect">
            <a:avLst/>
          </a:prstGeom>
          <a:noFill/>
          <a:ln>
            <a:noFill/>
          </a:ln>
        </p:spPr>
        <p:txBody>
          <a:bodyPr spcFirstLastPara="1" wrap="square" lIns="0" tIns="60933" rIns="0" bIns="60933" anchor="ctr" anchorCtr="0">
            <a:noAutofit/>
          </a:bodyPr>
          <a:lstStyle/>
          <a:p>
            <a:pPr marL="0" marR="0" lvl="0" indent="0" algn="r" rtl="0">
              <a:lnSpc>
                <a:spcPct val="93000"/>
              </a:lnSpc>
              <a:spcBef>
                <a:spcPts val="0"/>
              </a:spcBef>
              <a:spcAft>
                <a:spcPts val="0"/>
              </a:spcAft>
              <a:buClr>
                <a:srgbClr val="000000"/>
              </a:buClr>
              <a:buSzPts val="1200"/>
              <a:buFont typeface="Arial"/>
              <a:buNone/>
            </a:pPr>
            <a:fld id="{00000000-1234-1234-1234-123412341234}" type="slidenum">
              <a:rPr lang="en" sz="1600" b="0" i="0" u="none" strike="noStrike" cap="none">
                <a:solidFill>
                  <a:srgbClr val="888888"/>
                </a:solidFill>
                <a:latin typeface="Arial"/>
                <a:ea typeface="Arial"/>
                <a:cs typeface="Arial"/>
                <a:sym typeface="Arial"/>
              </a:rPr>
              <a:pPr marL="0" marR="0" lvl="0" indent="0" algn="r" rtl="0">
                <a:lnSpc>
                  <a:spcPct val="93000"/>
                </a:lnSpc>
                <a:spcBef>
                  <a:spcPts val="0"/>
                </a:spcBef>
                <a:spcAft>
                  <a:spcPts val="0"/>
                </a:spcAft>
                <a:buClr>
                  <a:srgbClr val="000000"/>
                </a:buClr>
                <a:buSzPts val="1200"/>
                <a:buFont typeface="Arial"/>
                <a:buNone/>
              </a:pPr>
              <a:t>‹#›</a:t>
            </a:fld>
            <a:endParaRPr sz="1600" b="0" i="0" u="none" strike="noStrike" cap="none">
              <a:solidFill>
                <a:srgbClr val="888888"/>
              </a:solidFill>
              <a:latin typeface="Arial"/>
              <a:ea typeface="Arial"/>
              <a:cs typeface="Arial"/>
              <a:sym typeface="Arial"/>
            </a:endParaRPr>
          </a:p>
        </p:txBody>
      </p:sp>
      <p:sp>
        <p:nvSpPr>
          <p:cNvPr id="280" name="Google Shape;280;p38"/>
          <p:cNvSpPr txBox="1"/>
          <p:nvPr/>
        </p:nvSpPr>
        <p:spPr>
          <a:xfrm>
            <a:off x="2559236" y="6231507"/>
            <a:ext cx="8352800" cy="592400"/>
          </a:xfrm>
          <a:prstGeom prst="rect">
            <a:avLst/>
          </a:prstGeom>
          <a:noFill/>
          <a:ln>
            <a:noFill/>
          </a:ln>
        </p:spPr>
        <p:txBody>
          <a:bodyPr spcFirstLastPara="1" wrap="square" lIns="0" tIns="0" rIns="0" bIns="0" anchor="ctr" anchorCtr="0">
            <a:noAutofit/>
          </a:bodyPr>
          <a:lstStyle/>
          <a:p>
            <a:pPr marL="0" marR="0" lvl="0" indent="0" algn="r" rtl="0">
              <a:lnSpc>
                <a:spcPct val="93000"/>
              </a:lnSpc>
              <a:spcBef>
                <a:spcPts val="0"/>
              </a:spcBef>
              <a:spcAft>
                <a:spcPts val="0"/>
              </a:spcAft>
              <a:buClr>
                <a:srgbClr val="000000"/>
              </a:buClr>
              <a:buSzPts val="1200"/>
              <a:buFont typeface="Arial"/>
              <a:buNone/>
            </a:pPr>
            <a:r>
              <a:rPr lang="en" sz="1600" b="0" i="0" u="none" strike="noStrike" cap="none">
                <a:solidFill>
                  <a:srgbClr val="898989"/>
                </a:solidFill>
                <a:latin typeface="Arial"/>
                <a:ea typeface="Arial"/>
                <a:cs typeface="Arial"/>
                <a:sym typeface="Arial"/>
              </a:rPr>
              <a:t>This is a static footer, to edit, access the slide master under “View” and edit the first slide</a:t>
            </a:r>
            <a:endParaRPr sz="1600" b="0" i="0" u="none" strike="noStrike" cap="none">
              <a:solidFill>
                <a:srgbClr val="898989"/>
              </a:solidFill>
              <a:latin typeface="Arial"/>
              <a:ea typeface="Arial"/>
              <a:cs typeface="Arial"/>
              <a:sym typeface="Arial"/>
            </a:endParaRPr>
          </a:p>
        </p:txBody>
      </p:sp>
      <p:grpSp>
        <p:nvGrpSpPr>
          <p:cNvPr id="281" name="Google Shape;281;p38"/>
          <p:cNvGrpSpPr/>
          <p:nvPr/>
        </p:nvGrpSpPr>
        <p:grpSpPr>
          <a:xfrm>
            <a:off x="4233" y="6761672"/>
            <a:ext cx="12192000" cy="104400"/>
            <a:chOff x="0" y="5071254"/>
            <a:chExt cx="9144000" cy="78300"/>
          </a:xfrm>
        </p:grpSpPr>
        <p:sp>
          <p:nvSpPr>
            <p:cNvPr id="282" name="Google Shape;282;p38"/>
            <p:cNvSpPr/>
            <p:nvPr/>
          </p:nvSpPr>
          <p:spPr>
            <a:xfrm>
              <a:off x="0" y="5071254"/>
              <a:ext cx="2016000" cy="783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Arial"/>
                <a:ea typeface="Arial"/>
                <a:cs typeface="Arial"/>
                <a:sym typeface="Arial"/>
              </a:endParaRPr>
            </a:p>
          </p:txBody>
        </p:sp>
        <p:sp>
          <p:nvSpPr>
            <p:cNvPr id="283" name="Google Shape;283;p38"/>
            <p:cNvSpPr/>
            <p:nvPr/>
          </p:nvSpPr>
          <p:spPr>
            <a:xfrm>
              <a:off x="2016000" y="5071254"/>
              <a:ext cx="7128000" cy="783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22466436"/>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25">
          <p15:clr>
            <a:srgbClr val="F26B43"/>
          </p15:clr>
        </p15:guide>
        <p15:guide id="2" pos="315">
          <p15:clr>
            <a:srgbClr val="F26B43"/>
          </p15:clr>
        </p15:guide>
        <p15:guide id="3" pos="5441">
          <p15:clr>
            <a:srgbClr val="F26B43"/>
          </p15:clr>
        </p15:guide>
        <p15:guide id="4" orient="horz" pos="639">
          <p15:clr>
            <a:srgbClr val="F26B43"/>
          </p15:clr>
        </p15:guide>
        <p15:guide id="5" orient="horz" pos="2911">
          <p15:clr>
            <a:srgbClr val="F26B43"/>
          </p15:clr>
        </p15:guide>
        <p15:guide id="6" pos="2880">
          <p15:clr>
            <a:srgbClr val="F26B43"/>
          </p15:clr>
        </p15:guide>
        <p15:guide id="7" pos="2794">
          <p15:clr>
            <a:srgbClr val="F26B43"/>
          </p15:clr>
        </p15:guide>
        <p15:guide id="8" pos="2971">
          <p15:clr>
            <a:srgbClr val="F26B43"/>
          </p15:clr>
        </p15:guide>
        <p15:guide id="9" orient="horz" pos="577">
          <p15:clr>
            <a:srgbClr val="F26B43"/>
          </p15:clr>
        </p15:guide>
        <p15:guide id="10" orient="horz" pos="2754">
          <p15:clr>
            <a:srgbClr val="F26B43"/>
          </p15:clr>
        </p15:guide>
        <p15:guide id="11" orient="horz" pos="2663">
          <p15:clr>
            <a:srgbClr val="F26B43"/>
          </p15:clr>
        </p15:guide>
        <p15:guide id="12" orient="horz" pos="239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p>
        </p:txBody>
      </p:sp>
      <p:sp>
        <p:nvSpPr>
          <p:cNvPr id="4" name="Rectangle 3"/>
          <p:cNvSpPr/>
          <p:nvPr/>
        </p:nvSpPr>
        <p:spPr>
          <a:xfrm>
            <a:off x="3860799" y="5290170"/>
            <a:ext cx="5909355" cy="1083374"/>
          </a:xfrm>
          <a:prstGeom prst="rect">
            <a:avLst/>
          </a:prstGeom>
        </p:spPr>
        <p:txBody>
          <a:bodyPr wrap="square">
            <a:spAutoFit/>
          </a:bodyPr>
          <a:lstStyle/>
          <a:p>
            <a:pPr lvl="0" algn="ctr">
              <a:lnSpc>
                <a:spcPct val="115000"/>
              </a:lnSpc>
              <a:buClr>
                <a:schemeClr val="dk1"/>
              </a:buClr>
              <a:buSzPts val="1100"/>
            </a:pPr>
            <a:r>
              <a:rPr lang="en-US" sz="2000" b="1" dirty="0">
                <a:solidFill>
                  <a:schemeClr val="dk1"/>
                </a:solidFill>
                <a:latin typeface="Arial"/>
                <a:ea typeface="Arial"/>
                <a:cs typeface="Arial"/>
                <a:sym typeface="Arial"/>
              </a:rPr>
              <a:t>Annual Doctoral Committee Meeting 1</a:t>
            </a: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a:solidFill>
                  <a:schemeClr val="dk1"/>
                </a:solidFill>
                <a:latin typeface="Arial"/>
                <a:ea typeface="Arial"/>
                <a:cs typeface="Arial"/>
                <a:sym typeface="Arial"/>
              </a:rPr>
              <a:t>Zenabu Suboi, 26</a:t>
            </a:r>
            <a:r>
              <a:rPr lang="en-US" baseline="30000" dirty="0">
                <a:solidFill>
                  <a:schemeClr val="dk1"/>
                </a:solidFill>
                <a:latin typeface="Arial"/>
                <a:ea typeface="Arial"/>
                <a:cs typeface="Arial"/>
                <a:sym typeface="Arial"/>
              </a:rPr>
              <a:t>th</a:t>
            </a:r>
            <a:r>
              <a:rPr lang="en-US" dirty="0">
                <a:solidFill>
                  <a:schemeClr val="dk1"/>
                </a:solidFill>
                <a:latin typeface="Arial"/>
                <a:ea typeface="Arial"/>
                <a:cs typeface="Arial"/>
                <a:sym typeface="Arial"/>
              </a:rPr>
              <a:t> May 2025</a:t>
            </a:r>
          </a:p>
        </p:txBody>
      </p:sp>
    </p:spTree>
    <p:extLst>
      <p:ext uri="{BB962C8B-B14F-4D97-AF65-F5344CB8AC3E}">
        <p14:creationId xmlns:p14="http://schemas.microsoft.com/office/powerpoint/2010/main" val="708302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3050" y="21523"/>
            <a:ext cx="10850000" cy="745200"/>
          </a:xfrm>
          <a:prstGeom prst="rect">
            <a:avLst/>
          </a:prstGeom>
          <a:noFill/>
          <a:ln>
            <a:noFill/>
          </a:ln>
        </p:spPr>
        <p:txBody>
          <a:bodyPr spcFirstLastPara="1" wrap="square" lIns="0" tIns="60933" rIns="121900" bIns="60933" anchor="ctr" anchorCtr="0">
            <a:noAutofit/>
          </a:bodyPr>
          <a:lstStyle/>
          <a:p>
            <a:r>
              <a:rPr lang="en" sz="2800" b="1" dirty="0">
                <a:latin typeface="+mn-lt"/>
              </a:rPr>
              <a:t>Malaria Prevalence in Ghana is highly heterogeneous</a:t>
            </a:r>
            <a:endParaRPr sz="2800" b="1" dirty="0">
              <a:latin typeface="+mn-lt"/>
            </a:endParaRPr>
          </a:p>
        </p:txBody>
      </p:sp>
      <p:pic>
        <p:nvPicPr>
          <p:cNvPr id="2" name="Picture 1"/>
          <p:cNvPicPr>
            <a:picLocks noChangeAspect="1"/>
          </p:cNvPicPr>
          <p:nvPr/>
        </p:nvPicPr>
        <p:blipFill>
          <a:blip r:embed="rId3"/>
          <a:stretch>
            <a:fillRect/>
          </a:stretch>
        </p:blipFill>
        <p:spPr>
          <a:xfrm>
            <a:off x="1910825" y="1012722"/>
            <a:ext cx="6662904" cy="5426023"/>
          </a:xfrm>
          <a:prstGeom prst="rect">
            <a:avLst/>
          </a:prstGeom>
        </p:spPr>
      </p:pic>
      <p:sp>
        <p:nvSpPr>
          <p:cNvPr id="3" name="TextBox 2"/>
          <p:cNvSpPr txBox="1"/>
          <p:nvPr/>
        </p:nvSpPr>
        <p:spPr>
          <a:xfrm>
            <a:off x="8430712" y="6438745"/>
            <a:ext cx="3301871" cy="338554"/>
          </a:xfrm>
          <a:prstGeom prst="rect">
            <a:avLst/>
          </a:prstGeom>
          <a:noFill/>
        </p:spPr>
        <p:txBody>
          <a:bodyPr wrap="square" rtlCol="0">
            <a:spAutoFit/>
          </a:bodyPr>
          <a:lstStyle/>
          <a:p>
            <a:r>
              <a:rPr lang="de-CH" sz="1600" dirty="0"/>
              <a:t>Source: NMEP, </a:t>
            </a:r>
            <a:r>
              <a:rPr lang="de-CH" sz="1600" dirty="0" err="1"/>
              <a:t>figure</a:t>
            </a:r>
            <a:r>
              <a:rPr lang="de-CH" sz="1600" dirty="0"/>
              <a:t> </a:t>
            </a:r>
            <a:r>
              <a:rPr lang="de-CH" sz="1600" dirty="0" err="1"/>
              <a:t>by</a:t>
            </a:r>
            <a:r>
              <a:rPr lang="de-CH" sz="1600" dirty="0"/>
              <a:t>: ZS</a:t>
            </a:r>
            <a:endParaRPr lang="de-CH" dirty="0"/>
          </a:p>
        </p:txBody>
      </p:sp>
    </p:spTree>
    <p:extLst>
      <p:ext uri="{BB962C8B-B14F-4D97-AF65-F5344CB8AC3E}">
        <p14:creationId xmlns:p14="http://schemas.microsoft.com/office/powerpoint/2010/main" val="42434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1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10" name="TextBox 9"/>
          <p:cNvSpPr txBox="1"/>
          <p:nvPr/>
        </p:nvSpPr>
        <p:spPr>
          <a:xfrm>
            <a:off x="864745" y="5672387"/>
            <a:ext cx="4585079" cy="338554"/>
          </a:xfrm>
          <a:prstGeom prst="rect">
            <a:avLst/>
          </a:prstGeom>
          <a:noFill/>
        </p:spPr>
        <p:txBody>
          <a:bodyPr wrap="square" rtlCol="0">
            <a:spAutoFit/>
          </a:bodyPr>
          <a:lstStyle/>
          <a:p>
            <a:r>
              <a:rPr lang="de-CH" sz="1600" dirty="0"/>
              <a:t>Source: MAP, </a:t>
            </a:r>
            <a:r>
              <a:rPr lang="de-CH" sz="1600" dirty="0" err="1"/>
              <a:t>figure</a:t>
            </a:r>
            <a:r>
              <a:rPr lang="de-CH" sz="1600" dirty="0"/>
              <a:t> </a:t>
            </a:r>
            <a:r>
              <a:rPr lang="de-CH" sz="1600" dirty="0" err="1"/>
              <a:t>by</a:t>
            </a:r>
            <a:r>
              <a:rPr lang="de-CH" sz="1600" dirty="0"/>
              <a:t>: </a:t>
            </a:r>
            <a:r>
              <a:rPr lang="de-CH" sz="1600" dirty="0" err="1"/>
              <a:t>Sumaiyya</a:t>
            </a:r>
            <a:r>
              <a:rPr lang="de-CH" sz="1600" dirty="0"/>
              <a:t> </a:t>
            </a:r>
            <a:r>
              <a:rPr lang="de-CH" sz="1600" dirty="0" err="1"/>
              <a:t>Thawer</a:t>
            </a:r>
            <a:endParaRPr lang="de-CH" dirty="0"/>
          </a:p>
        </p:txBody>
      </p:sp>
      <p:pic>
        <p:nvPicPr>
          <p:cNvPr id="5" name="Picture 4"/>
          <p:cNvPicPr>
            <a:picLocks noChangeAspect="1"/>
          </p:cNvPicPr>
          <p:nvPr/>
        </p:nvPicPr>
        <p:blipFill>
          <a:blip r:embed="rId3"/>
          <a:stretch>
            <a:fillRect/>
          </a:stretch>
        </p:blipFill>
        <p:spPr>
          <a:xfrm>
            <a:off x="250981" y="2005964"/>
            <a:ext cx="11805356" cy="2721484"/>
          </a:xfrm>
          <a:prstGeom prst="rect">
            <a:avLst/>
          </a:prstGeom>
        </p:spPr>
      </p:pic>
      <p:sp>
        <p:nvSpPr>
          <p:cNvPr id="4" name="Title 3"/>
          <p:cNvSpPr>
            <a:spLocks noGrp="1"/>
          </p:cNvSpPr>
          <p:nvPr>
            <p:ph type="title"/>
          </p:nvPr>
        </p:nvSpPr>
        <p:spPr>
          <a:xfrm>
            <a:off x="250981" y="187754"/>
            <a:ext cx="11941019" cy="1133046"/>
          </a:xfrm>
        </p:spPr>
        <p:txBody>
          <a:bodyPr/>
          <a:lstStyle/>
          <a:p>
            <a:r>
              <a:rPr lang="en-US" sz="3200" b="1" kern="0" dirty="0" err="1"/>
              <a:t>OpenMalaria</a:t>
            </a:r>
            <a:r>
              <a:rPr lang="en-US" sz="3200" b="1" kern="0" dirty="0"/>
              <a:t> is used to simulate the impact of interventions for intervention stratification at the sub-national level</a:t>
            </a:r>
            <a:endParaRPr lang="de-CH" sz="3200" dirty="0"/>
          </a:p>
        </p:txBody>
      </p:sp>
    </p:spTree>
    <p:extLst>
      <p:ext uri="{BB962C8B-B14F-4D97-AF65-F5344CB8AC3E}">
        <p14:creationId xmlns:p14="http://schemas.microsoft.com/office/powerpoint/2010/main" val="112763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66"/>
          <p:cNvSpPr txBox="1">
            <a:spLocks noGrp="1"/>
          </p:cNvSpPr>
          <p:nvPr>
            <p:ph type="title"/>
          </p:nvPr>
        </p:nvSpPr>
        <p:spPr>
          <a:xfrm>
            <a:off x="86423" y="144267"/>
            <a:ext cx="12105577" cy="745200"/>
          </a:xfrm>
          <a:prstGeom prst="rect">
            <a:avLst/>
          </a:prstGeom>
          <a:noFill/>
          <a:ln>
            <a:noFill/>
          </a:ln>
        </p:spPr>
        <p:txBody>
          <a:bodyPr spcFirstLastPara="1" wrap="square" lIns="0" tIns="60933" rIns="121900" bIns="60933" anchor="ctr" anchorCtr="0">
            <a:noAutofit/>
          </a:bodyPr>
          <a:lstStyle/>
          <a:p>
            <a:r>
              <a:rPr lang="en" sz="2800" b="1" dirty="0">
                <a:latin typeface="+mn-lt"/>
              </a:rPr>
              <a:t>Uncertainty in Agent-Based Model outputs stem from different sources</a:t>
            </a:r>
            <a:endParaRPr sz="2800" b="1" dirty="0">
              <a:latin typeface="+mn-lt"/>
            </a:endParaRPr>
          </a:p>
        </p:txBody>
      </p:sp>
      <p:graphicFrame>
        <p:nvGraphicFramePr>
          <p:cNvPr id="2" name="Diagram 1"/>
          <p:cNvGraphicFramePr/>
          <p:nvPr/>
        </p:nvGraphicFramePr>
        <p:xfrm>
          <a:off x="1769806" y="889467"/>
          <a:ext cx="8547510" cy="5938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5325814" y="808757"/>
            <a:ext cx="1612490" cy="1651819"/>
          </a:xfrm>
          <a:prstGeom prst="ellipse">
            <a:avLst/>
          </a:prstGeom>
          <a:solidFill>
            <a:schemeClr val="accent1">
              <a:lumMod val="60000"/>
              <a:lumOff val="40000"/>
            </a:schemeClr>
          </a:solidFill>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dirty="0">
                <a:ln>
                  <a:noFill/>
                </a:ln>
                <a:solidFill>
                  <a:srgbClr val="FFFFFF"/>
                </a:solidFill>
                <a:effectLst/>
                <a:uLnTx/>
                <a:uFillTx/>
                <a:latin typeface="Arial"/>
                <a:ea typeface="+mn-ea"/>
                <a:cs typeface="+mn-cs"/>
              </a:rPr>
              <a:t>Model uncertainty</a:t>
            </a:r>
          </a:p>
        </p:txBody>
      </p:sp>
    </p:spTree>
    <p:extLst>
      <p:ext uri="{BB962C8B-B14F-4D97-AF65-F5344CB8AC3E}">
        <p14:creationId xmlns:p14="http://schemas.microsoft.com/office/powerpoint/2010/main" val="89544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02A94B04-561F-4A3F-8A13-B44A66714783}"/>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graphicEl>
                                              <a:dgm id="{4510A7FD-85AA-4037-BBEA-3F9A69AB7F58}"/>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graphicEl>
                                              <a:dgm id="{C1014973-C0C6-4B89-8792-C5B357FF172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F5C58BDE-6AAD-48C2-92F8-600F87DDA1E7}"/>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D34CBCCF-7B05-46AA-9DEC-C91D8F452F47}"/>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graphicEl>
                                              <a:dgm id="{7EB7BEDA-EAA0-4588-9965-61DB484A81FA}"/>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graphicEl>
                                              <a:dgm id="{157FB8B2-163E-43AA-9EC8-EEB7D217E08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a:latin typeface="+mn-lt"/>
              </a:rPr>
              <a:t>Goal</a:t>
            </a:r>
          </a:p>
        </p:txBody>
      </p:sp>
      <p:sp>
        <p:nvSpPr>
          <p:cNvPr id="62" name="Rounded Rectangle 61"/>
          <p:cNvSpPr/>
          <p:nvPr/>
        </p:nvSpPr>
        <p:spPr>
          <a:xfrm>
            <a:off x="4341091" y="886691"/>
            <a:ext cx="5317816" cy="5089643"/>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a:t>To quantify and propagate the uncertainty from various parameters in the OpenMalaria Ghana model, beyond just the entomological inoculation rate (EIR) and to determine the impact of these uncertainties on simulating the effect of malaria interventions at the sub-national level.</a:t>
            </a:r>
            <a:endParaRPr lang="de-CH" sz="2800" dirty="0"/>
          </a:p>
        </p:txBody>
      </p:sp>
    </p:spTree>
    <p:extLst>
      <p:ext uri="{BB962C8B-B14F-4D97-AF65-F5344CB8AC3E}">
        <p14:creationId xmlns:p14="http://schemas.microsoft.com/office/powerpoint/2010/main" val="3003886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8" name="Google Shape;519;p67"/>
          <p:cNvSpPr txBox="1">
            <a:spLocks/>
          </p:cNvSpPr>
          <p:nvPr/>
        </p:nvSpPr>
        <p:spPr>
          <a:xfrm>
            <a:off x="323528" y="0"/>
            <a:ext cx="11868471" cy="745200"/>
          </a:xfrm>
          <a:prstGeom prst="rect">
            <a:avLst/>
          </a:prstGeom>
          <a:noFill/>
          <a:ln>
            <a:noFill/>
          </a:ln>
        </p:spPr>
        <p:txBody>
          <a:bodyPr spcFirstLastPara="1" wrap="square" lIns="0" tIns="60933" rIns="121900" bIns="60933" anchor="ctr" anchorCtr="0">
            <a:noAutofit/>
          </a:bodyPr>
          <a:lstStyle>
            <a:defPPr marR="0" lvl="0" algn="l" rtl="0">
              <a:lnSpc>
                <a:spcPct val="100000"/>
              </a:lnSpc>
              <a:spcBef>
                <a:spcPts val="0"/>
              </a:spcBef>
              <a:spcAft>
                <a:spcPts val="0"/>
              </a:spcAft>
            </a:defPPr>
            <a:lvl1pPr marR="0" lvl="0" algn="just" rtl="0">
              <a:lnSpc>
                <a:spcPct val="90000"/>
              </a:lnSpc>
              <a:spcBef>
                <a:spcPts val="0"/>
              </a:spcBef>
              <a:spcAft>
                <a:spcPts val="0"/>
              </a:spcAft>
              <a:buClr>
                <a:schemeClr val="accent1"/>
              </a:buClr>
              <a:buSzPts val="2400"/>
              <a:buFont typeface="Palatino Linotype"/>
              <a:buNone/>
              <a:defRPr sz="2400" b="0" i="0" u="none" strike="noStrike" cap="none">
                <a:solidFill>
                  <a:schemeClr val="accent1"/>
                </a:solidFill>
                <a:latin typeface="Palatino Linotype"/>
                <a:ea typeface="Palatino Linotype"/>
                <a:cs typeface="Palatino Linotype"/>
                <a:sym typeface="Palatino Linoty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b="1" kern="0" dirty="0">
                <a:latin typeface="+mn-lt"/>
              </a:rPr>
              <a:t>Uncertainty Quantification can be classified in two forms</a:t>
            </a:r>
          </a:p>
        </p:txBody>
      </p:sp>
      <p:graphicFrame>
        <p:nvGraphicFramePr>
          <p:cNvPr id="2" name="Diagram 1"/>
          <p:cNvGraphicFramePr/>
          <p:nvPr/>
        </p:nvGraphicFramePr>
        <p:xfrm>
          <a:off x="1203864" y="1820174"/>
          <a:ext cx="8128000" cy="4932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9514936" y="2147979"/>
            <a:ext cx="2234241"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a:t>Sensitivity Analysis</a:t>
            </a:r>
          </a:p>
        </p:txBody>
      </p:sp>
      <p:sp>
        <p:nvSpPr>
          <p:cNvPr id="7" name="Oval 6"/>
          <p:cNvSpPr/>
          <p:nvPr/>
        </p:nvSpPr>
        <p:spPr>
          <a:xfrm>
            <a:off x="9514936" y="4819291"/>
            <a:ext cx="2337759"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a:t>Model Calibration</a:t>
            </a:r>
          </a:p>
        </p:txBody>
      </p:sp>
      <p:sp>
        <p:nvSpPr>
          <p:cNvPr id="4" name="Rectangle 3"/>
          <p:cNvSpPr/>
          <p:nvPr/>
        </p:nvSpPr>
        <p:spPr>
          <a:xfrm>
            <a:off x="323528" y="736122"/>
            <a:ext cx="11720423" cy="830997"/>
          </a:xfrm>
          <a:prstGeom prst="rect">
            <a:avLst/>
          </a:prstGeom>
        </p:spPr>
        <p:txBody>
          <a:bodyPr wrap="square">
            <a:spAutoFit/>
          </a:bodyPr>
          <a:lstStyle/>
          <a:p>
            <a:pPr marL="285750" indent="-285750">
              <a:buFont typeface="Arial" panose="020B0604020202020204" pitchFamily="34" charset="0"/>
              <a:buChar char="•"/>
            </a:pPr>
            <a:r>
              <a:rPr lang="en-US" sz="2400" b="1" dirty="0"/>
              <a:t>The field of Uncertainty Quantification offers a means of quantifying and characterizing uncertainties in models and the real world.</a:t>
            </a:r>
            <a:endParaRPr lang="de-CH" sz="2400" b="1" dirty="0"/>
          </a:p>
        </p:txBody>
      </p:sp>
    </p:spTree>
    <p:extLst>
      <p:ext uri="{BB962C8B-B14F-4D97-AF65-F5344CB8AC3E}">
        <p14:creationId xmlns:p14="http://schemas.microsoft.com/office/powerpoint/2010/main" val="410920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40BCD131-2073-4EDE-9795-02928553C85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34E15B5-1992-433F-AE7A-2BD232D5F9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116AF5B1-E45C-4738-8EBC-F071EB4E45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AF97286F-DE4D-4D21-923A-0C8E3289DDB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 grpId="0">
        <p:bldSub>
          <a:bldDgm bld="one"/>
        </p:bldSub>
      </p:bldGraphic>
      <p:bldP spid="3"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a:latin typeface="+mn-lt"/>
              </a:rPr>
              <a:t>Research Objectives</a:t>
            </a:r>
            <a:endParaRPr sz="2800" b="1" dirty="0">
              <a:latin typeface="+mn-lt"/>
            </a:endParaRPr>
          </a:p>
        </p:txBody>
      </p:sp>
      <p:graphicFrame>
        <p:nvGraphicFramePr>
          <p:cNvPr id="4" name="Diagram 3"/>
          <p:cNvGraphicFramePr/>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539;p70"/>
          <p:cNvPicPr preferRelativeResize="0"/>
          <p:nvPr/>
        </p:nvPicPr>
        <p:blipFill>
          <a:blip r:embed="rId8">
            <a:alphaModFix/>
          </a:blip>
          <a:stretch>
            <a:fillRect/>
          </a:stretch>
        </p:blipFill>
        <p:spPr>
          <a:xfrm>
            <a:off x="0" y="3730752"/>
            <a:ext cx="4713216" cy="2121408"/>
          </a:xfrm>
          <a:prstGeom prst="rect">
            <a:avLst/>
          </a:prstGeom>
          <a:noFill/>
          <a:ln>
            <a:noFill/>
          </a:ln>
        </p:spPr>
      </p:pic>
      <p:sp>
        <p:nvSpPr>
          <p:cNvPr id="5" name="Rounded Rectangle 4"/>
          <p:cNvSpPr/>
          <p:nvPr/>
        </p:nvSpPr>
        <p:spPr>
          <a:xfrm>
            <a:off x="235704" y="2006952"/>
            <a:ext cx="4554179"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dirty="0">
                <a:solidFill>
                  <a:schemeClr val="tx1"/>
                </a:solidFill>
              </a:rPr>
              <a:t>Perform </a:t>
            </a:r>
            <a:r>
              <a:rPr lang="de-CH" dirty="0" err="1">
                <a:solidFill>
                  <a:schemeClr val="tx1"/>
                </a:solidFill>
              </a:rPr>
              <a:t>sensitivity</a:t>
            </a:r>
            <a:r>
              <a:rPr lang="de-CH" dirty="0">
                <a:solidFill>
                  <a:schemeClr val="tx1"/>
                </a:solidFill>
              </a:rPr>
              <a:t> </a:t>
            </a:r>
            <a:r>
              <a:rPr lang="de-CH" dirty="0" err="1">
                <a:solidFill>
                  <a:schemeClr val="tx1"/>
                </a:solidFill>
              </a:rPr>
              <a:t>analysis</a:t>
            </a:r>
            <a:r>
              <a:rPr lang="de-CH" dirty="0">
                <a:solidFill>
                  <a:schemeClr val="tx1"/>
                </a:solidFill>
              </a:rPr>
              <a:t> </a:t>
            </a:r>
            <a:r>
              <a:rPr lang="de-CH" dirty="0" err="1">
                <a:solidFill>
                  <a:schemeClr val="tx1"/>
                </a:solidFill>
              </a:rPr>
              <a:t>of</a:t>
            </a:r>
            <a:r>
              <a:rPr lang="de-CH" dirty="0">
                <a:solidFill>
                  <a:schemeClr val="tx1"/>
                </a:solidFill>
              </a:rPr>
              <a:t> intervention </a:t>
            </a:r>
            <a:r>
              <a:rPr lang="de-CH" b="1" dirty="0" err="1">
                <a:solidFill>
                  <a:schemeClr val="tx1"/>
                </a:solidFill>
              </a:rPr>
              <a:t>coverage</a:t>
            </a:r>
            <a:r>
              <a:rPr lang="de-CH" dirty="0">
                <a:solidFill>
                  <a:schemeClr val="tx1"/>
                </a:solidFill>
              </a:rPr>
              <a:t> </a:t>
            </a:r>
            <a:r>
              <a:rPr lang="de-CH" dirty="0" err="1">
                <a:solidFill>
                  <a:schemeClr val="tx1"/>
                </a:solidFill>
              </a:rPr>
              <a:t>towards</a:t>
            </a:r>
            <a:r>
              <a:rPr lang="de-CH" dirty="0">
                <a:solidFill>
                  <a:schemeClr val="tx1"/>
                </a:solidFill>
              </a:rPr>
              <a:t> </a:t>
            </a:r>
            <a:r>
              <a:rPr lang="de-CH" dirty="0" err="1">
                <a:solidFill>
                  <a:schemeClr val="tx1"/>
                </a:solidFill>
              </a:rPr>
              <a:t>incidence</a:t>
            </a:r>
            <a:r>
              <a:rPr lang="de-CH" dirty="0">
                <a:solidFill>
                  <a:schemeClr val="tx1"/>
                </a:solidFill>
              </a:rPr>
              <a:t> </a:t>
            </a:r>
            <a:r>
              <a:rPr lang="de-CH" dirty="0" err="1">
                <a:solidFill>
                  <a:schemeClr val="tx1"/>
                </a:solidFill>
              </a:rPr>
              <a:t>reduction</a:t>
            </a:r>
            <a:r>
              <a:rPr lang="de-CH" dirty="0">
                <a:solidFill>
                  <a:schemeClr val="tx1"/>
                </a:solidFill>
              </a:rPr>
              <a:t> </a:t>
            </a:r>
            <a:r>
              <a:rPr lang="de-CH" dirty="0" err="1">
                <a:solidFill>
                  <a:schemeClr val="tx1"/>
                </a:solidFill>
              </a:rPr>
              <a:t>and</a:t>
            </a:r>
            <a:r>
              <a:rPr lang="de-CH" dirty="0">
                <a:solidFill>
                  <a:schemeClr val="tx1"/>
                </a:solidFill>
              </a:rPr>
              <a:t> </a:t>
            </a:r>
            <a:r>
              <a:rPr lang="de-CH" b="1" dirty="0">
                <a:solidFill>
                  <a:schemeClr val="bg1"/>
                </a:solidFill>
              </a:rPr>
              <a:t>(Forward </a:t>
            </a:r>
            <a:r>
              <a:rPr lang="de-CH" b="1" dirty="0" err="1">
                <a:solidFill>
                  <a:schemeClr val="bg1"/>
                </a:solidFill>
              </a:rPr>
              <a:t>propagation</a:t>
            </a:r>
            <a:r>
              <a:rPr lang="de-CH" b="1" dirty="0">
                <a:solidFill>
                  <a:schemeClr val="bg1"/>
                </a:solidFill>
              </a:rPr>
              <a:t> </a:t>
            </a:r>
            <a:r>
              <a:rPr lang="de-CH" b="1" dirty="0" err="1">
                <a:solidFill>
                  <a:schemeClr val="bg1"/>
                </a:solidFill>
              </a:rPr>
              <a:t>of</a:t>
            </a:r>
            <a:r>
              <a:rPr lang="de-CH" b="1" dirty="0">
                <a:solidFill>
                  <a:schemeClr val="bg1"/>
                </a:solidFill>
              </a:rPr>
              <a:t> uncertainty)</a:t>
            </a:r>
          </a:p>
        </p:txBody>
      </p:sp>
      <p:sp>
        <p:nvSpPr>
          <p:cNvPr id="16" name="Oval 4"/>
          <p:cNvSpPr txBox="1"/>
          <p:nvPr/>
        </p:nvSpPr>
        <p:spPr>
          <a:xfrm>
            <a:off x="6295013" y="3597058"/>
            <a:ext cx="2454309" cy="253856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2000" kern="1200" dirty="0"/>
              <a:t>Results of the sensitivity analysis will help the NMEP to carefully choose intervention re-allocation if needed, during the midterm review</a:t>
            </a:r>
          </a:p>
        </p:txBody>
      </p:sp>
      <p:grpSp>
        <p:nvGrpSpPr>
          <p:cNvPr id="17" name="Group 16"/>
          <p:cNvGrpSpPr/>
          <p:nvPr/>
        </p:nvGrpSpPr>
        <p:grpSpPr>
          <a:xfrm>
            <a:off x="8749322" y="4491589"/>
            <a:ext cx="643276" cy="599734"/>
            <a:chOff x="2514443" y="1287487"/>
            <a:chExt cx="433401" cy="433401"/>
          </a:xfrm>
        </p:grpSpPr>
        <p:sp>
          <p:nvSpPr>
            <p:cNvPr id="18" name="Plus 17"/>
            <p:cNvSpPr/>
            <p:nvPr/>
          </p:nvSpPr>
          <p:spPr>
            <a:xfrm>
              <a:off x="2514443" y="1287487"/>
              <a:ext cx="433401" cy="433401"/>
            </a:xfrm>
            <a:prstGeom prst="mathPlus">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CH"/>
            </a:p>
          </p:txBody>
        </p:sp>
        <p:sp>
          <p:nvSpPr>
            <p:cNvPr id="19" name="Plus 4"/>
            <p:cNvSpPr txBox="1"/>
            <p:nvPr/>
          </p:nvSpPr>
          <p:spPr>
            <a:xfrm>
              <a:off x="2571890" y="1453220"/>
              <a:ext cx="318507" cy="1019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dirty="0"/>
            </a:p>
          </p:txBody>
        </p:sp>
      </p:grpSp>
      <p:sp>
        <p:nvSpPr>
          <p:cNvPr id="22" name="Oval 4"/>
          <p:cNvSpPr txBox="1"/>
          <p:nvPr/>
        </p:nvSpPr>
        <p:spPr>
          <a:xfrm>
            <a:off x="9392598" y="3597058"/>
            <a:ext cx="2401926" cy="24562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2000" kern="1200" dirty="0"/>
              <a:t>The sensitivity analysis will be integrated in the OpenMalaria workflow package, which will be made publicly available</a:t>
            </a:r>
            <a:endParaRPr lang="de-CH" sz="2000" kern="1200" dirty="0">
              <a:solidFill>
                <a:schemeClr val="tx1"/>
              </a:solidFill>
            </a:endParaRPr>
          </a:p>
        </p:txBody>
      </p:sp>
      <p:grpSp>
        <p:nvGrpSpPr>
          <p:cNvPr id="23" name="Group 22"/>
          <p:cNvGrpSpPr/>
          <p:nvPr/>
        </p:nvGrpSpPr>
        <p:grpSpPr>
          <a:xfrm>
            <a:off x="4789883" y="3483339"/>
            <a:ext cx="1095338" cy="513916"/>
            <a:chOff x="3669577" y="2912122"/>
            <a:chExt cx="1439719" cy="423049"/>
          </a:xfrm>
        </p:grpSpPr>
        <p:sp>
          <p:nvSpPr>
            <p:cNvPr id="24" name="Right Arrow 23"/>
            <p:cNvSpPr/>
            <p:nvPr/>
          </p:nvSpPr>
          <p:spPr>
            <a:xfrm rot="21548800">
              <a:off x="3669577" y="2912122"/>
              <a:ext cx="1439719" cy="423049"/>
            </a:xfrm>
            <a:prstGeom prst="rightArrow">
              <a:avLst>
                <a:gd name="adj1" fmla="val 60000"/>
                <a:gd name="adj2" fmla="val 50000"/>
              </a:avLst>
            </a:prstGeom>
          </p:spPr>
          <p:style>
            <a:lnRef idx="0">
              <a:schemeClr val="accent2">
                <a:shade val="90000"/>
                <a:hueOff val="-83344"/>
                <a:satOff val="-13822"/>
                <a:lumOff val="19244"/>
                <a:alphaOff val="0"/>
              </a:schemeClr>
            </a:lnRef>
            <a:fillRef idx="1">
              <a:schemeClr val="accent2">
                <a:shade val="90000"/>
                <a:hueOff val="-83344"/>
                <a:satOff val="-13822"/>
                <a:lumOff val="19244"/>
                <a:alphaOff val="0"/>
              </a:schemeClr>
            </a:fillRef>
            <a:effectRef idx="1">
              <a:schemeClr val="accent2">
                <a:shade val="90000"/>
                <a:hueOff val="-83344"/>
                <a:satOff val="-13822"/>
                <a:lumOff val="19244"/>
                <a:alphaOff val="0"/>
              </a:schemeClr>
            </a:effectRef>
            <a:fontRef idx="minor">
              <a:schemeClr val="lt1"/>
            </a:fontRef>
          </p:style>
          <p:txBody>
            <a:bodyPr/>
            <a:lstStyle/>
            <a:p>
              <a:endParaRPr lang="en-CH"/>
            </a:p>
          </p:txBody>
        </p:sp>
        <p:sp>
          <p:nvSpPr>
            <p:cNvPr id="25" name="Right Arrow 4"/>
            <p:cNvSpPr txBox="1"/>
            <p:nvPr/>
          </p:nvSpPr>
          <p:spPr>
            <a:xfrm rot="21548800">
              <a:off x="3669584" y="2997677"/>
              <a:ext cx="1312804" cy="2538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p:txBody>
        </p:sp>
      </p:grpSp>
      <p:sp>
        <p:nvSpPr>
          <p:cNvPr id="26" name="TextBox 25"/>
          <p:cNvSpPr txBox="1"/>
          <p:nvPr/>
        </p:nvSpPr>
        <p:spPr>
          <a:xfrm>
            <a:off x="125975" y="5932810"/>
            <a:ext cx="4587241" cy="307777"/>
          </a:xfrm>
          <a:prstGeom prst="rect">
            <a:avLst/>
          </a:prstGeom>
          <a:noFill/>
        </p:spPr>
        <p:txBody>
          <a:bodyPr wrap="square" rtlCol="0">
            <a:spAutoFit/>
          </a:bodyPr>
          <a:lstStyle/>
          <a:p>
            <a:r>
              <a:rPr lang="de-CH" sz="1400" dirty="0"/>
              <a:t>Source:</a:t>
            </a:r>
            <a:r>
              <a:rPr lang="en-US" sz="1400" dirty="0"/>
              <a:t> Sensitivity Analysis: The Basics</a:t>
            </a:r>
            <a:endParaRPr lang="de-CH" sz="1400" dirty="0"/>
          </a:p>
        </p:txBody>
      </p:sp>
    </p:spTree>
    <p:extLst>
      <p:ext uri="{BB962C8B-B14F-4D97-AF65-F5344CB8AC3E}">
        <p14:creationId xmlns:p14="http://schemas.microsoft.com/office/powerpoint/2010/main" val="293338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22" grpId="0" animBg="1"/>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a:latin typeface="+mn-lt"/>
              </a:rPr>
              <a:t>Research Objectives</a:t>
            </a:r>
            <a:endParaRPr sz="2800" b="1" dirty="0">
              <a:latin typeface="+mn-lt"/>
            </a:endParaRPr>
          </a:p>
        </p:txBody>
      </p:sp>
      <p:graphicFrame>
        <p:nvGraphicFramePr>
          <p:cNvPr id="4" name="Diagram 3"/>
          <p:cNvGraphicFramePr/>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ounded Rectangle 6"/>
          <p:cNvSpPr/>
          <p:nvPr/>
        </p:nvSpPr>
        <p:spPr>
          <a:xfrm>
            <a:off x="3452355" y="1870446"/>
            <a:ext cx="5069058"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Develop framework to infer multiple parameters and perform uncertainty quantification for malaria interventions applied to the Ghana data</a:t>
            </a:r>
            <a:r>
              <a:rPr lang="en-US" dirty="0"/>
              <a:t> </a:t>
            </a:r>
            <a:r>
              <a:rPr lang="en-US" b="1" dirty="0"/>
              <a:t>(Inverse uncertainty quantification)</a:t>
            </a:r>
            <a:endParaRPr lang="de-CH" b="1" dirty="0"/>
          </a:p>
        </p:txBody>
      </p:sp>
      <p:sp>
        <p:nvSpPr>
          <p:cNvPr id="9" name="Oval 4"/>
          <p:cNvSpPr txBox="1"/>
          <p:nvPr/>
        </p:nvSpPr>
        <p:spPr>
          <a:xfrm>
            <a:off x="9632573" y="3550640"/>
            <a:ext cx="2454309" cy="253856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dirty="0"/>
              <a:t>a fully implemented, tested, and documented sampling-based inference framework. This framework will be used to calibrate the OpenMalaria Ghana model</a:t>
            </a:r>
            <a:endParaRPr lang="en-US" sz="2000" kern="1200" dirty="0"/>
          </a:p>
        </p:txBody>
      </p:sp>
      <p:grpSp>
        <p:nvGrpSpPr>
          <p:cNvPr id="10" name="Group 9"/>
          <p:cNvGrpSpPr/>
          <p:nvPr/>
        </p:nvGrpSpPr>
        <p:grpSpPr>
          <a:xfrm>
            <a:off x="8446008" y="4200162"/>
            <a:ext cx="1095338" cy="513916"/>
            <a:chOff x="3669577" y="2912122"/>
            <a:chExt cx="1439719" cy="423049"/>
          </a:xfrm>
        </p:grpSpPr>
        <p:sp>
          <p:nvSpPr>
            <p:cNvPr id="11" name="Right Arrow 10"/>
            <p:cNvSpPr/>
            <p:nvPr/>
          </p:nvSpPr>
          <p:spPr>
            <a:xfrm rot="21548800">
              <a:off x="3669577" y="2912122"/>
              <a:ext cx="1439719" cy="423049"/>
            </a:xfrm>
            <a:prstGeom prst="rightArrow">
              <a:avLst>
                <a:gd name="adj1" fmla="val 60000"/>
                <a:gd name="adj2" fmla="val 50000"/>
              </a:avLst>
            </a:prstGeom>
          </p:spPr>
          <p:style>
            <a:lnRef idx="0">
              <a:schemeClr val="accent2">
                <a:shade val="90000"/>
                <a:hueOff val="-83344"/>
                <a:satOff val="-13822"/>
                <a:lumOff val="19244"/>
                <a:alphaOff val="0"/>
              </a:schemeClr>
            </a:lnRef>
            <a:fillRef idx="1">
              <a:schemeClr val="accent2">
                <a:shade val="90000"/>
                <a:hueOff val="-83344"/>
                <a:satOff val="-13822"/>
                <a:lumOff val="19244"/>
                <a:alphaOff val="0"/>
              </a:schemeClr>
            </a:fillRef>
            <a:effectRef idx="1">
              <a:schemeClr val="accent2">
                <a:shade val="90000"/>
                <a:hueOff val="-83344"/>
                <a:satOff val="-13822"/>
                <a:lumOff val="19244"/>
                <a:alphaOff val="0"/>
              </a:schemeClr>
            </a:effectRef>
            <a:fontRef idx="minor">
              <a:schemeClr val="lt1"/>
            </a:fontRef>
          </p:style>
          <p:txBody>
            <a:bodyPr/>
            <a:lstStyle/>
            <a:p>
              <a:endParaRPr lang="en-CH"/>
            </a:p>
          </p:txBody>
        </p:sp>
        <p:sp>
          <p:nvSpPr>
            <p:cNvPr id="12" name="Right Arrow 4"/>
            <p:cNvSpPr txBox="1"/>
            <p:nvPr/>
          </p:nvSpPr>
          <p:spPr>
            <a:xfrm rot="21548800">
              <a:off x="3669584" y="2997677"/>
              <a:ext cx="1312804" cy="2538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p:txBody>
        </p:sp>
      </p:grpSp>
      <p:sp>
        <p:nvSpPr>
          <p:cNvPr id="13" name="TextBox 12"/>
          <p:cNvSpPr txBox="1"/>
          <p:nvPr/>
        </p:nvSpPr>
        <p:spPr>
          <a:xfrm>
            <a:off x="3323532" y="6448698"/>
            <a:ext cx="4587241" cy="307777"/>
          </a:xfrm>
          <a:prstGeom prst="rect">
            <a:avLst/>
          </a:prstGeom>
          <a:noFill/>
        </p:spPr>
        <p:txBody>
          <a:bodyPr wrap="square" rtlCol="0">
            <a:spAutoFit/>
          </a:bodyPr>
          <a:lstStyle/>
          <a:p>
            <a:r>
              <a:rPr lang="de-CH" sz="1400" dirty="0"/>
              <a:t>Source: MAP / </a:t>
            </a:r>
            <a:r>
              <a:rPr lang="de-CH" sz="1400" dirty="0" err="1"/>
              <a:t>OpenMalaria</a:t>
            </a:r>
            <a:r>
              <a:rPr lang="de-CH" sz="1400" dirty="0"/>
              <a:t> </a:t>
            </a:r>
            <a:r>
              <a:rPr lang="de-CH" sz="1400" dirty="0" err="1"/>
              <a:t>simulations</a:t>
            </a:r>
            <a:endParaRPr lang="de-CH" sz="1400" i="1" dirty="0"/>
          </a:p>
        </p:txBody>
      </p:sp>
      <p:sp>
        <p:nvSpPr>
          <p:cNvPr id="46" name="TextBox 45"/>
          <p:cNvSpPr txBox="1"/>
          <p:nvPr/>
        </p:nvSpPr>
        <p:spPr>
          <a:xfrm>
            <a:off x="3323529" y="6448698"/>
            <a:ext cx="4587241" cy="307777"/>
          </a:xfrm>
          <a:prstGeom prst="rect">
            <a:avLst/>
          </a:prstGeom>
          <a:noFill/>
        </p:spPr>
        <p:txBody>
          <a:bodyPr wrap="square" rtlCol="0">
            <a:spAutoFit/>
          </a:bodyPr>
          <a:lstStyle/>
          <a:p>
            <a:r>
              <a:rPr lang="de-CH" sz="1400" dirty="0"/>
              <a:t>Source: MAP / </a:t>
            </a:r>
            <a:r>
              <a:rPr lang="de-CH" sz="1400" dirty="0" err="1"/>
              <a:t>OpenMalaria</a:t>
            </a:r>
            <a:r>
              <a:rPr lang="de-CH" sz="1400" dirty="0"/>
              <a:t> </a:t>
            </a:r>
            <a:r>
              <a:rPr lang="de-CH" sz="1400" dirty="0" err="1"/>
              <a:t>simulations</a:t>
            </a:r>
            <a:endParaRPr lang="de-CH" sz="1400" i="1" dirty="0"/>
          </a:p>
        </p:txBody>
      </p:sp>
      <p:sp>
        <p:nvSpPr>
          <p:cNvPr id="52" name="TextBox 51"/>
          <p:cNvSpPr txBox="1"/>
          <p:nvPr/>
        </p:nvSpPr>
        <p:spPr>
          <a:xfrm>
            <a:off x="3323525" y="6448698"/>
            <a:ext cx="4587241" cy="307777"/>
          </a:xfrm>
          <a:prstGeom prst="rect">
            <a:avLst/>
          </a:prstGeom>
          <a:noFill/>
        </p:spPr>
        <p:txBody>
          <a:bodyPr wrap="square" rtlCol="0">
            <a:spAutoFit/>
          </a:bodyPr>
          <a:lstStyle/>
          <a:p>
            <a:r>
              <a:rPr lang="de-CH" sz="1400" dirty="0"/>
              <a:t>Source: MAP / </a:t>
            </a:r>
            <a:r>
              <a:rPr lang="de-CH" sz="1400" dirty="0" err="1"/>
              <a:t>OpenMalaria</a:t>
            </a:r>
            <a:r>
              <a:rPr lang="de-CH" sz="1400" dirty="0"/>
              <a:t> </a:t>
            </a:r>
            <a:r>
              <a:rPr lang="de-CH" sz="1400" dirty="0" err="1"/>
              <a:t>simulations</a:t>
            </a:r>
            <a:endParaRPr lang="de-CH" sz="1400" i="1" dirty="0"/>
          </a:p>
        </p:txBody>
      </p:sp>
      <p:pic>
        <p:nvPicPr>
          <p:cNvPr id="57" name="Picture 56"/>
          <p:cNvPicPr>
            <a:picLocks noChangeAspect="1"/>
          </p:cNvPicPr>
          <p:nvPr/>
        </p:nvPicPr>
        <p:blipFill>
          <a:blip r:embed="rId8"/>
          <a:stretch>
            <a:fillRect/>
          </a:stretch>
        </p:blipFill>
        <p:spPr>
          <a:xfrm>
            <a:off x="1584241" y="3191148"/>
            <a:ext cx="6858000" cy="3257550"/>
          </a:xfrm>
          <a:prstGeom prst="rect">
            <a:avLst/>
          </a:prstGeom>
        </p:spPr>
      </p:pic>
      <p:sp>
        <p:nvSpPr>
          <p:cNvPr id="59" name="TextBox 58"/>
          <p:cNvSpPr txBox="1"/>
          <p:nvPr/>
        </p:nvSpPr>
        <p:spPr>
          <a:xfrm>
            <a:off x="3323529" y="6448698"/>
            <a:ext cx="4587241" cy="307777"/>
          </a:xfrm>
          <a:prstGeom prst="rect">
            <a:avLst/>
          </a:prstGeom>
          <a:noFill/>
        </p:spPr>
        <p:txBody>
          <a:bodyPr wrap="square" rtlCol="0">
            <a:spAutoFit/>
          </a:bodyPr>
          <a:lstStyle/>
          <a:p>
            <a:r>
              <a:rPr lang="de-CH" sz="1400" dirty="0"/>
              <a:t>Source: MAP / </a:t>
            </a:r>
            <a:r>
              <a:rPr lang="de-CH" sz="1400" dirty="0" err="1"/>
              <a:t>OpenMalaria</a:t>
            </a:r>
            <a:r>
              <a:rPr lang="de-CH" sz="1400" dirty="0"/>
              <a:t> </a:t>
            </a:r>
            <a:r>
              <a:rPr lang="de-CH" sz="1400" dirty="0" err="1"/>
              <a:t>simulations</a:t>
            </a:r>
            <a:endParaRPr lang="de-CH" sz="1400" i="1" dirty="0"/>
          </a:p>
        </p:txBody>
      </p:sp>
    </p:spTree>
    <p:extLst>
      <p:ext uri="{BB962C8B-B14F-4D97-AF65-F5344CB8AC3E}">
        <p14:creationId xmlns:p14="http://schemas.microsoft.com/office/powerpoint/2010/main" val="358586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5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a:latin typeface="+mn-lt"/>
              </a:rPr>
              <a:t>Research Objectives</a:t>
            </a:r>
            <a:endParaRPr sz="2800" b="1" dirty="0">
              <a:latin typeface="+mn-lt"/>
            </a:endParaRPr>
          </a:p>
        </p:txBody>
      </p:sp>
      <p:graphicFrame>
        <p:nvGraphicFramePr>
          <p:cNvPr id="4" name="Diagram 3"/>
          <p:cNvGraphicFramePr/>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ounded Rectangle 6"/>
          <p:cNvSpPr/>
          <p:nvPr/>
        </p:nvSpPr>
        <p:spPr>
          <a:xfrm>
            <a:off x="7372350" y="1781553"/>
            <a:ext cx="4554179"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refine modeling scenarios for Ghana at the district level and define prioritization criteria for combinations of interventions</a:t>
            </a:r>
            <a:endParaRPr lang="de-CH" dirty="0">
              <a:solidFill>
                <a:schemeClr val="tx1"/>
              </a:solidFill>
            </a:endParaRPr>
          </a:p>
        </p:txBody>
      </p:sp>
      <p:pic>
        <p:nvPicPr>
          <p:cNvPr id="5" name="Picture 4"/>
          <p:cNvPicPr>
            <a:picLocks noChangeAspect="1"/>
          </p:cNvPicPr>
          <p:nvPr/>
        </p:nvPicPr>
        <p:blipFill>
          <a:blip r:embed="rId8"/>
          <a:stretch>
            <a:fillRect/>
          </a:stretch>
        </p:blipFill>
        <p:spPr>
          <a:xfrm>
            <a:off x="7088167" y="3264408"/>
            <a:ext cx="2043404" cy="3255264"/>
          </a:xfrm>
          <a:prstGeom prst="rect">
            <a:avLst/>
          </a:prstGeom>
        </p:spPr>
      </p:pic>
      <p:sp>
        <p:nvSpPr>
          <p:cNvPr id="11" name="Curved Right Arrow 10"/>
          <p:cNvSpPr/>
          <p:nvPr/>
        </p:nvSpPr>
        <p:spPr>
          <a:xfrm>
            <a:off x="6660006" y="2961208"/>
            <a:ext cx="585216" cy="941832"/>
          </a:xfrm>
          <a:prstGeom prst="curved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solidFill>
                <a:schemeClr val="tx1"/>
              </a:solidFill>
            </a:endParaRPr>
          </a:p>
        </p:txBody>
      </p:sp>
      <p:sp>
        <p:nvSpPr>
          <p:cNvPr id="13" name="TextBox 12"/>
          <p:cNvSpPr txBox="1"/>
          <p:nvPr/>
        </p:nvSpPr>
        <p:spPr>
          <a:xfrm>
            <a:off x="6837950" y="6515095"/>
            <a:ext cx="4587241" cy="307777"/>
          </a:xfrm>
          <a:prstGeom prst="rect">
            <a:avLst/>
          </a:prstGeom>
          <a:noFill/>
        </p:spPr>
        <p:txBody>
          <a:bodyPr wrap="square" rtlCol="0">
            <a:spAutoFit/>
          </a:bodyPr>
          <a:lstStyle/>
          <a:p>
            <a:r>
              <a:rPr lang="de-CH" sz="1400" dirty="0"/>
              <a:t>Source: Ghana NMESP 2024-2028</a:t>
            </a:r>
            <a:r>
              <a:rPr lang="en-US" sz="1400" i="1" dirty="0"/>
              <a:t>.</a:t>
            </a:r>
            <a:endParaRPr lang="de-CH" sz="1400" i="1" dirty="0"/>
          </a:p>
        </p:txBody>
      </p:sp>
      <p:pic>
        <p:nvPicPr>
          <p:cNvPr id="12" name="Picture 11"/>
          <p:cNvPicPr>
            <a:picLocks noChangeAspect="1"/>
          </p:cNvPicPr>
          <p:nvPr/>
        </p:nvPicPr>
        <p:blipFill>
          <a:blip r:embed="rId9"/>
          <a:stretch>
            <a:fillRect/>
          </a:stretch>
        </p:blipFill>
        <p:spPr>
          <a:xfrm>
            <a:off x="9381788" y="3535191"/>
            <a:ext cx="2705100" cy="2524125"/>
          </a:xfrm>
          <a:prstGeom prst="rect">
            <a:avLst/>
          </a:prstGeom>
        </p:spPr>
      </p:pic>
    </p:spTree>
    <p:extLst>
      <p:ext uri="{BB962C8B-B14F-4D97-AF65-F5344CB8AC3E}">
        <p14:creationId xmlns:p14="http://schemas.microsoft.com/office/powerpoint/2010/main" val="277123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a:latin typeface="+mn-lt"/>
              </a:rPr>
              <a:t>Progress Update – ACHIEVEMENTS</a:t>
            </a:r>
          </a:p>
        </p:txBody>
      </p:sp>
      <p:graphicFrame>
        <p:nvGraphicFramePr>
          <p:cNvPr id="2" name="Table 1"/>
          <p:cNvGraphicFramePr>
            <a:graphicFrameLocks noGrp="1"/>
          </p:cNvGraphicFramePr>
          <p:nvPr>
            <p:extLst>
              <p:ext uri="{D42A27DB-BD31-4B8C-83A1-F6EECF244321}">
                <p14:modId xmlns:p14="http://schemas.microsoft.com/office/powerpoint/2010/main" val="383757510"/>
              </p:ext>
            </p:extLst>
          </p:nvPr>
        </p:nvGraphicFramePr>
        <p:xfrm>
          <a:off x="1380947" y="720436"/>
          <a:ext cx="9548090" cy="5208687"/>
        </p:xfrm>
        <a:graphic>
          <a:graphicData uri="http://schemas.openxmlformats.org/drawingml/2006/table">
            <a:tbl>
              <a:tblPr firstRow="1" bandRow="1">
                <a:tableStyleId>{1FECB4D8-DB02-4DC6-A0A2-4F2EBAE1DC90}</a:tableStyleId>
              </a:tblPr>
              <a:tblGrid>
                <a:gridCol w="4774045">
                  <a:extLst>
                    <a:ext uri="{9D8B030D-6E8A-4147-A177-3AD203B41FA5}">
                      <a16:colId xmlns:a16="http://schemas.microsoft.com/office/drawing/2014/main" val="1681933380"/>
                    </a:ext>
                  </a:extLst>
                </a:gridCol>
                <a:gridCol w="4774045">
                  <a:extLst>
                    <a:ext uri="{9D8B030D-6E8A-4147-A177-3AD203B41FA5}">
                      <a16:colId xmlns:a16="http://schemas.microsoft.com/office/drawing/2014/main" val="1402814708"/>
                    </a:ext>
                  </a:extLst>
                </a:gridCol>
              </a:tblGrid>
              <a:tr h="436503">
                <a:tc>
                  <a:txBody>
                    <a:bodyPr/>
                    <a:lstStyle/>
                    <a:p>
                      <a:pPr algn="ctr"/>
                      <a:r>
                        <a:rPr lang="de-CH" dirty="0"/>
                        <a:t>ACTIVITY</a:t>
                      </a:r>
                      <a:endParaRPr lang="de-CH" b="1" dirty="0"/>
                    </a:p>
                  </a:txBody>
                  <a:tcPr/>
                </a:tc>
                <a:tc>
                  <a:txBody>
                    <a:bodyPr/>
                    <a:lstStyle/>
                    <a:p>
                      <a:pPr algn="ctr"/>
                      <a:r>
                        <a:rPr lang="de-CH" dirty="0"/>
                        <a:t>DATE</a:t>
                      </a:r>
                      <a:endParaRPr lang="de-CH" b="1" dirty="0"/>
                    </a:p>
                  </a:txBody>
                  <a:tcPr/>
                </a:tc>
                <a:extLst>
                  <a:ext uri="{0D108BD9-81ED-4DB2-BD59-A6C34878D82A}">
                    <a16:rowId xmlns:a16="http://schemas.microsoft.com/office/drawing/2014/main" val="2195506936"/>
                  </a:ext>
                </a:extLst>
              </a:tr>
              <a:tr h="436503">
                <a:tc gridSpan="2">
                  <a:txBody>
                    <a:bodyPr/>
                    <a:lstStyle/>
                    <a:p>
                      <a:pPr algn="ctr"/>
                      <a:r>
                        <a:rPr lang="de-CH" b="1" dirty="0">
                          <a:solidFill>
                            <a:srgbClr val="FF0000"/>
                          </a:solidFill>
                        </a:rPr>
                        <a:t>2024</a:t>
                      </a:r>
                    </a:p>
                  </a:txBody>
                  <a:tcPr/>
                </a:tc>
                <a:tc hMerge="1">
                  <a:txBody>
                    <a:bodyPr/>
                    <a:lstStyle/>
                    <a:p>
                      <a:pPr algn="ctr"/>
                      <a:endParaRPr lang="de-CH" dirty="0"/>
                    </a:p>
                  </a:txBody>
                  <a:tcPr/>
                </a:tc>
                <a:extLst>
                  <a:ext uri="{0D108BD9-81ED-4DB2-BD59-A6C34878D82A}">
                    <a16:rowId xmlns:a16="http://schemas.microsoft.com/office/drawing/2014/main" val="970665678"/>
                  </a:ext>
                </a:extLst>
              </a:tr>
              <a:tr h="436503">
                <a:tc>
                  <a:txBody>
                    <a:bodyPr/>
                    <a:lstStyle/>
                    <a:p>
                      <a:pPr algn="ctr"/>
                      <a:r>
                        <a:rPr lang="de-CH" dirty="0"/>
                        <a:t>COURSES (10 ECTS)</a:t>
                      </a:r>
                    </a:p>
                  </a:txBody>
                  <a:tcPr/>
                </a:tc>
                <a:tc>
                  <a:txBody>
                    <a:bodyPr/>
                    <a:lstStyle/>
                    <a:p>
                      <a:pPr algn="ctr"/>
                      <a:r>
                        <a:rPr lang="de-CH" dirty="0"/>
                        <a:t>FEBRUARY – JUNE </a:t>
                      </a:r>
                    </a:p>
                  </a:txBody>
                  <a:tcPr/>
                </a:tc>
                <a:extLst>
                  <a:ext uri="{0D108BD9-81ED-4DB2-BD59-A6C34878D82A}">
                    <a16:rowId xmlns:a16="http://schemas.microsoft.com/office/drawing/2014/main" val="4241712211"/>
                  </a:ext>
                </a:extLst>
              </a:tr>
              <a:tr h="436503">
                <a:tc>
                  <a:txBody>
                    <a:bodyPr/>
                    <a:lstStyle/>
                    <a:p>
                      <a:pPr algn="ctr"/>
                      <a:r>
                        <a:rPr lang="de-CH" dirty="0"/>
                        <a:t>OPENMALARIA TRAINING</a:t>
                      </a:r>
                    </a:p>
                  </a:txBody>
                  <a:tcPr/>
                </a:tc>
                <a:tc>
                  <a:txBody>
                    <a:bodyPr/>
                    <a:lstStyle/>
                    <a:p>
                      <a:pPr algn="ctr"/>
                      <a:r>
                        <a:rPr lang="de-CH" dirty="0"/>
                        <a:t>MAY – JULY </a:t>
                      </a:r>
                    </a:p>
                  </a:txBody>
                  <a:tcPr/>
                </a:tc>
                <a:extLst>
                  <a:ext uri="{0D108BD9-81ED-4DB2-BD59-A6C34878D82A}">
                    <a16:rowId xmlns:a16="http://schemas.microsoft.com/office/drawing/2014/main" val="2505058517"/>
                  </a:ext>
                </a:extLst>
              </a:tr>
              <a:tr h="584973">
                <a:tc>
                  <a:txBody>
                    <a:bodyPr/>
                    <a:lstStyle/>
                    <a:p>
                      <a:pPr algn="ctr"/>
                      <a:r>
                        <a:rPr lang="de-CH" dirty="0"/>
                        <a:t>PROPOSAL WRITING, PRESENTATION AND SUBMISSION </a:t>
                      </a:r>
                    </a:p>
                  </a:txBody>
                  <a:tcPr/>
                </a:tc>
                <a:tc>
                  <a:txBody>
                    <a:bodyPr/>
                    <a:lstStyle/>
                    <a:p>
                      <a:pPr algn="ctr"/>
                      <a:r>
                        <a:rPr lang="de-CH" dirty="0"/>
                        <a:t>FEBRUARY – AUGUST </a:t>
                      </a:r>
                    </a:p>
                  </a:txBody>
                  <a:tcPr/>
                </a:tc>
                <a:extLst>
                  <a:ext uri="{0D108BD9-81ED-4DB2-BD59-A6C34878D82A}">
                    <a16:rowId xmlns:a16="http://schemas.microsoft.com/office/drawing/2014/main" val="2961666755"/>
                  </a:ext>
                </a:extLst>
              </a:tr>
              <a:tr h="584973">
                <a:tc>
                  <a:txBody>
                    <a:bodyPr/>
                    <a:lstStyle/>
                    <a:p>
                      <a:pPr algn="ctr"/>
                      <a:r>
                        <a:rPr lang="de-CH" dirty="0"/>
                        <a:t>MATHEMATICAL MODELING WORKSHOP (CAPE COAST, GHANA)</a:t>
                      </a:r>
                    </a:p>
                  </a:txBody>
                  <a:tcPr/>
                </a:tc>
                <a:tc>
                  <a:txBody>
                    <a:bodyPr/>
                    <a:lstStyle/>
                    <a:p>
                      <a:pPr algn="ctr"/>
                      <a:r>
                        <a:rPr lang="de-CH" dirty="0"/>
                        <a:t>OCTOBER</a:t>
                      </a:r>
                    </a:p>
                  </a:txBody>
                  <a:tcPr/>
                </a:tc>
                <a:extLst>
                  <a:ext uri="{0D108BD9-81ED-4DB2-BD59-A6C34878D82A}">
                    <a16:rowId xmlns:a16="http://schemas.microsoft.com/office/drawing/2014/main" val="844846650"/>
                  </a:ext>
                </a:extLst>
              </a:tr>
              <a:tr h="436503">
                <a:tc gridSpan="2">
                  <a:txBody>
                    <a:bodyPr/>
                    <a:lstStyle/>
                    <a:p>
                      <a:pPr algn="ctr"/>
                      <a:r>
                        <a:rPr lang="de-CH" b="1" baseline="0" dirty="0">
                          <a:solidFill>
                            <a:srgbClr val="FF0000"/>
                          </a:solidFill>
                        </a:rPr>
                        <a:t>2025</a:t>
                      </a:r>
                    </a:p>
                  </a:txBody>
                  <a:tcPr/>
                </a:tc>
                <a:tc hMerge="1">
                  <a:txBody>
                    <a:bodyPr/>
                    <a:lstStyle/>
                    <a:p>
                      <a:pPr algn="ctr"/>
                      <a:endParaRPr lang="de-CH" baseline="0" dirty="0"/>
                    </a:p>
                  </a:txBody>
                  <a:tcPr/>
                </a:tc>
                <a:extLst>
                  <a:ext uri="{0D108BD9-81ED-4DB2-BD59-A6C34878D82A}">
                    <a16:rowId xmlns:a16="http://schemas.microsoft.com/office/drawing/2014/main" val="2995045542"/>
                  </a:ext>
                </a:extLst>
              </a:tr>
              <a:tr h="436503">
                <a:tc>
                  <a:txBody>
                    <a:bodyPr/>
                    <a:lstStyle/>
                    <a:p>
                      <a:pPr algn="ctr"/>
                      <a:r>
                        <a:rPr lang="de-CH" dirty="0"/>
                        <a:t>COURSES (4 ECTS)</a:t>
                      </a:r>
                    </a:p>
                  </a:txBody>
                  <a:tcPr/>
                </a:tc>
                <a:tc>
                  <a:txBody>
                    <a:bodyPr/>
                    <a:lstStyle/>
                    <a:p>
                      <a:pPr algn="ctr"/>
                      <a:r>
                        <a:rPr lang="de-CH" dirty="0"/>
                        <a:t>FEBRUARY – JUNE </a:t>
                      </a:r>
                    </a:p>
                  </a:txBody>
                  <a:tcPr/>
                </a:tc>
                <a:extLst>
                  <a:ext uri="{0D108BD9-81ED-4DB2-BD59-A6C34878D82A}">
                    <a16:rowId xmlns:a16="http://schemas.microsoft.com/office/drawing/2014/main" val="2908132264"/>
                  </a:ext>
                </a:extLst>
              </a:tr>
              <a:tr h="436503">
                <a:tc>
                  <a:txBody>
                    <a:bodyPr/>
                    <a:lstStyle/>
                    <a:p>
                      <a:pPr algn="ctr"/>
                      <a:r>
                        <a:rPr lang="de-CH" dirty="0"/>
                        <a:t>ASTMH ABSTRACT SUBMISSION</a:t>
                      </a:r>
                    </a:p>
                  </a:txBody>
                  <a:tcPr/>
                </a:tc>
                <a:tc>
                  <a:txBody>
                    <a:bodyPr/>
                    <a:lstStyle/>
                    <a:p>
                      <a:pPr algn="ctr"/>
                      <a:r>
                        <a:rPr lang="de-CH" dirty="0"/>
                        <a:t>APRIL</a:t>
                      </a:r>
                    </a:p>
                  </a:txBody>
                  <a:tcPr/>
                </a:tc>
                <a:extLst>
                  <a:ext uri="{0D108BD9-81ED-4DB2-BD59-A6C34878D82A}">
                    <a16:rowId xmlns:a16="http://schemas.microsoft.com/office/drawing/2014/main" val="1767118289"/>
                  </a:ext>
                </a:extLst>
              </a:tr>
              <a:tr h="436503">
                <a:tc>
                  <a:txBody>
                    <a:bodyPr/>
                    <a:lstStyle/>
                    <a:p>
                      <a:pPr algn="ctr"/>
                      <a:r>
                        <a:rPr lang="de-CH" dirty="0"/>
                        <a:t>MANUSCRIPT</a:t>
                      </a:r>
                    </a:p>
                  </a:txBody>
                  <a:tcPr/>
                </a:tc>
                <a:tc>
                  <a:txBody>
                    <a:bodyPr/>
                    <a:lstStyle/>
                    <a:p>
                      <a:pPr algn="ctr"/>
                      <a:r>
                        <a:rPr lang="de-CH" baseline="0" dirty="0"/>
                        <a:t>FEBRUARY – ONGOING  </a:t>
                      </a:r>
                    </a:p>
                  </a:txBody>
                  <a:tcPr/>
                </a:tc>
                <a:extLst>
                  <a:ext uri="{0D108BD9-81ED-4DB2-BD59-A6C34878D82A}">
                    <a16:rowId xmlns:a16="http://schemas.microsoft.com/office/drawing/2014/main" val="308333528"/>
                  </a:ext>
                </a:extLst>
              </a:tr>
              <a:tr h="436503">
                <a:tc>
                  <a:txBody>
                    <a:bodyPr/>
                    <a:lstStyle/>
                    <a:p>
                      <a:pPr algn="ctr"/>
                      <a:r>
                        <a:rPr lang="de-CH" dirty="0"/>
                        <a:t>OBJECTIVE 1</a:t>
                      </a:r>
                    </a:p>
                  </a:txBody>
                  <a:tcPr/>
                </a:tc>
                <a:tc>
                  <a:txBody>
                    <a:bodyPr/>
                    <a:lstStyle/>
                    <a:p>
                      <a:pPr algn="ctr"/>
                      <a:r>
                        <a:rPr lang="de-CH" dirty="0"/>
                        <a:t>SEPTEMBER (2024)</a:t>
                      </a:r>
                      <a:r>
                        <a:rPr lang="de-CH" baseline="0" dirty="0"/>
                        <a:t> – ONGOING </a:t>
                      </a:r>
                    </a:p>
                  </a:txBody>
                  <a:tcPr/>
                </a:tc>
                <a:extLst>
                  <a:ext uri="{0D108BD9-81ED-4DB2-BD59-A6C34878D82A}">
                    <a16:rowId xmlns:a16="http://schemas.microsoft.com/office/drawing/2014/main" val="648088732"/>
                  </a:ext>
                </a:extLst>
              </a:tr>
            </a:tbl>
          </a:graphicData>
        </a:graphic>
      </p:graphicFrame>
    </p:spTree>
    <p:extLst>
      <p:ext uri="{BB962C8B-B14F-4D97-AF65-F5344CB8AC3E}">
        <p14:creationId xmlns:p14="http://schemas.microsoft.com/office/powerpoint/2010/main" val="2935649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86338"/>
            <a:ext cx="12074013" cy="745200"/>
          </a:xfrm>
        </p:spPr>
        <p:txBody>
          <a:bodyPr/>
          <a:lstStyle/>
          <a:p>
            <a:r>
              <a:rPr lang="en-US" sz="2800" b="1" dirty="0">
                <a:latin typeface="+mn-lt"/>
              </a:rPr>
              <a:t>Progress Update – </a:t>
            </a:r>
            <a:r>
              <a:rPr lang="en-US" sz="2800" b="1" dirty="0" err="1">
                <a:latin typeface="+mn-lt"/>
              </a:rPr>
              <a:t>Timeplan</a:t>
            </a:r>
            <a:r>
              <a:rPr lang="en-US" sz="2800" b="1" dirty="0">
                <a:latin typeface="+mn-lt"/>
              </a:rPr>
              <a:t> (May 2025)</a:t>
            </a:r>
          </a:p>
        </p:txBody>
      </p:sp>
      <p:sp>
        <p:nvSpPr>
          <p:cNvPr id="12" name="Rectangle 11"/>
          <p:cNvSpPr/>
          <p:nvPr/>
        </p:nvSpPr>
        <p:spPr>
          <a:xfrm>
            <a:off x="3823855" y="2161309"/>
            <a:ext cx="203199" cy="3702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2" name="Picture 1"/>
          <p:cNvPicPr>
            <a:picLocks noChangeAspect="1"/>
          </p:cNvPicPr>
          <p:nvPr/>
        </p:nvPicPr>
        <p:blipFill>
          <a:blip r:embed="rId3"/>
          <a:stretch>
            <a:fillRect/>
          </a:stretch>
        </p:blipFill>
        <p:spPr>
          <a:xfrm>
            <a:off x="600364" y="502026"/>
            <a:ext cx="10639136" cy="5961264"/>
          </a:xfrm>
          <a:prstGeom prst="rect">
            <a:avLst/>
          </a:prstGeom>
        </p:spPr>
      </p:pic>
    </p:spTree>
    <p:extLst>
      <p:ext uri="{BB962C8B-B14F-4D97-AF65-F5344CB8AC3E}">
        <p14:creationId xmlns:p14="http://schemas.microsoft.com/office/powerpoint/2010/main" val="607249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err="1">
                <a:latin typeface="+mn-lt"/>
              </a:rPr>
              <a:t>Starting</a:t>
            </a:r>
            <a:r>
              <a:rPr lang="de-CH" sz="2800" b="1" dirty="0">
                <a:latin typeface="+mn-lt"/>
              </a:rPr>
              <a:t> </a:t>
            </a:r>
            <a:r>
              <a:rPr lang="de-CH" sz="2800" b="1" dirty="0" err="1">
                <a:latin typeface="+mn-lt"/>
              </a:rPr>
              <a:t>point</a:t>
            </a:r>
            <a:r>
              <a:rPr lang="de-CH" sz="2800" b="1" dirty="0">
                <a:latin typeface="+mn-lt"/>
              </a:rPr>
              <a:t> </a:t>
            </a:r>
            <a:endParaRPr lang="de-CH" sz="2800" dirty="0">
              <a:latin typeface="+mn-lt"/>
            </a:endParaRPr>
          </a:p>
        </p:txBody>
      </p:sp>
      <p:sp>
        <p:nvSpPr>
          <p:cNvPr id="2" name="TextBox 1"/>
          <p:cNvSpPr txBox="1"/>
          <p:nvPr/>
        </p:nvSpPr>
        <p:spPr>
          <a:xfrm>
            <a:off x="177224" y="794329"/>
            <a:ext cx="4924165" cy="5632311"/>
          </a:xfrm>
          <a:prstGeom prst="rect">
            <a:avLst/>
          </a:prstGeom>
          <a:noFill/>
        </p:spPr>
        <p:txBody>
          <a:bodyPr wrap="square" rtlCol="0">
            <a:spAutoFit/>
          </a:bodyPr>
          <a:lstStyle/>
          <a:p>
            <a:r>
              <a:rPr lang="de-CH" sz="2000" dirty="0">
                <a:latin typeface="Arial" panose="020B0604020202020204" pitchFamily="34" charset="0"/>
                <a:cs typeface="Arial" panose="020B0604020202020204" pitchFamily="34" charset="0"/>
              </a:rPr>
              <a:t>Intervention Impact Analysis </a:t>
            </a:r>
            <a:r>
              <a:rPr lang="de-CH" sz="2000" dirty="0" err="1">
                <a:latin typeface="Arial" panose="020B0604020202020204" pitchFamily="34" charset="0"/>
                <a:cs typeface="Arial" panose="020B0604020202020204" pitchFamily="34" charset="0"/>
              </a:rPr>
              <a:t>for</a:t>
            </a:r>
            <a:r>
              <a:rPr lang="de-CH" sz="2000" dirty="0">
                <a:latin typeface="Arial" panose="020B0604020202020204" pitchFamily="34" charset="0"/>
                <a:cs typeface="Arial" panose="020B0604020202020204" pitchFamily="34" charset="0"/>
              </a:rPr>
              <a:t> </a:t>
            </a:r>
            <a:r>
              <a:rPr lang="de-CH" sz="2000" dirty="0" err="1">
                <a:latin typeface="Arial" panose="020B0604020202020204" pitchFamily="34" charset="0"/>
                <a:cs typeface="Arial" panose="020B0604020202020204" pitchFamily="34" charset="0"/>
              </a:rPr>
              <a:t>the</a:t>
            </a:r>
            <a:r>
              <a:rPr lang="de-CH" sz="2000" dirty="0">
                <a:latin typeface="Arial" panose="020B0604020202020204" pitchFamily="34" charset="0"/>
                <a:cs typeface="Arial" panose="020B0604020202020204" pitchFamily="34" charset="0"/>
              </a:rPr>
              <a:t> Ghana NMEP – 2023 </a:t>
            </a:r>
          </a:p>
          <a:p>
            <a:endParaRPr lang="de-CH"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The updated NSP is comprised of a detailed county-level intervention stratification plan. </a:t>
            </a:r>
          </a:p>
          <a:p>
            <a:pPr marL="285750" indent="-285750">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To evaluate the impact of each intervention, </a:t>
            </a:r>
            <a:r>
              <a:rPr lang="en-GB" sz="2000" dirty="0" err="1">
                <a:latin typeface="Arial" panose="020B0604020202020204" pitchFamily="34" charset="0"/>
                <a:cs typeface="Arial" panose="020B0604020202020204" pitchFamily="34" charset="0"/>
              </a:rPr>
              <a:t>OpenMalaria</a:t>
            </a:r>
            <a:r>
              <a:rPr lang="en-GB" sz="2000" dirty="0">
                <a:latin typeface="Arial" panose="020B0604020202020204" pitchFamily="34" charset="0"/>
                <a:cs typeface="Arial" panose="020B0604020202020204" pitchFamily="34" charset="0"/>
              </a:rPr>
              <a:t> was used to model a counterfactual case, where a particular intervention is removed and compared to the full NSP. </a:t>
            </a:r>
          </a:p>
          <a:p>
            <a:endParaRPr lang="en-GB"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de-DE" sz="2000" dirty="0">
                <a:latin typeface="Arial" panose="020B0604020202020204" pitchFamily="34" charset="0"/>
                <a:ea typeface="Times New Roman" panose="02020603050405020304" pitchFamily="18" charset="0"/>
                <a:cs typeface="Arial" panose="020B0604020202020204" pitchFamily="34" charset="0"/>
              </a:rPr>
              <a:t>The analysis suggested that </a:t>
            </a:r>
            <a:r>
              <a:rPr lang="en-GB" altLang="de-DE" sz="2000" b="1" dirty="0">
                <a:latin typeface="Arial" panose="020B0604020202020204" pitchFamily="34" charset="0"/>
                <a:ea typeface="Times New Roman" panose="02020603050405020304" pitchFamily="18" charset="0"/>
                <a:cs typeface="Arial" panose="020B0604020202020204" pitchFamily="34" charset="0"/>
              </a:rPr>
              <a:t>under-5-year-olds benefit the most from interventions</a:t>
            </a:r>
            <a:r>
              <a:rPr lang="en-GB" altLang="de-DE" sz="2000" dirty="0">
                <a:latin typeface="Arial" panose="020B0604020202020204" pitchFamily="34" charset="0"/>
                <a:ea typeface="Times New Roman" panose="02020603050405020304" pitchFamily="18" charset="0"/>
                <a:cs typeface="Arial" panose="020B0604020202020204" pitchFamily="34" charset="0"/>
              </a:rPr>
              <a:t>,</a:t>
            </a:r>
            <a:r>
              <a:rPr lang="en-GB" altLang="de-DE" sz="2000" u="sng" dirty="0">
                <a:solidFill>
                  <a:srgbClr val="008080"/>
                </a:solidFill>
                <a:latin typeface="Arial" panose="020B0604020202020204" pitchFamily="34" charset="0"/>
                <a:ea typeface="Times New Roman" panose="02020603050405020304" pitchFamily="18" charset="0"/>
                <a:cs typeface="Arial" panose="020B0604020202020204" pitchFamily="34" charset="0"/>
              </a:rPr>
              <a:t> </a:t>
            </a:r>
            <a:r>
              <a:rPr lang="en-GB" altLang="de-DE" sz="2000" dirty="0">
                <a:latin typeface="Arial" panose="020B0604020202020204" pitchFamily="34" charset="0"/>
                <a:ea typeface="Times New Roman" panose="02020603050405020304" pitchFamily="18" charset="0"/>
                <a:cs typeface="Arial" panose="020B0604020202020204" pitchFamily="34" charset="0"/>
              </a:rPr>
              <a:t>especially from SMC and vaccine, but also from general vector control measure.</a:t>
            </a:r>
            <a:endParaRPr lang="de-CH" sz="2000" dirty="0">
              <a:latin typeface="Arial" panose="020B0604020202020204" pitchFamily="34" charset="0"/>
              <a:cs typeface="Arial" panose="020B0604020202020204" pitchFamily="34" charset="0"/>
            </a:endParaRPr>
          </a:p>
        </p:txBody>
      </p:sp>
      <p:pic>
        <p:nvPicPr>
          <p:cNvPr id="5" name="Picture 4"/>
          <p:cNvPicPr/>
          <p:nvPr/>
        </p:nvPicPr>
        <p:blipFill>
          <a:blip r:embed="rId3"/>
          <a:stretch/>
        </p:blipFill>
        <p:spPr bwMode="auto">
          <a:xfrm>
            <a:off x="5467149" y="794329"/>
            <a:ext cx="6631807" cy="4835012"/>
          </a:xfrm>
          <a:prstGeom prst="rect">
            <a:avLst/>
          </a:prstGeom>
        </p:spPr>
      </p:pic>
    </p:spTree>
    <p:extLst>
      <p:ext uri="{BB962C8B-B14F-4D97-AF65-F5344CB8AC3E}">
        <p14:creationId xmlns:p14="http://schemas.microsoft.com/office/powerpoint/2010/main" val="1031844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83127" y="110836"/>
            <a:ext cx="11933382" cy="840509"/>
          </a:xfrm>
        </p:spPr>
        <p:txBody>
          <a:bodyPr/>
          <a:lstStyle/>
          <a:p>
            <a:r>
              <a:rPr lang="de-CH" sz="2800" dirty="0">
                <a:latin typeface="+mn-lt"/>
              </a:rPr>
              <a:t>Global </a:t>
            </a:r>
            <a:r>
              <a:rPr lang="de-CH" sz="2800" dirty="0" err="1">
                <a:latin typeface="+mn-lt"/>
              </a:rPr>
              <a:t>Sensitivity</a:t>
            </a:r>
            <a:r>
              <a:rPr lang="de-CH" sz="2800" dirty="0">
                <a:latin typeface="+mn-lt"/>
              </a:rPr>
              <a:t> – </a:t>
            </a:r>
            <a:r>
              <a:rPr lang="de-CH" sz="2800" dirty="0" err="1">
                <a:latin typeface="+mn-lt"/>
              </a:rPr>
              <a:t>varied</a:t>
            </a:r>
            <a:r>
              <a:rPr lang="de-CH" sz="2800" dirty="0">
                <a:latin typeface="+mn-lt"/>
              </a:rPr>
              <a:t> intervention </a:t>
            </a:r>
            <a:r>
              <a:rPr lang="de-CH" sz="2800" dirty="0" err="1">
                <a:latin typeface="+mn-lt"/>
              </a:rPr>
              <a:t>coverage</a:t>
            </a:r>
            <a:r>
              <a:rPr lang="de-CH" sz="2800" dirty="0">
                <a:latin typeface="+mn-lt"/>
              </a:rPr>
              <a:t> </a:t>
            </a:r>
            <a:r>
              <a:rPr lang="de-CH" sz="2800" dirty="0" err="1">
                <a:latin typeface="+mn-lt"/>
              </a:rPr>
              <a:t>levels</a:t>
            </a:r>
            <a:r>
              <a:rPr lang="de-CH" sz="2800" dirty="0">
                <a:latin typeface="+mn-lt"/>
              </a:rPr>
              <a:t> </a:t>
            </a:r>
            <a:r>
              <a:rPr lang="de-CH" sz="2800" dirty="0" err="1">
                <a:latin typeface="+mn-lt"/>
              </a:rPr>
              <a:t>to</a:t>
            </a:r>
            <a:r>
              <a:rPr lang="de-CH" sz="2800" dirty="0">
                <a:latin typeface="+mn-lt"/>
              </a:rPr>
              <a:t> </a:t>
            </a:r>
            <a:r>
              <a:rPr lang="de-CH" sz="2800" dirty="0" err="1">
                <a:latin typeface="+mn-lt"/>
              </a:rPr>
              <a:t>identify</a:t>
            </a:r>
            <a:r>
              <a:rPr lang="de-CH" sz="2800" dirty="0">
                <a:latin typeface="+mn-lt"/>
              </a:rPr>
              <a:t> </a:t>
            </a:r>
            <a:r>
              <a:rPr lang="de-CH" sz="2800" dirty="0" err="1">
                <a:latin typeface="+mn-lt"/>
              </a:rPr>
              <a:t>drivers</a:t>
            </a:r>
            <a:r>
              <a:rPr lang="de-CH" sz="2800" dirty="0">
                <a:latin typeface="+mn-lt"/>
              </a:rPr>
              <a:t> </a:t>
            </a:r>
            <a:r>
              <a:rPr lang="de-CH" sz="2800" dirty="0" err="1">
                <a:latin typeface="+mn-lt"/>
              </a:rPr>
              <a:t>of</a:t>
            </a:r>
            <a:r>
              <a:rPr lang="de-CH" sz="2800" dirty="0">
                <a:latin typeface="+mn-lt"/>
              </a:rPr>
              <a:t> </a:t>
            </a:r>
            <a:r>
              <a:rPr lang="de-CH" sz="2800" dirty="0" err="1">
                <a:latin typeface="+mn-lt"/>
              </a:rPr>
              <a:t>impact</a:t>
            </a:r>
            <a:r>
              <a:rPr lang="de-CH" sz="2800" dirty="0">
                <a:latin typeface="+mn-lt"/>
              </a:rPr>
              <a:t> </a:t>
            </a:r>
            <a:r>
              <a:rPr lang="de-CH" sz="2800" dirty="0" err="1">
                <a:latin typeface="+mn-lt"/>
              </a:rPr>
              <a:t>within</a:t>
            </a:r>
            <a:r>
              <a:rPr lang="de-CH" sz="2800" dirty="0">
                <a:latin typeface="+mn-lt"/>
              </a:rPr>
              <a:t> </a:t>
            </a:r>
            <a:r>
              <a:rPr lang="de-CH" sz="2800" dirty="0" err="1">
                <a:latin typeface="+mn-lt"/>
              </a:rPr>
              <a:t>settings</a:t>
            </a:r>
            <a:r>
              <a:rPr lang="de-CH" sz="2800" dirty="0">
                <a:latin typeface="+mn-lt"/>
              </a:rPr>
              <a:t> </a:t>
            </a:r>
            <a:r>
              <a:rPr lang="de-CH" sz="2800" dirty="0" err="1">
                <a:latin typeface="+mn-lt"/>
              </a:rPr>
              <a:t>and</a:t>
            </a:r>
            <a:r>
              <a:rPr lang="de-CH" sz="2800" dirty="0">
                <a:latin typeface="+mn-lt"/>
              </a:rPr>
              <a:t> </a:t>
            </a:r>
            <a:r>
              <a:rPr lang="de-CH" sz="2800" dirty="0" err="1">
                <a:latin typeface="+mn-lt"/>
              </a:rPr>
              <a:t>districts</a:t>
            </a:r>
            <a:endParaRPr lang="de-CH" sz="2800" dirty="0">
              <a:latin typeface="+mn-lt"/>
            </a:endParaRPr>
          </a:p>
        </p:txBody>
      </p:sp>
      <p:sp>
        <p:nvSpPr>
          <p:cNvPr id="2" name="TextBox 1"/>
          <p:cNvSpPr txBox="1"/>
          <p:nvPr/>
        </p:nvSpPr>
        <p:spPr>
          <a:xfrm>
            <a:off x="83126" y="1025238"/>
            <a:ext cx="12108873" cy="397031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de-CH" sz="2400" dirty="0">
                <a:latin typeface="Arial" panose="020B0604020202020204" pitchFamily="34" charset="0"/>
                <a:cs typeface="Arial" panose="020B0604020202020204" pitchFamily="34" charset="0"/>
              </a:rPr>
              <a:t>Focus was </a:t>
            </a:r>
            <a:r>
              <a:rPr lang="de-CH" sz="2400" dirty="0" err="1">
                <a:latin typeface="Arial" panose="020B0604020202020204" pitchFamily="34" charset="0"/>
                <a:cs typeface="Arial" panose="020B0604020202020204" pitchFamily="34" charset="0"/>
              </a:rPr>
              <a:t>placed</a:t>
            </a:r>
            <a:r>
              <a:rPr lang="de-CH" sz="2400" dirty="0">
                <a:latin typeface="Arial" panose="020B0604020202020204" pitchFamily="34" charset="0"/>
                <a:cs typeface="Arial" panose="020B0604020202020204" pitchFamily="34" charset="0"/>
              </a:rPr>
              <a:t> on </a:t>
            </a:r>
            <a:r>
              <a:rPr lang="de-CH" sz="2400" dirty="0" err="1">
                <a:latin typeface="Arial" panose="020B0604020202020204" pitchFamily="34" charset="0"/>
                <a:cs typeface="Arial" panose="020B0604020202020204" pitchFamily="34" charset="0"/>
              </a:rPr>
              <a:t>the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four</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main</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malaria</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interventions</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with</a:t>
            </a:r>
            <a:r>
              <a:rPr lang="de-CH" sz="2400" dirty="0">
                <a:latin typeface="Arial" panose="020B0604020202020204" pitchFamily="34" charset="0"/>
                <a:cs typeface="Arial" panose="020B0604020202020204" pitchFamily="34" charset="0"/>
              </a:rPr>
              <a:t> high in </a:t>
            </a:r>
            <a:r>
              <a:rPr lang="en-GB" altLang="de-DE" sz="2400" dirty="0">
                <a:latin typeface="Arial" panose="020B0604020202020204" pitchFamily="34" charset="0"/>
                <a:ea typeface="Times New Roman" panose="02020603050405020304" pitchFamily="18" charset="0"/>
                <a:cs typeface="Arial" panose="020B0604020202020204" pitchFamily="34" charset="0"/>
              </a:rPr>
              <a:t>under-5-year-olds</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for</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the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sensitivity</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analysis</a:t>
            </a:r>
            <a:endParaRPr lang="de-CH" sz="2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CH" sz="2400" dirty="0" err="1">
                <a:latin typeface="Arial" panose="020B0604020202020204" pitchFamily="34" charset="0"/>
                <a:cs typeface="Arial" panose="020B0604020202020204" pitchFamily="34" charset="0"/>
              </a:rPr>
              <a:t>Adapted</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the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OpenMalaria</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workflow</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to</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accommodate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the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varied</a:t>
            </a:r>
            <a:r>
              <a:rPr lang="de-CH" sz="2400" dirty="0">
                <a:latin typeface="Arial" panose="020B0604020202020204" pitchFamily="34" charset="0"/>
                <a:cs typeface="Arial" panose="020B0604020202020204" pitchFamily="34" charset="0"/>
              </a:rPr>
              <a:t> intervention </a:t>
            </a:r>
            <a:r>
              <a:rPr lang="de-CH" sz="2400" dirty="0" err="1">
                <a:latin typeface="Arial" panose="020B0604020202020204" pitchFamily="34" charset="0"/>
                <a:cs typeface="Arial" panose="020B0604020202020204" pitchFamily="34" charset="0"/>
              </a:rPr>
              <a:t>coverages</a:t>
            </a:r>
            <a:endParaRPr lang="de-CH" sz="2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CH" sz="2400" dirty="0" err="1">
                <a:latin typeface="Arial" panose="020B0604020202020204" pitchFamily="34" charset="0"/>
                <a:cs typeface="Arial" panose="020B0604020202020204" pitchFamily="34" charset="0"/>
              </a:rPr>
              <a:t>Used</a:t>
            </a:r>
            <a:r>
              <a:rPr lang="de-CH" sz="2400" dirty="0">
                <a:latin typeface="Arial" panose="020B0604020202020204" pitchFamily="34" charset="0"/>
                <a:cs typeface="Arial" panose="020B0604020202020204" pitchFamily="34" charset="0"/>
              </a:rPr>
              <a:t> Sobol’ </a:t>
            </a:r>
            <a:r>
              <a:rPr lang="de-CH" sz="2400" dirty="0" err="1">
                <a:latin typeface="Arial" panose="020B0604020202020204" pitchFamily="34" charset="0"/>
                <a:cs typeface="Arial" panose="020B0604020202020204" pitchFamily="34" charset="0"/>
              </a:rPr>
              <a:t>sensitivity</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method</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to</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obtain</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first</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order</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indices</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as</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well</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as</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interactions</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between</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interventions</a:t>
            </a:r>
            <a:endParaRPr lang="de-CH" sz="2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CH" sz="2400" dirty="0" err="1">
                <a:latin typeface="Arial" panose="020B0604020202020204" pitchFamily="34" charset="0"/>
                <a:cs typeface="Arial" panose="020B0604020202020204" pitchFamily="34" charset="0"/>
              </a:rPr>
              <a:t>Realistic</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coverage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ranges</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were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chosen</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around</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the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actual</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coverage</a:t>
            </a:r>
            <a:r>
              <a:rPr lang="de-CH" sz="2400" dirty="0">
                <a:latin typeface="Arial" panose="020B0604020202020204" pitchFamily="34" charset="0"/>
                <a:cs typeface="Arial" panose="020B0604020202020204" pitchFamily="34" charset="0"/>
              </a:rPr>
              <a:t> </a:t>
            </a:r>
            <a:r>
              <a:rPr lang="de-CH" sz="2400" dirty="0" err="1">
                <a:latin typeface="Arial" panose="020B0604020202020204" pitchFamily="34" charset="0"/>
                <a:cs typeface="Arial" panose="020B0604020202020204" pitchFamily="34" charset="0"/>
              </a:rPr>
              <a:t>levels</a:t>
            </a:r>
            <a:endParaRPr lang="de-CH" sz="2400" dirty="0">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607222180"/>
              </p:ext>
            </p:extLst>
          </p:nvPr>
        </p:nvGraphicFramePr>
        <p:xfrm>
          <a:off x="3709526" y="5214022"/>
          <a:ext cx="5511477" cy="1280859"/>
        </p:xfrm>
        <a:graphic>
          <a:graphicData uri="http://schemas.openxmlformats.org/drawingml/2006/table">
            <a:tbl>
              <a:tblPr>
                <a:tableStyleId>{5C22544A-7EE6-4342-B048-85BDC9FD1C3A}</a:tableStyleId>
              </a:tblPr>
              <a:tblGrid>
                <a:gridCol w="3285501">
                  <a:extLst>
                    <a:ext uri="{9D8B030D-6E8A-4147-A177-3AD203B41FA5}">
                      <a16:colId xmlns:a16="http://schemas.microsoft.com/office/drawing/2014/main" val="2208699958"/>
                    </a:ext>
                  </a:extLst>
                </a:gridCol>
                <a:gridCol w="2225976">
                  <a:extLst>
                    <a:ext uri="{9D8B030D-6E8A-4147-A177-3AD203B41FA5}">
                      <a16:colId xmlns:a16="http://schemas.microsoft.com/office/drawing/2014/main" val="815411885"/>
                    </a:ext>
                  </a:extLst>
                </a:gridCol>
              </a:tblGrid>
              <a:tr h="855856">
                <a:tc>
                  <a:txBody>
                    <a:bodyPr/>
                    <a:lstStyle/>
                    <a:p>
                      <a:pPr marL="342900" lvl="0" indent="-342900">
                        <a:lnSpc>
                          <a:spcPct val="107000"/>
                        </a:lnSpc>
                        <a:spcAft>
                          <a:spcPts val="0"/>
                        </a:spcAft>
                        <a:buFont typeface="+mj-lt"/>
                        <a:buAutoNum type="arabicPeriod"/>
                        <a:tabLst>
                          <a:tab pos="540385" algn="l"/>
                        </a:tabLst>
                      </a:pPr>
                      <a:r>
                        <a:rPr lang="de-CH" sz="2000" u="none" strike="noStrike" dirty="0">
                          <a:effectLst/>
                          <a:latin typeface="Arial" panose="020B0604020202020204" pitchFamily="34" charset="0"/>
                          <a:cs typeface="Arial" panose="020B0604020202020204" pitchFamily="34" charset="0"/>
                        </a:rPr>
                        <a:t>LLIN </a:t>
                      </a:r>
                      <a:r>
                        <a:rPr lang="de-CH" sz="2000" u="none" strike="noStrike" dirty="0" err="1">
                          <a:effectLst/>
                          <a:latin typeface="Arial" panose="020B0604020202020204" pitchFamily="34" charset="0"/>
                          <a:cs typeface="Arial" panose="020B0604020202020204" pitchFamily="34" charset="0"/>
                        </a:rPr>
                        <a:t>coverage</a:t>
                      </a:r>
                      <a:r>
                        <a:rPr lang="de-CH" sz="2000" u="none" strike="noStrike" dirty="0">
                          <a:effectLst/>
                          <a:latin typeface="Arial" panose="020B0604020202020204" pitchFamily="34" charset="0"/>
                          <a:cs typeface="Arial" panose="020B0604020202020204" pitchFamily="34" charset="0"/>
                        </a:rPr>
                        <a:t> </a:t>
                      </a:r>
                      <a:r>
                        <a:rPr lang="de-CH" sz="2000" u="none" strike="noStrike" dirty="0" err="1">
                          <a:effectLst/>
                          <a:latin typeface="Arial" panose="020B0604020202020204" pitchFamily="34" charset="0"/>
                          <a:cs typeface="Arial" panose="020B0604020202020204" pitchFamily="34" charset="0"/>
                        </a:rPr>
                        <a:t>range</a:t>
                      </a:r>
                      <a:endParaRPr lang="de-CH" sz="2000" u="none" strike="noStrike" dirty="0">
                        <a:effectLst/>
                        <a:latin typeface="Arial" panose="020B0604020202020204" pitchFamily="34" charset="0"/>
                        <a:cs typeface="Arial" panose="020B0604020202020204" pitchFamily="34" charset="0"/>
                      </a:endParaRPr>
                    </a:p>
                    <a:p>
                      <a:pPr marL="342900" lvl="0" indent="-342900">
                        <a:lnSpc>
                          <a:spcPct val="107000"/>
                        </a:lnSpc>
                        <a:spcAft>
                          <a:spcPts val="0"/>
                        </a:spcAft>
                        <a:buFont typeface="+mj-lt"/>
                        <a:buAutoNum type="arabicPeriod"/>
                        <a:tabLst>
                          <a:tab pos="540385" algn="l"/>
                        </a:tabLst>
                      </a:pPr>
                      <a:r>
                        <a:rPr lang="de-CH" sz="2000" u="none" strike="noStrike" dirty="0">
                          <a:effectLst/>
                          <a:latin typeface="Arial" panose="020B0604020202020204" pitchFamily="34" charset="0"/>
                          <a:cs typeface="Arial" panose="020B0604020202020204" pitchFamily="34" charset="0"/>
                        </a:rPr>
                        <a:t>IRS </a:t>
                      </a:r>
                      <a:r>
                        <a:rPr lang="de-CH" sz="2000" u="none" strike="noStrike" dirty="0" err="1">
                          <a:effectLst/>
                          <a:latin typeface="Arial" panose="020B0604020202020204" pitchFamily="34" charset="0"/>
                          <a:cs typeface="Arial" panose="020B0604020202020204" pitchFamily="34" charset="0"/>
                        </a:rPr>
                        <a:t>coverage</a:t>
                      </a:r>
                      <a:r>
                        <a:rPr lang="de-CH" sz="2000" u="none" strike="noStrike" dirty="0">
                          <a:effectLst/>
                          <a:latin typeface="Arial" panose="020B0604020202020204" pitchFamily="34" charset="0"/>
                          <a:cs typeface="Arial" panose="020B0604020202020204" pitchFamily="34" charset="0"/>
                        </a:rPr>
                        <a:t> </a:t>
                      </a:r>
                      <a:r>
                        <a:rPr lang="de-CH" sz="2000" u="none" strike="noStrike" dirty="0" err="1">
                          <a:effectLst/>
                          <a:latin typeface="Arial" panose="020B0604020202020204" pitchFamily="34" charset="0"/>
                          <a:cs typeface="Arial" panose="020B0604020202020204" pitchFamily="34" charset="0"/>
                        </a:rPr>
                        <a:t>range</a:t>
                      </a:r>
                      <a:endParaRPr lang="de-CH" sz="2000" u="none" strike="noStrike" dirty="0">
                        <a:effectLst/>
                        <a:latin typeface="Arial" panose="020B0604020202020204" pitchFamily="34" charset="0"/>
                        <a:cs typeface="Arial" panose="020B0604020202020204" pitchFamily="34" charset="0"/>
                      </a:endParaRPr>
                    </a:p>
                    <a:p>
                      <a:pPr marL="342900" lvl="0" indent="-342900">
                        <a:lnSpc>
                          <a:spcPct val="107000"/>
                        </a:lnSpc>
                        <a:spcAft>
                          <a:spcPts val="0"/>
                        </a:spcAft>
                        <a:buFont typeface="+mj-lt"/>
                        <a:buAutoNum type="arabicPeriod"/>
                        <a:tabLst>
                          <a:tab pos="540385" algn="l"/>
                        </a:tabLst>
                      </a:pPr>
                      <a:r>
                        <a:rPr lang="de-CH" sz="2000" u="none" strike="noStrike" dirty="0">
                          <a:effectLst/>
                          <a:latin typeface="Arial" panose="020B0604020202020204" pitchFamily="34" charset="0"/>
                          <a:cs typeface="Arial" panose="020B0604020202020204" pitchFamily="34" charset="0"/>
                        </a:rPr>
                        <a:t>SMC </a:t>
                      </a:r>
                      <a:r>
                        <a:rPr lang="de-CH" sz="2000" u="none" strike="noStrike" dirty="0" err="1">
                          <a:effectLst/>
                          <a:latin typeface="Arial" panose="020B0604020202020204" pitchFamily="34" charset="0"/>
                          <a:cs typeface="Arial" panose="020B0604020202020204" pitchFamily="34" charset="0"/>
                        </a:rPr>
                        <a:t>coverage</a:t>
                      </a:r>
                      <a:r>
                        <a:rPr lang="de-CH" sz="2000" u="none" strike="noStrike" dirty="0">
                          <a:effectLst/>
                          <a:latin typeface="Arial" panose="020B0604020202020204" pitchFamily="34" charset="0"/>
                          <a:cs typeface="Arial" panose="020B0604020202020204" pitchFamily="34" charset="0"/>
                        </a:rPr>
                        <a:t> </a:t>
                      </a:r>
                      <a:r>
                        <a:rPr lang="de-CH" sz="2000" u="none" strike="noStrike" dirty="0" err="1">
                          <a:effectLst/>
                          <a:latin typeface="Arial" panose="020B0604020202020204" pitchFamily="34" charset="0"/>
                          <a:cs typeface="Arial" panose="020B0604020202020204" pitchFamily="34" charset="0"/>
                        </a:rPr>
                        <a:t>range</a:t>
                      </a:r>
                      <a:endParaRPr lang="de-CH" sz="2000" u="none" strike="noStrike" dirty="0">
                        <a:effectLst/>
                        <a:latin typeface="Arial" panose="020B0604020202020204" pitchFamily="34" charset="0"/>
                        <a:cs typeface="Arial" panose="020B0604020202020204" pitchFamily="34" charset="0"/>
                      </a:endParaRPr>
                    </a:p>
                    <a:p>
                      <a:pPr marL="342900" lvl="0" indent="-342900">
                        <a:lnSpc>
                          <a:spcPct val="107000"/>
                        </a:lnSpc>
                        <a:spcAft>
                          <a:spcPts val="0"/>
                        </a:spcAft>
                        <a:buFont typeface="+mj-lt"/>
                        <a:buAutoNum type="arabicPeriod"/>
                        <a:tabLst>
                          <a:tab pos="540385" algn="l"/>
                        </a:tabLst>
                      </a:pPr>
                      <a:r>
                        <a:rPr lang="de-CH" sz="2000" u="none" strike="noStrike" dirty="0" err="1">
                          <a:effectLst/>
                          <a:latin typeface="Arial" panose="020B0604020202020204" pitchFamily="34" charset="0"/>
                          <a:cs typeface="Arial" panose="020B0604020202020204" pitchFamily="34" charset="0"/>
                        </a:rPr>
                        <a:t>Vaccine</a:t>
                      </a:r>
                      <a:r>
                        <a:rPr lang="de-CH" sz="2000" u="none" strike="noStrike" dirty="0">
                          <a:effectLst/>
                          <a:latin typeface="Arial" panose="020B0604020202020204" pitchFamily="34" charset="0"/>
                          <a:cs typeface="Arial" panose="020B0604020202020204" pitchFamily="34" charset="0"/>
                        </a:rPr>
                        <a:t> </a:t>
                      </a:r>
                      <a:r>
                        <a:rPr lang="de-CH" sz="2000" u="none" strike="noStrike" dirty="0" err="1">
                          <a:effectLst/>
                          <a:latin typeface="Arial" panose="020B0604020202020204" pitchFamily="34" charset="0"/>
                          <a:cs typeface="Arial" panose="020B0604020202020204" pitchFamily="34" charset="0"/>
                        </a:rPr>
                        <a:t>coverage</a:t>
                      </a:r>
                      <a:r>
                        <a:rPr lang="de-CH" sz="2000" u="none" strike="noStrike" dirty="0">
                          <a:effectLst/>
                          <a:latin typeface="Arial" panose="020B0604020202020204" pitchFamily="34" charset="0"/>
                          <a:cs typeface="Arial" panose="020B0604020202020204" pitchFamily="34" charset="0"/>
                        </a:rPr>
                        <a:t> </a:t>
                      </a:r>
                      <a:r>
                        <a:rPr lang="de-CH" sz="2000" u="none" strike="noStrike" dirty="0" err="1">
                          <a:effectLst/>
                          <a:latin typeface="Arial" panose="020B0604020202020204" pitchFamily="34" charset="0"/>
                          <a:cs typeface="Arial" panose="020B0604020202020204" pitchFamily="34" charset="0"/>
                        </a:rPr>
                        <a:t>range</a:t>
                      </a:r>
                      <a:endParaRPr lang="de-CH" sz="2000" u="none" strike="noStrike" dirty="0">
                        <a:effectLst/>
                        <a:latin typeface="Arial" panose="020B0604020202020204" pitchFamily="34" charset="0"/>
                        <a:cs typeface="Arial" panose="020B0604020202020204" pitchFamily="34" charset="0"/>
                      </a:endParaRPr>
                    </a:p>
                  </a:txBody>
                  <a:tcPr marL="0" marR="0" marT="0" marB="0"/>
                </a:tc>
                <a:tc>
                  <a:txBody>
                    <a:bodyPr/>
                    <a:lstStyle/>
                    <a:p>
                      <a:pPr marL="457200">
                        <a:lnSpc>
                          <a:spcPct val="107000"/>
                        </a:lnSpc>
                        <a:spcAft>
                          <a:spcPts val="0"/>
                        </a:spcAft>
                        <a:tabLst>
                          <a:tab pos="540385" algn="l"/>
                        </a:tabLst>
                      </a:pPr>
                      <a:r>
                        <a:rPr lang="en-US" sz="2000" dirty="0">
                          <a:effectLst/>
                          <a:latin typeface="Arial" panose="020B0604020202020204" pitchFamily="34" charset="0"/>
                          <a:cs typeface="Arial" panose="020B0604020202020204" pitchFamily="34" charset="0"/>
                        </a:rPr>
                        <a:t>(0.2,1)</a:t>
                      </a:r>
                      <a:endParaRPr lang="de-CH" sz="2000" dirty="0">
                        <a:effectLst/>
                        <a:latin typeface="Arial" panose="020B0604020202020204" pitchFamily="34" charset="0"/>
                        <a:cs typeface="Arial" panose="020B0604020202020204" pitchFamily="34" charset="0"/>
                      </a:endParaRPr>
                    </a:p>
                    <a:p>
                      <a:pPr marL="457200">
                        <a:lnSpc>
                          <a:spcPct val="107000"/>
                        </a:lnSpc>
                        <a:spcAft>
                          <a:spcPts val="0"/>
                        </a:spcAft>
                        <a:tabLst>
                          <a:tab pos="540385" algn="l"/>
                        </a:tabLst>
                      </a:pPr>
                      <a:r>
                        <a:rPr lang="en-US" sz="2000" dirty="0">
                          <a:effectLst/>
                          <a:latin typeface="Arial" panose="020B0604020202020204" pitchFamily="34" charset="0"/>
                          <a:cs typeface="Arial" panose="020B0604020202020204" pitchFamily="34" charset="0"/>
                        </a:rPr>
                        <a:t>(0.4,1)</a:t>
                      </a:r>
                      <a:endParaRPr lang="de-CH" sz="2000" dirty="0">
                        <a:effectLst/>
                        <a:latin typeface="Arial" panose="020B0604020202020204" pitchFamily="34" charset="0"/>
                        <a:cs typeface="Arial" panose="020B0604020202020204" pitchFamily="34" charset="0"/>
                      </a:endParaRPr>
                    </a:p>
                    <a:p>
                      <a:pPr marL="457200">
                        <a:lnSpc>
                          <a:spcPct val="107000"/>
                        </a:lnSpc>
                        <a:spcAft>
                          <a:spcPts val="0"/>
                        </a:spcAft>
                        <a:tabLst>
                          <a:tab pos="540385" algn="l"/>
                        </a:tabLst>
                      </a:pPr>
                      <a:r>
                        <a:rPr lang="en-US" sz="2000" dirty="0">
                          <a:effectLst/>
                          <a:latin typeface="Arial" panose="020B0604020202020204" pitchFamily="34" charset="0"/>
                          <a:cs typeface="Arial" panose="020B0604020202020204" pitchFamily="34" charset="0"/>
                        </a:rPr>
                        <a:t>(0.2,1)</a:t>
                      </a:r>
                      <a:endParaRPr lang="de-CH" sz="2000" dirty="0">
                        <a:effectLst/>
                        <a:latin typeface="Arial" panose="020B0604020202020204" pitchFamily="34" charset="0"/>
                        <a:cs typeface="Arial" panose="020B0604020202020204" pitchFamily="34" charset="0"/>
                      </a:endParaRPr>
                    </a:p>
                    <a:p>
                      <a:pPr marL="457200">
                        <a:lnSpc>
                          <a:spcPct val="107000"/>
                        </a:lnSpc>
                        <a:spcAft>
                          <a:spcPts val="0"/>
                        </a:spcAft>
                        <a:tabLst>
                          <a:tab pos="540385" algn="l"/>
                        </a:tabLst>
                      </a:pPr>
                      <a:r>
                        <a:rPr lang="en-US" sz="2000" dirty="0">
                          <a:effectLst/>
                          <a:latin typeface="Arial" panose="020B0604020202020204" pitchFamily="34" charset="0"/>
                          <a:cs typeface="Arial" panose="020B0604020202020204" pitchFamily="34" charset="0"/>
                        </a:rPr>
                        <a:t>(0.4,1)</a:t>
                      </a:r>
                      <a:endParaRPr lang="de-CH"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11842870"/>
                  </a:ext>
                </a:extLst>
              </a:tr>
            </a:tbl>
          </a:graphicData>
        </a:graphic>
      </p:graphicFrame>
    </p:spTree>
    <p:extLst>
      <p:ext uri="{BB962C8B-B14F-4D97-AF65-F5344CB8AC3E}">
        <p14:creationId xmlns:p14="http://schemas.microsoft.com/office/powerpoint/2010/main" val="1855831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a:latin typeface="+mn-lt"/>
              </a:rPr>
              <a:t>Sobol </a:t>
            </a:r>
            <a:r>
              <a:rPr lang="de-CH" sz="2800" dirty="0" err="1">
                <a:latin typeface="+mn-lt"/>
              </a:rPr>
              <a:t>indices</a:t>
            </a:r>
            <a:r>
              <a:rPr lang="de-CH" sz="2800" dirty="0">
                <a:latin typeface="+mn-lt"/>
              </a:rPr>
              <a:t> </a:t>
            </a:r>
            <a:r>
              <a:rPr lang="de-CH" sz="2800" dirty="0" err="1">
                <a:latin typeface="+mn-lt"/>
              </a:rPr>
              <a:t>for</a:t>
            </a:r>
            <a:r>
              <a:rPr lang="de-CH" sz="2800" dirty="0">
                <a:latin typeface="+mn-lt"/>
              </a:rPr>
              <a:t> </a:t>
            </a:r>
            <a:r>
              <a:rPr lang="de-CH" sz="2800" dirty="0" err="1">
                <a:latin typeface="+mn-lt"/>
              </a:rPr>
              <a:t>some</a:t>
            </a:r>
            <a:r>
              <a:rPr lang="de-CH" sz="2800" dirty="0">
                <a:latin typeface="+mn-lt"/>
              </a:rPr>
              <a:t> </a:t>
            </a:r>
            <a:r>
              <a:rPr lang="de-CH" sz="2800" dirty="0" err="1">
                <a:latin typeface="+mn-lt"/>
              </a:rPr>
              <a:t>selected</a:t>
            </a:r>
            <a:r>
              <a:rPr lang="de-CH" sz="2800" dirty="0">
                <a:latin typeface="+mn-lt"/>
              </a:rPr>
              <a:t> </a:t>
            </a:r>
            <a:r>
              <a:rPr lang="de-CH" sz="2800" dirty="0" err="1">
                <a:latin typeface="+mn-lt"/>
              </a:rPr>
              <a:t>settings</a:t>
            </a:r>
            <a:endParaRPr lang="de-CH" sz="2800" dirty="0">
              <a:latin typeface="+mn-lt"/>
            </a:endParaRPr>
          </a:p>
        </p:txBody>
      </p:sp>
      <p:pic>
        <p:nvPicPr>
          <p:cNvPr id="6" name="Picture 5"/>
          <p:cNvPicPr>
            <a:picLocks noChangeAspect="1"/>
          </p:cNvPicPr>
          <p:nvPr/>
        </p:nvPicPr>
        <p:blipFill>
          <a:blip r:embed="rId3"/>
          <a:stretch>
            <a:fillRect/>
          </a:stretch>
        </p:blipFill>
        <p:spPr>
          <a:xfrm>
            <a:off x="129135" y="1049153"/>
            <a:ext cx="11560345" cy="4627796"/>
          </a:xfrm>
          <a:prstGeom prst="rect">
            <a:avLst/>
          </a:prstGeom>
        </p:spPr>
      </p:pic>
    </p:spTree>
    <p:extLst>
      <p:ext uri="{BB962C8B-B14F-4D97-AF65-F5344CB8AC3E}">
        <p14:creationId xmlns:p14="http://schemas.microsoft.com/office/powerpoint/2010/main" val="3216397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a:latin typeface="+mn-lt"/>
              </a:rPr>
              <a:t>Relative </a:t>
            </a:r>
            <a:r>
              <a:rPr lang="de-CH" sz="2800" b="1" dirty="0" err="1">
                <a:latin typeface="+mn-lt"/>
              </a:rPr>
              <a:t>cumulative</a:t>
            </a:r>
            <a:r>
              <a:rPr lang="de-CH" sz="2800" b="1" dirty="0">
                <a:latin typeface="+mn-lt"/>
              </a:rPr>
              <a:t> </a:t>
            </a:r>
            <a:r>
              <a:rPr lang="de-CH" sz="2800" b="1" dirty="0" err="1">
                <a:latin typeface="+mn-lt"/>
              </a:rPr>
              <a:t>cases</a:t>
            </a:r>
            <a:r>
              <a:rPr lang="de-CH" sz="2800" b="1" dirty="0">
                <a:latin typeface="+mn-lt"/>
              </a:rPr>
              <a:t> </a:t>
            </a:r>
            <a:r>
              <a:rPr lang="de-CH" sz="2800" b="1" dirty="0" err="1">
                <a:latin typeface="+mn-lt"/>
              </a:rPr>
              <a:t>averted</a:t>
            </a:r>
            <a:r>
              <a:rPr lang="de-CH" sz="2800" b="1" dirty="0">
                <a:latin typeface="+mn-lt"/>
              </a:rPr>
              <a:t> </a:t>
            </a:r>
            <a:r>
              <a:rPr lang="de-CH" sz="2800" b="1" dirty="0" err="1">
                <a:latin typeface="+mn-lt"/>
              </a:rPr>
              <a:t>vs</a:t>
            </a:r>
            <a:r>
              <a:rPr lang="de-CH" sz="2800" b="1" dirty="0">
                <a:latin typeface="+mn-lt"/>
              </a:rPr>
              <a:t> relative </a:t>
            </a:r>
            <a:r>
              <a:rPr lang="de-CH" sz="2800" b="1" dirty="0" err="1">
                <a:latin typeface="+mn-lt"/>
              </a:rPr>
              <a:t>importance</a:t>
            </a:r>
            <a:r>
              <a:rPr lang="de-CH" sz="2800" b="1" dirty="0">
                <a:latin typeface="+mn-lt"/>
              </a:rPr>
              <a:t> per </a:t>
            </a:r>
            <a:r>
              <a:rPr lang="de-CH" sz="2800" b="1" dirty="0" err="1">
                <a:latin typeface="+mn-lt"/>
              </a:rPr>
              <a:t>setting</a:t>
            </a:r>
            <a:endParaRPr lang="de-CH" sz="2800" dirty="0">
              <a:latin typeface="+mn-lt"/>
            </a:endParaRPr>
          </a:p>
        </p:txBody>
      </p:sp>
      <p:pic>
        <p:nvPicPr>
          <p:cNvPr id="2" name="Picture 1"/>
          <p:cNvPicPr>
            <a:picLocks noChangeAspect="1"/>
          </p:cNvPicPr>
          <p:nvPr/>
        </p:nvPicPr>
        <p:blipFill>
          <a:blip r:embed="rId3"/>
          <a:stretch>
            <a:fillRect/>
          </a:stretch>
        </p:blipFill>
        <p:spPr>
          <a:xfrm>
            <a:off x="177224" y="668129"/>
            <a:ext cx="11854370" cy="5780797"/>
          </a:xfrm>
          <a:prstGeom prst="rect">
            <a:avLst/>
          </a:prstGeom>
        </p:spPr>
      </p:pic>
    </p:spTree>
    <p:extLst>
      <p:ext uri="{BB962C8B-B14F-4D97-AF65-F5344CB8AC3E}">
        <p14:creationId xmlns:p14="http://schemas.microsoft.com/office/powerpoint/2010/main" val="106532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a:latin typeface="+mn-lt"/>
              </a:rPr>
              <a:t>Moving forward</a:t>
            </a:r>
          </a:p>
        </p:txBody>
      </p:sp>
      <p:graphicFrame>
        <p:nvGraphicFramePr>
          <p:cNvPr id="4" name="Table 3"/>
          <p:cNvGraphicFramePr>
            <a:graphicFrameLocks noGrp="1"/>
          </p:cNvGraphicFramePr>
          <p:nvPr>
            <p:extLst>
              <p:ext uri="{D42A27DB-BD31-4B8C-83A1-F6EECF244321}">
                <p14:modId xmlns:p14="http://schemas.microsoft.com/office/powerpoint/2010/main" val="828150143"/>
              </p:ext>
            </p:extLst>
          </p:nvPr>
        </p:nvGraphicFramePr>
        <p:xfrm>
          <a:off x="1380947" y="796022"/>
          <a:ext cx="9548090" cy="3026172"/>
        </p:xfrm>
        <a:graphic>
          <a:graphicData uri="http://schemas.openxmlformats.org/drawingml/2006/table">
            <a:tbl>
              <a:tblPr firstRow="1" bandRow="1">
                <a:tableStyleId>{1FECB4D8-DB02-4DC6-A0A2-4F2EBAE1DC90}</a:tableStyleId>
              </a:tblPr>
              <a:tblGrid>
                <a:gridCol w="4774045">
                  <a:extLst>
                    <a:ext uri="{9D8B030D-6E8A-4147-A177-3AD203B41FA5}">
                      <a16:colId xmlns:a16="http://schemas.microsoft.com/office/drawing/2014/main" val="1681933380"/>
                    </a:ext>
                  </a:extLst>
                </a:gridCol>
                <a:gridCol w="4774045">
                  <a:extLst>
                    <a:ext uri="{9D8B030D-6E8A-4147-A177-3AD203B41FA5}">
                      <a16:colId xmlns:a16="http://schemas.microsoft.com/office/drawing/2014/main" val="1402814708"/>
                    </a:ext>
                  </a:extLst>
                </a:gridCol>
              </a:tblGrid>
              <a:tr h="436503">
                <a:tc>
                  <a:txBody>
                    <a:bodyPr/>
                    <a:lstStyle/>
                    <a:p>
                      <a:pPr algn="ctr"/>
                      <a:r>
                        <a:rPr lang="de-CH" dirty="0"/>
                        <a:t>ACTIVITY</a:t>
                      </a:r>
                      <a:endParaRPr lang="de-CH" b="1" dirty="0"/>
                    </a:p>
                  </a:txBody>
                  <a:tcPr/>
                </a:tc>
                <a:tc>
                  <a:txBody>
                    <a:bodyPr/>
                    <a:lstStyle/>
                    <a:p>
                      <a:pPr algn="ctr"/>
                      <a:r>
                        <a:rPr lang="de-CH" dirty="0"/>
                        <a:t>DATE</a:t>
                      </a:r>
                      <a:endParaRPr lang="de-CH" b="1" dirty="0"/>
                    </a:p>
                  </a:txBody>
                  <a:tcPr/>
                </a:tc>
                <a:extLst>
                  <a:ext uri="{0D108BD9-81ED-4DB2-BD59-A6C34878D82A}">
                    <a16:rowId xmlns:a16="http://schemas.microsoft.com/office/drawing/2014/main" val="2195506936"/>
                  </a:ext>
                </a:extLst>
              </a:tr>
              <a:tr h="436503">
                <a:tc gridSpan="2">
                  <a:txBody>
                    <a:bodyPr/>
                    <a:lstStyle/>
                    <a:p>
                      <a:pPr algn="ctr"/>
                      <a:r>
                        <a:rPr lang="de-CH" b="1" baseline="0" dirty="0">
                          <a:solidFill>
                            <a:srgbClr val="FF0000"/>
                          </a:solidFill>
                        </a:rPr>
                        <a:t>2025</a:t>
                      </a:r>
                    </a:p>
                  </a:txBody>
                  <a:tcPr/>
                </a:tc>
                <a:tc hMerge="1">
                  <a:txBody>
                    <a:bodyPr/>
                    <a:lstStyle/>
                    <a:p>
                      <a:pPr algn="ctr"/>
                      <a:endParaRPr lang="de-CH" baseline="0" dirty="0"/>
                    </a:p>
                  </a:txBody>
                  <a:tcPr/>
                </a:tc>
                <a:extLst>
                  <a:ext uri="{0D108BD9-81ED-4DB2-BD59-A6C34878D82A}">
                    <a16:rowId xmlns:a16="http://schemas.microsoft.com/office/drawing/2014/main" val="2995045542"/>
                  </a:ext>
                </a:extLst>
              </a:tr>
              <a:tr h="436503">
                <a:tc>
                  <a:txBody>
                    <a:bodyPr/>
                    <a:lstStyle/>
                    <a:p>
                      <a:pPr algn="ctr"/>
                      <a:r>
                        <a:rPr lang="de-CH" sz="1800" dirty="0"/>
                        <a:t>MATHEMATICAL MODELING WITH AI COURSE / POSTER PRESENTATION</a:t>
                      </a:r>
                      <a:endParaRPr lang="de-CH" dirty="0"/>
                    </a:p>
                  </a:txBody>
                  <a:tcPr/>
                </a:tc>
                <a:tc>
                  <a:txBody>
                    <a:bodyPr/>
                    <a:lstStyle/>
                    <a:p>
                      <a:pPr algn="ctr"/>
                      <a:r>
                        <a:rPr lang="de-CH" dirty="0"/>
                        <a:t>JUNE </a:t>
                      </a:r>
                    </a:p>
                  </a:txBody>
                  <a:tcPr/>
                </a:tc>
                <a:extLst>
                  <a:ext uri="{0D108BD9-81ED-4DB2-BD59-A6C34878D82A}">
                    <a16:rowId xmlns:a16="http://schemas.microsoft.com/office/drawing/2014/main" val="2908132264"/>
                  </a:ext>
                </a:extLst>
              </a:tr>
              <a:tr h="436503">
                <a:tc>
                  <a:txBody>
                    <a:bodyPr/>
                    <a:lstStyle/>
                    <a:p>
                      <a:pPr algn="ctr"/>
                      <a:r>
                        <a:rPr lang="de-CH" sz="1800" dirty="0"/>
                        <a:t>COMPLETE MANUSCRIPT FOR OBJECTIVE 1</a:t>
                      </a:r>
                      <a:endParaRPr lang="de-CH" dirty="0"/>
                    </a:p>
                  </a:txBody>
                  <a:tcPr/>
                </a:tc>
                <a:tc>
                  <a:txBody>
                    <a:bodyPr/>
                    <a:lstStyle/>
                    <a:p>
                      <a:pPr algn="ctr"/>
                      <a:r>
                        <a:rPr lang="de-CH" sz="1800" dirty="0"/>
                        <a:t>JULY</a:t>
                      </a:r>
                      <a:endParaRPr lang="de-CH" dirty="0"/>
                    </a:p>
                  </a:txBody>
                  <a:tcPr/>
                </a:tc>
                <a:extLst>
                  <a:ext uri="{0D108BD9-81ED-4DB2-BD59-A6C34878D82A}">
                    <a16:rowId xmlns:a16="http://schemas.microsoft.com/office/drawing/2014/main" val="1767118289"/>
                  </a:ext>
                </a:extLst>
              </a:tr>
              <a:tr h="436503">
                <a:tc>
                  <a:txBody>
                    <a:bodyPr/>
                    <a:lstStyle/>
                    <a:p>
                      <a:pPr algn="ctr"/>
                      <a:r>
                        <a:rPr lang="de-CH" sz="1800" dirty="0"/>
                        <a:t>TEACH AT MATHEMATICAL MODELING TRAINING IN KENYA </a:t>
                      </a:r>
                      <a:endParaRPr lang="de-CH" dirty="0"/>
                    </a:p>
                  </a:txBody>
                  <a:tcPr/>
                </a:tc>
                <a:tc>
                  <a:txBody>
                    <a:bodyPr/>
                    <a:lstStyle/>
                    <a:p>
                      <a:pPr algn="ctr"/>
                      <a:r>
                        <a:rPr lang="de-CH" sz="1800" dirty="0"/>
                        <a:t>AUGUST </a:t>
                      </a:r>
                      <a:endParaRPr lang="de-CH" baseline="0" dirty="0"/>
                    </a:p>
                  </a:txBody>
                  <a:tcPr/>
                </a:tc>
                <a:extLst>
                  <a:ext uri="{0D108BD9-81ED-4DB2-BD59-A6C34878D82A}">
                    <a16:rowId xmlns:a16="http://schemas.microsoft.com/office/drawing/2014/main" val="308333528"/>
                  </a:ext>
                </a:extLst>
              </a:tr>
              <a:tr h="436503">
                <a:tc>
                  <a:txBody>
                    <a:bodyPr/>
                    <a:lstStyle/>
                    <a:p>
                      <a:pPr marL="0" indent="0" algn="ctr">
                        <a:buFont typeface="Arial" panose="020B0604020202020204" pitchFamily="34" charset="0"/>
                        <a:buNone/>
                      </a:pPr>
                      <a:r>
                        <a:rPr lang="de-CH" sz="1800" dirty="0"/>
                        <a:t>START WITH OBJECTIVE 2</a:t>
                      </a:r>
                    </a:p>
                  </a:txBody>
                  <a:tcPr/>
                </a:tc>
                <a:tc>
                  <a:txBody>
                    <a:bodyPr/>
                    <a:lstStyle/>
                    <a:p>
                      <a:pPr algn="ctr"/>
                      <a:r>
                        <a:rPr lang="de-CH" dirty="0"/>
                        <a:t>SEPTEMBER</a:t>
                      </a:r>
                      <a:endParaRPr lang="de-CH" baseline="0" dirty="0"/>
                    </a:p>
                  </a:txBody>
                  <a:tcPr/>
                </a:tc>
                <a:extLst>
                  <a:ext uri="{0D108BD9-81ED-4DB2-BD59-A6C34878D82A}">
                    <a16:rowId xmlns:a16="http://schemas.microsoft.com/office/drawing/2014/main" val="648088732"/>
                  </a:ext>
                </a:extLst>
              </a:tr>
            </a:tbl>
          </a:graphicData>
        </a:graphic>
      </p:graphicFrame>
    </p:spTree>
    <p:extLst>
      <p:ext uri="{BB962C8B-B14F-4D97-AF65-F5344CB8AC3E}">
        <p14:creationId xmlns:p14="http://schemas.microsoft.com/office/powerpoint/2010/main" val="447185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898132" y="2886385"/>
            <a:ext cx="7067905" cy="745200"/>
          </a:xfrm>
        </p:spPr>
        <p:txBody>
          <a:bodyPr/>
          <a:lstStyle/>
          <a:p>
            <a:r>
              <a:rPr lang="en-US" sz="4000" b="1" dirty="0">
                <a:latin typeface="+mn-lt"/>
              </a:rPr>
              <a:t>Thank you for your attention</a:t>
            </a:r>
          </a:p>
        </p:txBody>
      </p:sp>
    </p:spTree>
    <p:extLst>
      <p:ext uri="{BB962C8B-B14F-4D97-AF65-F5344CB8AC3E}">
        <p14:creationId xmlns:p14="http://schemas.microsoft.com/office/powerpoint/2010/main" val="3335717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Swiss_TPH_New">
      <a:dk1>
        <a:srgbClr val="000000"/>
      </a:dk1>
      <a:lt1>
        <a:srgbClr val="FFFFFF"/>
      </a:lt1>
      <a:dk2>
        <a:srgbClr val="BABCBE"/>
      </a:dk2>
      <a:lt2>
        <a:srgbClr val="717073"/>
      </a:lt2>
      <a:accent1>
        <a:srgbClr val="468AB2"/>
      </a:accent1>
      <a:accent2>
        <a:srgbClr val="BF3227"/>
      </a:accent2>
      <a:accent3>
        <a:srgbClr val="B5C751"/>
      </a:accent3>
      <a:accent4>
        <a:srgbClr val="EDCD64"/>
      </a:accent4>
      <a:accent5>
        <a:srgbClr val="868686"/>
      </a:accent5>
      <a:accent6>
        <a:srgbClr val="C5D3E5"/>
      </a:accent6>
      <a:hlink>
        <a:srgbClr val="B2C654"/>
      </a:hlink>
      <a:folHlink>
        <a:srgbClr val="EBD7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967</Words>
  <Application>Microsoft Office PowerPoint</Application>
  <PresentationFormat>Widescreen</PresentationFormat>
  <Paragraphs>116</Paragraphs>
  <Slides>17</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Arial</vt:lpstr>
      <vt:lpstr>Calibri</vt:lpstr>
      <vt:lpstr>Calibri Light</vt:lpstr>
      <vt:lpstr>Noto Sans Symbols</vt:lpstr>
      <vt:lpstr>NTR</vt:lpstr>
      <vt:lpstr>Palatino Linotype</vt:lpstr>
      <vt:lpstr>Office Theme</vt:lpstr>
      <vt:lpstr>Custom Design</vt:lpstr>
      <vt:lpstr>PowerPoint Presentation</vt:lpstr>
      <vt:lpstr>Malaria Prevalence in Ghana is highly heterogeneous</vt:lpstr>
      <vt:lpstr>OpenMalaria is used to simulate the impact of interventions for intervention stratification at the sub-national level</vt:lpstr>
      <vt:lpstr>Uncertainty in Agent-Based Model outputs stem from different sources</vt:lpstr>
      <vt:lpstr>Goal</vt:lpstr>
      <vt:lpstr>PowerPoint Presentation</vt:lpstr>
      <vt:lpstr>Research Objectives</vt:lpstr>
      <vt:lpstr>Research Objectives</vt:lpstr>
      <vt:lpstr>Research Objectives</vt:lpstr>
      <vt:lpstr>Progress Update – ACHIEVEMENTS</vt:lpstr>
      <vt:lpstr>Progress Update – Timeplan (May 2025)</vt:lpstr>
      <vt:lpstr>Starting point </vt:lpstr>
      <vt:lpstr>Global Sensitivity – varied intervention coverage levels to identify drivers of impact within settings and districts</vt:lpstr>
      <vt:lpstr>Sobol indices for some selected settings</vt:lpstr>
      <vt:lpstr>Relative cumulative cases averted vs relative importance per setting</vt:lpstr>
      <vt:lpstr>Moving forward</vt:lpstr>
      <vt:lpstr>Thank you for your attention</vt:lpstr>
    </vt:vector>
  </TitlesOfParts>
  <Company>Swiss TPH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Zenabu Suboi</dc:creator>
  <cp:lastModifiedBy>Zenabu Suboi</cp:lastModifiedBy>
  <cp:revision>87</cp:revision>
  <dcterms:created xsi:type="dcterms:W3CDTF">2024-10-15T15:49:57Z</dcterms:created>
  <dcterms:modified xsi:type="dcterms:W3CDTF">2026-06-01T10:02:46Z</dcterms:modified>
</cp:coreProperties>
</file>