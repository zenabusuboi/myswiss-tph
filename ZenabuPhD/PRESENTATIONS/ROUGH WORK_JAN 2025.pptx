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C23F-8EA6-42C0-A634-50B18861ABAA}" type="datetimeFigureOut">
              <a:rPr lang="de-CH" smtClean="0"/>
              <a:t>11.02.2025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9EF6-3A08-4FC9-B9F6-F283C3714F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826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5C23F-8EA6-42C0-A634-50B18861ABAA}" type="datetimeFigureOut">
              <a:rPr lang="de-CH" smtClean="0"/>
              <a:t>11.02.2025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F9EF6-3A08-4FC9-B9F6-F283C3714F5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254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4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2800" b="1" smtClean="0">
                <a:latin typeface="+mn-lt"/>
              </a:rPr>
              <a:t>Research Objectives</a:t>
            </a:r>
            <a:endParaRPr lang="de-CH" sz="2800" b="1" dirty="0">
              <a:latin typeface="+mn-lt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1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2800" b="1" smtClean="0">
                <a:latin typeface="+mn-lt"/>
              </a:rPr>
              <a:t>Variance-based sensitivity analysis (Sobol)</a:t>
            </a:r>
            <a:endParaRPr lang="de-CH" sz="2800" b="1" dirty="0">
              <a:latin typeface="+mn-lt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8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2800" b="1" smtClean="0">
                <a:latin typeface="+mn-lt"/>
              </a:rPr>
              <a:t>Variance-based sensitivity analysis (Sobol)</a:t>
            </a:r>
            <a:endParaRPr lang="de-CH" sz="2800" b="1" dirty="0">
              <a:latin typeface="+mn-lt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99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+mn-lt"/>
              </a:rPr>
              <a:t>OAT Sensitivity </a:t>
            </a:r>
            <a:r>
              <a:rPr lang="de-CH" sz="2800" smtClean="0"/>
              <a:t>after integrating the above findings in the existing workflow </a:t>
            </a:r>
            <a:r>
              <a:rPr lang="en-US" sz="2800" b="1" smtClean="0">
                <a:latin typeface="+mn-lt"/>
              </a:rPr>
              <a:t> – Savannah1</a:t>
            </a:r>
            <a:endParaRPr lang="en-US" sz="1800" b="1" dirty="0">
              <a:latin typeface="+mn-lt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7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>
                <a:latin typeface="+mn-lt"/>
              </a:rPr>
              <a:t>OAT Sensitivity </a:t>
            </a:r>
            <a:r>
              <a:rPr lang="de-CH" sz="2800" smtClean="0"/>
              <a:t>after integrating the above findings in the existing workflow</a:t>
            </a:r>
            <a:r>
              <a:rPr lang="en-US" sz="2800" b="1" smtClean="0">
                <a:latin typeface="+mn-lt"/>
              </a:rPr>
              <a:t> - Oti</a:t>
            </a:r>
            <a:endParaRPr lang="en-US" sz="1800" b="1" dirty="0">
              <a:latin typeface="+mn-lt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4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3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Research Objectives</vt:lpstr>
      <vt:lpstr>Variance-based sensitivity analysis (Sobol)</vt:lpstr>
      <vt:lpstr>Variance-based sensitivity analysis (Sobol)</vt:lpstr>
      <vt:lpstr>OAT Sensitivity after integrating the above findings in the existing workflow  – Savannah1</vt:lpstr>
      <vt:lpstr>OAT Sensitivity after integrating the above findings in the existing workflow - Oti</vt:lpstr>
      <vt:lpstr>PowerPoint Presentation</vt:lpstr>
    </vt:vector>
  </TitlesOfParts>
  <Company>Swiss TPH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Zenabu Suboi</dc:creator>
  <cp:lastModifiedBy>Zenabu Suboi</cp:lastModifiedBy>
  <cp:revision>1</cp:revision>
  <dcterms:created xsi:type="dcterms:W3CDTF">2025-02-11T15:01:11Z</dcterms:created>
  <dcterms:modified xsi:type="dcterms:W3CDTF">2025-02-11T15:01:11Z</dcterms:modified>
</cp:coreProperties>
</file>